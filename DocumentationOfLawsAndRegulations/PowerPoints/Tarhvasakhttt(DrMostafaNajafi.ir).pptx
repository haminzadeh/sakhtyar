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258" r:id="rId4"/>
    <p:sldId id="259" r:id="rId5"/>
    <p:sldId id="260" r:id="rId6"/>
    <p:sldId id="261" r:id="rId7"/>
    <p:sldId id="293" r:id="rId8"/>
    <p:sldId id="294" r:id="rId9"/>
    <p:sldId id="295" r:id="rId10"/>
    <p:sldId id="296" r:id="rId11"/>
    <p:sldId id="297" r:id="rId12"/>
    <p:sldId id="291" r:id="rId13"/>
    <p:sldId id="292" r:id="rId14"/>
    <p:sldId id="305" r:id="rId15"/>
    <p:sldId id="306" r:id="rId16"/>
    <p:sldId id="262" r:id="rId17"/>
    <p:sldId id="263" r:id="rId18"/>
    <p:sldId id="265" r:id="rId19"/>
    <p:sldId id="277" r:id="rId20"/>
    <p:sldId id="302" r:id="rId21"/>
    <p:sldId id="303" r:id="rId22"/>
    <p:sldId id="264" r:id="rId23"/>
    <p:sldId id="273" r:id="rId24"/>
    <p:sldId id="299" r:id="rId25"/>
    <p:sldId id="266" r:id="rId26"/>
    <p:sldId id="267" r:id="rId27"/>
    <p:sldId id="268" r:id="rId28"/>
    <p:sldId id="269" r:id="rId29"/>
    <p:sldId id="276" r:id="rId30"/>
    <p:sldId id="270" r:id="rId31"/>
    <p:sldId id="274" r:id="rId32"/>
    <p:sldId id="275" r:id="rId33"/>
    <p:sldId id="271" r:id="rId34"/>
    <p:sldId id="301" r:id="rId35"/>
    <p:sldId id="298" r:id="rId36"/>
    <p:sldId id="300" r:id="rId37"/>
    <p:sldId id="272" r:id="rId38"/>
    <p:sldId id="278" r:id="rId39"/>
    <p:sldId id="279" r:id="rId40"/>
    <p:sldId id="281" r:id="rId41"/>
    <p:sldId id="280" r:id="rId42"/>
    <p:sldId id="282" r:id="rId43"/>
    <p:sldId id="283" r:id="rId44"/>
    <p:sldId id="284" r:id="rId45"/>
    <p:sldId id="285" r:id="rId46"/>
    <p:sldId id="286" r:id="rId47"/>
    <p:sldId id="287" r:id="rId48"/>
    <p:sldId id="288" r:id="rId49"/>
    <p:sldId id="289" r:id="rId50"/>
    <p:sldId id="290" r:id="rId51"/>
    <p:sldId id="304"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6134" autoAdjust="0"/>
    <p:restoredTop sz="95020" autoAdjust="0"/>
  </p:normalViewPr>
  <p:slideViewPr>
    <p:cSldViewPr snapToGrid="0">
      <p:cViewPr>
        <p:scale>
          <a:sx n="81" d="100"/>
          <a:sy n="81" d="100"/>
        </p:scale>
        <p:origin x="-494" y="48"/>
      </p:cViewPr>
      <p:guideLst/>
    </p:cSldViewPr>
  </p:slideViewPr>
  <p:outlineViewPr>
    <p:cViewPr>
      <p:scale>
        <a:sx n="33" d="100"/>
        <a:sy n="33" d="100"/>
      </p:scale>
      <p:origin x="0" y="-1403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rawing4.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0.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3.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8533D8-8777-4BBE-9639-D5F41BEFE259}"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8B78289-4BE0-40A3-AFED-DD54C4800C04}">
      <dgm:prSet/>
      <dgm:spPr/>
      <dgm:t>
        <a:bodyPr/>
        <a:lstStyle/>
        <a:p>
          <a:r>
            <a:rPr lang="fa-IR"/>
            <a:t>موافقت نامه: سندی است که بین کارفرما و پیمانکار مبادله می شود ومشخصات اصلی پیمان ، مانند مشخصات دو طرف ، موضوع ، مبلغ و مدت پیمان ، در آن بیان شده است.</a:t>
          </a:r>
          <a:endParaRPr lang="en-US" dirty="0"/>
        </a:p>
      </dgm:t>
    </dgm:pt>
    <dgm:pt modelId="{67541F87-ADE6-4EB5-8241-21DDEFB89656}" type="parTrans" cxnId="{0E77FD17-92B5-402E-B609-A1B4C969C162}">
      <dgm:prSet/>
      <dgm:spPr/>
      <dgm:t>
        <a:bodyPr/>
        <a:lstStyle/>
        <a:p>
          <a:endParaRPr lang="en-US"/>
        </a:p>
      </dgm:t>
    </dgm:pt>
    <dgm:pt modelId="{EE83144E-87D1-4D6E-BAE2-7562A9E6FAC1}" type="sibTrans" cxnId="{0E77FD17-92B5-402E-B609-A1B4C969C162}">
      <dgm:prSet/>
      <dgm:spPr/>
      <dgm:t>
        <a:bodyPr/>
        <a:lstStyle/>
        <a:p>
          <a:endParaRPr lang="en-US"/>
        </a:p>
      </dgm:t>
    </dgm:pt>
    <dgm:pt modelId="{02F41B30-E798-4A9E-BFBB-2EC59D6041E5}">
      <dgm:prSet/>
      <dgm:spPr/>
      <dgm:t>
        <a:bodyPr/>
        <a:lstStyle/>
        <a:p>
          <a:r>
            <a:rPr lang="ar-SA" dirty="0"/>
            <a:t>شرایط عمومی: </a:t>
          </a:r>
          <a:r>
            <a:rPr lang="fa-IR" dirty="0"/>
            <a:t>مشخصات و مدارک تکمیلی است که اختصاصأ در این پیمان ، به منظور تکمیل مفاد موافقتنامه پیمان تنظیم شده است.</a:t>
          </a:r>
          <a:endParaRPr lang="en-US" dirty="0"/>
        </a:p>
      </dgm:t>
    </dgm:pt>
    <dgm:pt modelId="{2397FD4E-F5DD-4221-ACB5-1BF9774D902B}" type="parTrans" cxnId="{261A9E78-E9A0-4B4C-905E-148B7091C0D4}">
      <dgm:prSet/>
      <dgm:spPr/>
      <dgm:t>
        <a:bodyPr/>
        <a:lstStyle/>
        <a:p>
          <a:endParaRPr lang="en-US"/>
        </a:p>
      </dgm:t>
    </dgm:pt>
    <dgm:pt modelId="{883A61ED-8A51-45C3-917B-9DABFF95E895}" type="sibTrans" cxnId="{261A9E78-E9A0-4B4C-905E-148B7091C0D4}">
      <dgm:prSet/>
      <dgm:spPr/>
      <dgm:t>
        <a:bodyPr/>
        <a:lstStyle/>
        <a:p>
          <a:endParaRPr lang="en-US"/>
        </a:p>
      </dgm:t>
    </dgm:pt>
    <dgm:pt modelId="{6299C158-5C76-472F-89A1-A07BA6371350}" type="pres">
      <dgm:prSet presAssocID="{D38533D8-8777-4BBE-9639-D5F41BEFE259}" presName="hierChild1" presStyleCnt="0">
        <dgm:presLayoutVars>
          <dgm:chPref val="1"/>
          <dgm:dir/>
          <dgm:animOne val="branch"/>
          <dgm:animLvl val="lvl"/>
          <dgm:resizeHandles/>
        </dgm:presLayoutVars>
      </dgm:prSet>
      <dgm:spPr/>
    </dgm:pt>
    <dgm:pt modelId="{F9DEB5C3-450A-4970-A022-29858654AB6B}" type="pres">
      <dgm:prSet presAssocID="{38B78289-4BE0-40A3-AFED-DD54C4800C04}" presName="hierRoot1" presStyleCnt="0"/>
      <dgm:spPr/>
    </dgm:pt>
    <dgm:pt modelId="{2B0CBC39-9DA1-4976-B0EF-3EC7902349E3}" type="pres">
      <dgm:prSet presAssocID="{38B78289-4BE0-40A3-AFED-DD54C4800C04}" presName="composite" presStyleCnt="0"/>
      <dgm:spPr/>
    </dgm:pt>
    <dgm:pt modelId="{DE649669-6111-4FA2-AFAB-4318248B6352}" type="pres">
      <dgm:prSet presAssocID="{38B78289-4BE0-40A3-AFED-DD54C4800C04}" presName="background" presStyleLbl="node0" presStyleIdx="0" presStyleCnt="2"/>
      <dgm:spPr/>
    </dgm:pt>
    <dgm:pt modelId="{C64287A4-6B06-406B-9B98-C76670F71A85}" type="pres">
      <dgm:prSet presAssocID="{38B78289-4BE0-40A3-AFED-DD54C4800C04}" presName="text" presStyleLbl="fgAcc0" presStyleIdx="0" presStyleCnt="2">
        <dgm:presLayoutVars>
          <dgm:chPref val="3"/>
        </dgm:presLayoutVars>
      </dgm:prSet>
      <dgm:spPr/>
    </dgm:pt>
    <dgm:pt modelId="{D171F25B-775C-4D90-9E04-CD117C56184B}" type="pres">
      <dgm:prSet presAssocID="{38B78289-4BE0-40A3-AFED-DD54C4800C04}" presName="hierChild2" presStyleCnt="0"/>
      <dgm:spPr/>
    </dgm:pt>
    <dgm:pt modelId="{2264A98C-B154-4E9D-B8FA-5BA5FC84BC1F}" type="pres">
      <dgm:prSet presAssocID="{02F41B30-E798-4A9E-BFBB-2EC59D6041E5}" presName="hierRoot1" presStyleCnt="0"/>
      <dgm:spPr/>
    </dgm:pt>
    <dgm:pt modelId="{9F6EFCFC-1924-4A31-965F-C71AE5132AD6}" type="pres">
      <dgm:prSet presAssocID="{02F41B30-E798-4A9E-BFBB-2EC59D6041E5}" presName="composite" presStyleCnt="0"/>
      <dgm:spPr/>
    </dgm:pt>
    <dgm:pt modelId="{268A94AF-F056-4D27-99E8-E169691C98A9}" type="pres">
      <dgm:prSet presAssocID="{02F41B30-E798-4A9E-BFBB-2EC59D6041E5}" presName="background" presStyleLbl="node0" presStyleIdx="1" presStyleCnt="2"/>
      <dgm:spPr/>
    </dgm:pt>
    <dgm:pt modelId="{043E9C71-FF94-47AA-AA14-4FC5134C8770}" type="pres">
      <dgm:prSet presAssocID="{02F41B30-E798-4A9E-BFBB-2EC59D6041E5}" presName="text" presStyleLbl="fgAcc0" presStyleIdx="1" presStyleCnt="2">
        <dgm:presLayoutVars>
          <dgm:chPref val="3"/>
        </dgm:presLayoutVars>
      </dgm:prSet>
      <dgm:spPr/>
    </dgm:pt>
    <dgm:pt modelId="{AED3622E-0F87-435A-9C64-165B9C9B5830}" type="pres">
      <dgm:prSet presAssocID="{02F41B30-E798-4A9E-BFBB-2EC59D6041E5}" presName="hierChild2" presStyleCnt="0"/>
      <dgm:spPr/>
    </dgm:pt>
  </dgm:ptLst>
  <dgm:cxnLst>
    <dgm:cxn modelId="{0E77FD17-92B5-402E-B609-A1B4C969C162}" srcId="{D38533D8-8777-4BBE-9639-D5F41BEFE259}" destId="{38B78289-4BE0-40A3-AFED-DD54C4800C04}" srcOrd="0" destOrd="0" parTransId="{67541F87-ADE6-4EB5-8241-21DDEFB89656}" sibTransId="{EE83144E-87D1-4D6E-BAE2-7562A9E6FAC1}"/>
    <dgm:cxn modelId="{F8A17729-8F06-4BE7-A0DF-ED3D66B60D7C}" type="presOf" srcId="{02F41B30-E798-4A9E-BFBB-2EC59D6041E5}" destId="{043E9C71-FF94-47AA-AA14-4FC5134C8770}" srcOrd="0" destOrd="0" presId="urn:microsoft.com/office/officeart/2005/8/layout/hierarchy1"/>
    <dgm:cxn modelId="{261A9E78-E9A0-4B4C-905E-148B7091C0D4}" srcId="{D38533D8-8777-4BBE-9639-D5F41BEFE259}" destId="{02F41B30-E798-4A9E-BFBB-2EC59D6041E5}" srcOrd="1" destOrd="0" parTransId="{2397FD4E-F5DD-4221-ACB5-1BF9774D902B}" sibTransId="{883A61ED-8A51-45C3-917B-9DABFF95E895}"/>
    <dgm:cxn modelId="{25B59BB1-E6B0-4461-8050-D2358856754F}" type="presOf" srcId="{D38533D8-8777-4BBE-9639-D5F41BEFE259}" destId="{6299C158-5C76-472F-89A1-A07BA6371350}" srcOrd="0" destOrd="0" presId="urn:microsoft.com/office/officeart/2005/8/layout/hierarchy1"/>
    <dgm:cxn modelId="{463543C6-4363-4FD5-AD65-1A06C1ADE33F}" type="presOf" srcId="{38B78289-4BE0-40A3-AFED-DD54C4800C04}" destId="{C64287A4-6B06-406B-9B98-C76670F71A85}" srcOrd="0" destOrd="0" presId="urn:microsoft.com/office/officeart/2005/8/layout/hierarchy1"/>
    <dgm:cxn modelId="{6220F5AE-5B3F-4640-9BA3-973E30BF1265}" type="presParOf" srcId="{6299C158-5C76-472F-89A1-A07BA6371350}" destId="{F9DEB5C3-450A-4970-A022-29858654AB6B}" srcOrd="0" destOrd="0" presId="urn:microsoft.com/office/officeart/2005/8/layout/hierarchy1"/>
    <dgm:cxn modelId="{4C93E0DE-A3E7-43E2-B0BD-37E5F70747C7}" type="presParOf" srcId="{F9DEB5C3-450A-4970-A022-29858654AB6B}" destId="{2B0CBC39-9DA1-4976-B0EF-3EC7902349E3}" srcOrd="0" destOrd="0" presId="urn:microsoft.com/office/officeart/2005/8/layout/hierarchy1"/>
    <dgm:cxn modelId="{A7EC2AF1-9AFE-464D-B013-0C20F6F51B77}" type="presParOf" srcId="{2B0CBC39-9DA1-4976-B0EF-3EC7902349E3}" destId="{DE649669-6111-4FA2-AFAB-4318248B6352}" srcOrd="0" destOrd="0" presId="urn:microsoft.com/office/officeart/2005/8/layout/hierarchy1"/>
    <dgm:cxn modelId="{7D66C54C-AECE-49EB-8085-48B3107893A6}" type="presParOf" srcId="{2B0CBC39-9DA1-4976-B0EF-3EC7902349E3}" destId="{C64287A4-6B06-406B-9B98-C76670F71A85}" srcOrd="1" destOrd="0" presId="urn:microsoft.com/office/officeart/2005/8/layout/hierarchy1"/>
    <dgm:cxn modelId="{458DB74E-AC42-4439-ACE3-ECC88458ECE2}" type="presParOf" srcId="{F9DEB5C3-450A-4970-A022-29858654AB6B}" destId="{D171F25B-775C-4D90-9E04-CD117C56184B}" srcOrd="1" destOrd="0" presId="urn:microsoft.com/office/officeart/2005/8/layout/hierarchy1"/>
    <dgm:cxn modelId="{69939764-F7A7-429D-88B7-22A1147846C1}" type="presParOf" srcId="{6299C158-5C76-472F-89A1-A07BA6371350}" destId="{2264A98C-B154-4E9D-B8FA-5BA5FC84BC1F}" srcOrd="1" destOrd="0" presId="urn:microsoft.com/office/officeart/2005/8/layout/hierarchy1"/>
    <dgm:cxn modelId="{D6374290-0725-461E-B895-5765237C4F6A}" type="presParOf" srcId="{2264A98C-B154-4E9D-B8FA-5BA5FC84BC1F}" destId="{9F6EFCFC-1924-4A31-965F-C71AE5132AD6}" srcOrd="0" destOrd="0" presId="urn:microsoft.com/office/officeart/2005/8/layout/hierarchy1"/>
    <dgm:cxn modelId="{764D3F04-BB21-48BE-BAD2-4449FB36F017}" type="presParOf" srcId="{9F6EFCFC-1924-4A31-965F-C71AE5132AD6}" destId="{268A94AF-F056-4D27-99E8-E169691C98A9}" srcOrd="0" destOrd="0" presId="urn:microsoft.com/office/officeart/2005/8/layout/hierarchy1"/>
    <dgm:cxn modelId="{50359D66-4D7C-48FA-B910-5463FF9C8E9F}" type="presParOf" srcId="{9F6EFCFC-1924-4A31-965F-C71AE5132AD6}" destId="{043E9C71-FF94-47AA-AA14-4FC5134C8770}" srcOrd="1" destOrd="0" presId="urn:microsoft.com/office/officeart/2005/8/layout/hierarchy1"/>
    <dgm:cxn modelId="{68F21D3E-3675-4724-9C31-059F01B1ACB3}" type="presParOf" srcId="{2264A98C-B154-4E9D-B8FA-5BA5FC84BC1F}" destId="{AED3622E-0F87-435A-9C64-165B9C9B583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1EA52E-2FBF-47D0-BEC1-6EA6198D15C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A6A43A6-8FD5-4CB3-88D4-9D0AE0BFE487}">
      <dgm:prSet custT="1"/>
      <dgm:spPr/>
      <dgm:t>
        <a:bodyPr/>
        <a:lstStyle/>
        <a:p>
          <a:pPr rtl="1"/>
          <a:r>
            <a:rPr lang="fa-IR" sz="18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مرحلۀ تهیه اطلاعات و مدارک طرح</a:t>
          </a:r>
          <a:r>
            <a:rPr lang="en-US" sz="18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p>
      </dgm:t>
    </dgm:pt>
    <dgm:pt modelId="{AC4FD54A-CCDA-4994-B792-60E3FF2BE07F}" type="parTrans" cxnId="{BA2389BE-6FA5-41DC-9397-58941F6E6F4C}">
      <dgm:prSet/>
      <dgm:spPr/>
      <dgm:t>
        <a:bodyPr/>
        <a:lstStyle/>
        <a:p>
          <a:endParaRPr lang="en-US"/>
        </a:p>
      </dgm:t>
    </dgm:pt>
    <dgm:pt modelId="{6CD74655-1B97-46A4-94B2-194B86809D7D}" type="sibTrans" cxnId="{BA2389BE-6FA5-41DC-9397-58941F6E6F4C}">
      <dgm:prSet/>
      <dgm:spPr/>
      <dgm:t>
        <a:bodyPr/>
        <a:lstStyle/>
        <a:p>
          <a:endParaRPr lang="en-US"/>
        </a:p>
      </dgm:t>
    </dgm:pt>
    <dgm:pt modelId="{00CF0F5C-184B-43E9-B275-716F14C9B358}">
      <dgm:prSet custT="1"/>
      <dgm:spPr/>
      <dgm:t>
        <a:bodyPr/>
        <a:lstStyle/>
        <a:p>
          <a:pPr rtl="1"/>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مرحلۀ ارجاع کار به پیمانکار (طراح – سازنده .)</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DA02CA9E-0E09-442D-99B0-46FC55510EA0}" type="parTrans" cxnId="{378B9899-D3E6-4749-AC40-07C96F099EC6}">
      <dgm:prSet/>
      <dgm:spPr/>
      <dgm:t>
        <a:bodyPr/>
        <a:lstStyle/>
        <a:p>
          <a:endParaRPr lang="en-US"/>
        </a:p>
      </dgm:t>
    </dgm:pt>
    <dgm:pt modelId="{04D591E6-1274-4F0C-A2F3-ED31E4A2727A}" type="sibTrans" cxnId="{378B9899-D3E6-4749-AC40-07C96F099EC6}">
      <dgm:prSet/>
      <dgm:spPr/>
      <dgm:t>
        <a:bodyPr/>
        <a:lstStyle/>
        <a:p>
          <a:endParaRPr lang="en-US"/>
        </a:p>
      </dgm:t>
    </dgm:pt>
    <dgm:pt modelId="{0A811DB5-087C-41C9-942C-D507CCD309CA}">
      <dgm:prSet custT="1"/>
      <dgm:spPr/>
      <dgm:t>
        <a:bodyPr/>
        <a:lstStyle/>
        <a:p>
          <a:pPr marL="0" lvl="0" indent="0" algn="r" defTabSz="800100" rtl="1">
            <a:lnSpc>
              <a:spcPct val="90000"/>
            </a:lnSpc>
            <a:spcBef>
              <a:spcPct val="0"/>
            </a:spcBef>
            <a:spcAft>
              <a:spcPct val="35000"/>
            </a:spcAf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مرحلۀ طراحی – ساخت</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7F5D2507-A999-4AB9-8000-611D4017849B}" type="parTrans" cxnId="{7D403AEE-9A71-4A52-A302-D576AD8CD0F2}">
      <dgm:prSet/>
      <dgm:spPr/>
      <dgm:t>
        <a:bodyPr/>
        <a:lstStyle/>
        <a:p>
          <a:endParaRPr lang="en-US"/>
        </a:p>
      </dgm:t>
    </dgm:pt>
    <dgm:pt modelId="{0D88C2E2-B2FF-4698-892E-1D8014FF4AB4}" type="sibTrans" cxnId="{7D403AEE-9A71-4A52-A302-D576AD8CD0F2}">
      <dgm:prSet/>
      <dgm:spPr/>
      <dgm:t>
        <a:bodyPr/>
        <a:lstStyle/>
        <a:p>
          <a:endParaRPr lang="en-US"/>
        </a:p>
      </dgm:t>
    </dgm:pt>
    <dgm:pt modelId="{3AD2E73C-EB4A-4D52-B6F7-DC7DBC0598B9}">
      <dgm:prSet custT="1"/>
      <dgm:spPr/>
      <dgm:t>
        <a:bodyPr/>
        <a:lstStyle/>
        <a:p>
          <a:pPr marL="0" lvl="0" indent="0" algn="r" defTabSz="800100" rtl="1">
            <a:lnSpc>
              <a:spcPct val="90000"/>
            </a:lnSpc>
            <a:spcBef>
              <a:spcPct val="0"/>
            </a:spcBef>
            <a:spcAft>
              <a:spcPct val="35000"/>
            </a:spcAf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مهندسی</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046C2386-B1BC-4CAC-AAE3-806F1D48F5D5}" type="parTrans" cxnId="{8D5B618C-27B7-48B5-ADFB-5ACF39F2C649}">
      <dgm:prSet/>
      <dgm:spPr/>
      <dgm:t>
        <a:bodyPr/>
        <a:lstStyle/>
        <a:p>
          <a:endParaRPr lang="en-US"/>
        </a:p>
      </dgm:t>
    </dgm:pt>
    <dgm:pt modelId="{E27609F1-39BB-4E0C-B4B3-F58F5DA7E64D}" type="sibTrans" cxnId="{8D5B618C-27B7-48B5-ADFB-5ACF39F2C649}">
      <dgm:prSet/>
      <dgm:spPr/>
      <dgm:t>
        <a:bodyPr/>
        <a:lstStyle/>
        <a:p>
          <a:endParaRPr lang="en-US"/>
        </a:p>
      </dgm:t>
    </dgm:pt>
    <dgm:pt modelId="{500DC8BD-E7ED-48BB-8FF9-2616C91AE9E5}">
      <dgm:prSet custT="1"/>
      <dgm:spPr/>
      <dgm:t>
        <a:bodyPr/>
        <a:lstStyle/>
        <a:p>
          <a:pPr marL="0" lvl="0" indent="0" algn="r" defTabSz="800100" rtl="1">
            <a:lnSpc>
              <a:spcPct val="90000"/>
            </a:lnSpc>
            <a:spcBef>
              <a:spcPct val="0"/>
            </a:spcBef>
            <a:spcAft>
              <a:spcPct val="35000"/>
            </a:spcAf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تدارک کالا (مواد، مصالح و تجهیزات)</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DC1240D0-8197-415B-A9A0-F1F6066F8331}" type="parTrans" cxnId="{D54BFEF9-1760-4961-89DE-ED79030F96E5}">
      <dgm:prSet/>
      <dgm:spPr/>
      <dgm:t>
        <a:bodyPr/>
        <a:lstStyle/>
        <a:p>
          <a:endParaRPr lang="en-US"/>
        </a:p>
      </dgm:t>
    </dgm:pt>
    <dgm:pt modelId="{0A9EC391-669D-47CB-8AA8-6248E91BE01E}" type="sibTrans" cxnId="{D54BFEF9-1760-4961-89DE-ED79030F96E5}">
      <dgm:prSet/>
      <dgm:spPr/>
      <dgm:t>
        <a:bodyPr/>
        <a:lstStyle/>
        <a:p>
          <a:endParaRPr lang="en-US"/>
        </a:p>
      </dgm:t>
    </dgm:pt>
    <dgm:pt modelId="{C69002C9-5E02-49ED-8C61-B34B968F9C07}" type="pres">
      <dgm:prSet presAssocID="{781EA52E-2FBF-47D0-BEC1-6EA6198D15C2}" presName="linear" presStyleCnt="0">
        <dgm:presLayoutVars>
          <dgm:animLvl val="lvl"/>
          <dgm:resizeHandles val="exact"/>
        </dgm:presLayoutVars>
      </dgm:prSet>
      <dgm:spPr/>
    </dgm:pt>
    <dgm:pt modelId="{1EEFB561-E9CF-427B-B995-C4881FE8A38F}" type="pres">
      <dgm:prSet presAssocID="{9A6A43A6-8FD5-4CB3-88D4-9D0AE0BFE487}" presName="parentText" presStyleLbl="node1" presStyleIdx="0" presStyleCnt="5">
        <dgm:presLayoutVars>
          <dgm:chMax val="0"/>
          <dgm:bulletEnabled val="1"/>
        </dgm:presLayoutVars>
      </dgm:prSet>
      <dgm:spPr/>
    </dgm:pt>
    <dgm:pt modelId="{1F0B44D3-EDB3-4837-844B-25F4E273CCBB}" type="pres">
      <dgm:prSet presAssocID="{6CD74655-1B97-46A4-94B2-194B86809D7D}" presName="spacer" presStyleCnt="0"/>
      <dgm:spPr/>
    </dgm:pt>
    <dgm:pt modelId="{AFCA6C14-BE6D-4508-B104-2C0B0EB7F773}" type="pres">
      <dgm:prSet presAssocID="{00CF0F5C-184B-43E9-B275-716F14C9B358}" presName="parentText" presStyleLbl="node1" presStyleIdx="1" presStyleCnt="5">
        <dgm:presLayoutVars>
          <dgm:chMax val="0"/>
          <dgm:bulletEnabled val="1"/>
        </dgm:presLayoutVars>
      </dgm:prSet>
      <dgm:spPr/>
    </dgm:pt>
    <dgm:pt modelId="{B711ED94-40DF-49CC-A22F-EED9ACC021D9}" type="pres">
      <dgm:prSet presAssocID="{04D591E6-1274-4F0C-A2F3-ED31E4A2727A}" presName="spacer" presStyleCnt="0"/>
      <dgm:spPr/>
    </dgm:pt>
    <dgm:pt modelId="{EAEA757E-420D-474D-8B32-1C2AAAF457D7}" type="pres">
      <dgm:prSet presAssocID="{0A811DB5-087C-41C9-942C-D507CCD309CA}" presName="parentText" presStyleLbl="node1" presStyleIdx="2" presStyleCnt="5">
        <dgm:presLayoutVars>
          <dgm:chMax val="0"/>
          <dgm:bulletEnabled val="1"/>
        </dgm:presLayoutVars>
      </dgm:prSet>
      <dgm:spPr/>
    </dgm:pt>
    <dgm:pt modelId="{5C5FF94B-5DF1-4650-9413-5E50F3348665}" type="pres">
      <dgm:prSet presAssocID="{0D88C2E2-B2FF-4698-892E-1D8014FF4AB4}" presName="spacer" presStyleCnt="0"/>
      <dgm:spPr/>
    </dgm:pt>
    <dgm:pt modelId="{EF3E5D13-0DBF-455F-9B4A-E9C68494C2E8}" type="pres">
      <dgm:prSet presAssocID="{3AD2E73C-EB4A-4D52-B6F7-DC7DBC0598B9}" presName="parentText" presStyleLbl="node1" presStyleIdx="3" presStyleCnt="5">
        <dgm:presLayoutVars>
          <dgm:chMax val="0"/>
          <dgm:bulletEnabled val="1"/>
        </dgm:presLayoutVars>
      </dgm:prSet>
      <dgm:spPr/>
    </dgm:pt>
    <dgm:pt modelId="{ECDD14F7-1D8A-4E46-9E3B-31812D8420E9}" type="pres">
      <dgm:prSet presAssocID="{E27609F1-39BB-4E0C-B4B3-F58F5DA7E64D}" presName="spacer" presStyleCnt="0"/>
      <dgm:spPr/>
    </dgm:pt>
    <dgm:pt modelId="{A4002D95-A9C3-4B11-B374-E649497AD572}" type="pres">
      <dgm:prSet presAssocID="{500DC8BD-E7ED-48BB-8FF9-2616C91AE9E5}" presName="parentText" presStyleLbl="node1" presStyleIdx="4" presStyleCnt="5">
        <dgm:presLayoutVars>
          <dgm:chMax val="0"/>
          <dgm:bulletEnabled val="1"/>
        </dgm:presLayoutVars>
      </dgm:prSet>
      <dgm:spPr/>
    </dgm:pt>
  </dgm:ptLst>
  <dgm:cxnLst>
    <dgm:cxn modelId="{E3893001-737F-4333-AB00-B63BB3C3932D}" type="presOf" srcId="{0A811DB5-087C-41C9-942C-D507CCD309CA}" destId="{EAEA757E-420D-474D-8B32-1C2AAAF457D7}" srcOrd="0" destOrd="0" presId="urn:microsoft.com/office/officeart/2005/8/layout/vList2"/>
    <dgm:cxn modelId="{25636706-8C2D-442F-8575-A7CB79BF9365}" type="presOf" srcId="{781EA52E-2FBF-47D0-BEC1-6EA6198D15C2}" destId="{C69002C9-5E02-49ED-8C61-B34B968F9C07}" srcOrd="0" destOrd="0" presId="urn:microsoft.com/office/officeart/2005/8/layout/vList2"/>
    <dgm:cxn modelId="{E41B6936-DCED-4300-9DD5-E9D9EA74567E}" type="presOf" srcId="{9A6A43A6-8FD5-4CB3-88D4-9D0AE0BFE487}" destId="{1EEFB561-E9CF-427B-B995-C4881FE8A38F}" srcOrd="0" destOrd="0" presId="urn:microsoft.com/office/officeart/2005/8/layout/vList2"/>
    <dgm:cxn modelId="{364A4046-5136-430B-A8B4-44C0669CA045}" type="presOf" srcId="{3AD2E73C-EB4A-4D52-B6F7-DC7DBC0598B9}" destId="{EF3E5D13-0DBF-455F-9B4A-E9C68494C2E8}" srcOrd="0" destOrd="0" presId="urn:microsoft.com/office/officeart/2005/8/layout/vList2"/>
    <dgm:cxn modelId="{8D5B618C-27B7-48B5-ADFB-5ACF39F2C649}" srcId="{781EA52E-2FBF-47D0-BEC1-6EA6198D15C2}" destId="{3AD2E73C-EB4A-4D52-B6F7-DC7DBC0598B9}" srcOrd="3" destOrd="0" parTransId="{046C2386-B1BC-4CAC-AAE3-806F1D48F5D5}" sibTransId="{E27609F1-39BB-4E0C-B4B3-F58F5DA7E64D}"/>
    <dgm:cxn modelId="{378B9899-D3E6-4749-AC40-07C96F099EC6}" srcId="{781EA52E-2FBF-47D0-BEC1-6EA6198D15C2}" destId="{00CF0F5C-184B-43E9-B275-716F14C9B358}" srcOrd="1" destOrd="0" parTransId="{DA02CA9E-0E09-442D-99B0-46FC55510EA0}" sibTransId="{04D591E6-1274-4F0C-A2F3-ED31E4A2727A}"/>
    <dgm:cxn modelId="{3123BEB5-09BD-441B-8319-70490D96709A}" type="presOf" srcId="{00CF0F5C-184B-43E9-B275-716F14C9B358}" destId="{AFCA6C14-BE6D-4508-B104-2C0B0EB7F773}" srcOrd="0" destOrd="0" presId="urn:microsoft.com/office/officeart/2005/8/layout/vList2"/>
    <dgm:cxn modelId="{BA2389BE-6FA5-41DC-9397-58941F6E6F4C}" srcId="{781EA52E-2FBF-47D0-BEC1-6EA6198D15C2}" destId="{9A6A43A6-8FD5-4CB3-88D4-9D0AE0BFE487}" srcOrd="0" destOrd="0" parTransId="{AC4FD54A-CCDA-4994-B792-60E3FF2BE07F}" sibTransId="{6CD74655-1B97-46A4-94B2-194B86809D7D}"/>
    <dgm:cxn modelId="{A97329E1-A57B-40D7-BF1C-3B5D5E9E273F}" type="presOf" srcId="{500DC8BD-E7ED-48BB-8FF9-2616C91AE9E5}" destId="{A4002D95-A9C3-4B11-B374-E649497AD572}" srcOrd="0" destOrd="0" presId="urn:microsoft.com/office/officeart/2005/8/layout/vList2"/>
    <dgm:cxn modelId="{7D403AEE-9A71-4A52-A302-D576AD8CD0F2}" srcId="{781EA52E-2FBF-47D0-BEC1-6EA6198D15C2}" destId="{0A811DB5-087C-41C9-942C-D507CCD309CA}" srcOrd="2" destOrd="0" parTransId="{7F5D2507-A999-4AB9-8000-611D4017849B}" sibTransId="{0D88C2E2-B2FF-4698-892E-1D8014FF4AB4}"/>
    <dgm:cxn modelId="{D54BFEF9-1760-4961-89DE-ED79030F96E5}" srcId="{781EA52E-2FBF-47D0-BEC1-6EA6198D15C2}" destId="{500DC8BD-E7ED-48BB-8FF9-2616C91AE9E5}" srcOrd="4" destOrd="0" parTransId="{DC1240D0-8197-415B-A9A0-F1F6066F8331}" sibTransId="{0A9EC391-669D-47CB-8AA8-6248E91BE01E}"/>
    <dgm:cxn modelId="{13C2CAC5-748A-4EBF-8A92-3E6CF4E742BE}" type="presParOf" srcId="{C69002C9-5E02-49ED-8C61-B34B968F9C07}" destId="{1EEFB561-E9CF-427B-B995-C4881FE8A38F}" srcOrd="0" destOrd="0" presId="urn:microsoft.com/office/officeart/2005/8/layout/vList2"/>
    <dgm:cxn modelId="{4E88FAD1-1929-4C1F-9631-483E0AA64C53}" type="presParOf" srcId="{C69002C9-5E02-49ED-8C61-B34B968F9C07}" destId="{1F0B44D3-EDB3-4837-844B-25F4E273CCBB}" srcOrd="1" destOrd="0" presId="urn:microsoft.com/office/officeart/2005/8/layout/vList2"/>
    <dgm:cxn modelId="{5C526853-31C1-435A-9303-648B7C4DCFAB}" type="presParOf" srcId="{C69002C9-5E02-49ED-8C61-B34B968F9C07}" destId="{AFCA6C14-BE6D-4508-B104-2C0B0EB7F773}" srcOrd="2" destOrd="0" presId="urn:microsoft.com/office/officeart/2005/8/layout/vList2"/>
    <dgm:cxn modelId="{A93C99B6-CDB4-40CD-B2A3-A4EE945B8A34}" type="presParOf" srcId="{C69002C9-5E02-49ED-8C61-B34B968F9C07}" destId="{B711ED94-40DF-49CC-A22F-EED9ACC021D9}" srcOrd="3" destOrd="0" presId="urn:microsoft.com/office/officeart/2005/8/layout/vList2"/>
    <dgm:cxn modelId="{EE33586B-6FF0-47FB-A826-B2A0B536A436}" type="presParOf" srcId="{C69002C9-5E02-49ED-8C61-B34B968F9C07}" destId="{EAEA757E-420D-474D-8B32-1C2AAAF457D7}" srcOrd="4" destOrd="0" presId="urn:microsoft.com/office/officeart/2005/8/layout/vList2"/>
    <dgm:cxn modelId="{6C99B134-B891-46B2-BB6F-7BA6C56A26B8}" type="presParOf" srcId="{C69002C9-5E02-49ED-8C61-B34B968F9C07}" destId="{5C5FF94B-5DF1-4650-9413-5E50F3348665}" srcOrd="5" destOrd="0" presId="urn:microsoft.com/office/officeart/2005/8/layout/vList2"/>
    <dgm:cxn modelId="{B27DA733-0922-4E6C-BFEB-146665B11D56}" type="presParOf" srcId="{C69002C9-5E02-49ED-8C61-B34B968F9C07}" destId="{EF3E5D13-0DBF-455F-9B4A-E9C68494C2E8}" srcOrd="6" destOrd="0" presId="urn:microsoft.com/office/officeart/2005/8/layout/vList2"/>
    <dgm:cxn modelId="{F8AD7AF2-EBB2-4FD4-8FFD-562096EF99AD}" type="presParOf" srcId="{C69002C9-5E02-49ED-8C61-B34B968F9C07}" destId="{ECDD14F7-1D8A-4E46-9E3B-31812D8420E9}" srcOrd="7" destOrd="0" presId="urn:microsoft.com/office/officeart/2005/8/layout/vList2"/>
    <dgm:cxn modelId="{1AC4464F-8BA8-48DC-8145-B3C252C34F3F}" type="presParOf" srcId="{C69002C9-5E02-49ED-8C61-B34B968F9C07}" destId="{A4002D95-A9C3-4B11-B374-E649497AD57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81EA52E-2FBF-47D0-BEC1-6EA6198D15C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A6A43A6-8FD5-4CB3-88D4-9D0AE0BFE487}">
      <dgm:prSet custT="1"/>
      <dgm:spPr/>
      <dgm:t>
        <a:bodyPr/>
        <a:lstStyle/>
        <a:p>
          <a:pPr marL="0" lvl="0" indent="0" algn="r" defTabSz="800100" rtl="1">
            <a:lnSpc>
              <a:spcPct val="90000"/>
            </a:lnSpc>
            <a:spcBef>
              <a:spcPct val="0"/>
            </a:spcBef>
            <a:spcAft>
              <a:spcPct val="35000"/>
            </a:spcAft>
            <a:buFont typeface="+mj-l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مربوط به کارهای اجرایی</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AC4FD54A-CCDA-4994-B792-60E3FF2BE07F}" type="parTrans" cxnId="{BA2389BE-6FA5-41DC-9397-58941F6E6F4C}">
      <dgm:prSet/>
      <dgm:spPr/>
      <dgm:t>
        <a:bodyPr/>
        <a:lstStyle/>
        <a:p>
          <a:endParaRPr lang="en-US"/>
        </a:p>
      </dgm:t>
    </dgm:pt>
    <dgm:pt modelId="{6CD74655-1B97-46A4-94B2-194B86809D7D}" type="sibTrans" cxnId="{BA2389BE-6FA5-41DC-9397-58941F6E6F4C}">
      <dgm:prSet/>
      <dgm:spPr/>
      <dgm:t>
        <a:bodyPr/>
        <a:lstStyle/>
        <a:p>
          <a:endParaRPr lang="en-US"/>
        </a:p>
      </dgm:t>
    </dgm:pt>
    <dgm:pt modelId="{00CF0F5C-184B-43E9-B275-716F14C9B358}">
      <dgm:prSet custT="1"/>
      <dgm:spPr/>
      <dgm:t>
        <a:bodyPr/>
        <a:lstStyle/>
        <a:p>
          <a:pPr marL="0" lvl="0" indent="0" algn="r" defTabSz="800100" rtl="1">
            <a:lnSpc>
              <a:spcPct val="90000"/>
            </a:lnSpc>
            <a:spcBef>
              <a:spcPct val="0"/>
            </a:spcBef>
            <a:spcAft>
              <a:spcPct val="35000"/>
            </a:spcAft>
            <a:buFont typeface="+mj-l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نظارت ( کنترل کیفیت )</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DA02CA9E-0E09-442D-99B0-46FC55510EA0}" type="parTrans" cxnId="{378B9899-D3E6-4749-AC40-07C96F099EC6}">
      <dgm:prSet/>
      <dgm:spPr/>
      <dgm:t>
        <a:bodyPr/>
        <a:lstStyle/>
        <a:p>
          <a:endParaRPr lang="en-US"/>
        </a:p>
      </dgm:t>
    </dgm:pt>
    <dgm:pt modelId="{04D591E6-1274-4F0C-A2F3-ED31E4A2727A}" type="sibTrans" cxnId="{378B9899-D3E6-4749-AC40-07C96F099EC6}">
      <dgm:prSet/>
      <dgm:spPr/>
      <dgm:t>
        <a:bodyPr/>
        <a:lstStyle/>
        <a:p>
          <a:endParaRPr lang="en-US"/>
        </a:p>
      </dgm:t>
    </dgm:pt>
    <dgm:pt modelId="{0A811DB5-087C-41C9-942C-D507CCD309CA}">
      <dgm:prSet custT="1"/>
      <dgm:spPr/>
      <dgm:t>
        <a:bodyPr/>
        <a:lstStyle/>
        <a:p>
          <a:pPr marL="0" lvl="0" indent="0" algn="r" defTabSz="800100" rtl="1">
            <a:lnSpc>
              <a:spcPct val="90000"/>
            </a:lnSpc>
            <a:spcBef>
              <a:spcPct val="0"/>
            </a:spcBef>
            <a:spcAft>
              <a:spcPct val="35000"/>
            </a:spcAft>
            <a:buFont typeface="+mj-l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راه اندازی و تحویل</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7F5D2507-A999-4AB9-8000-611D4017849B}" type="parTrans" cxnId="{7D403AEE-9A71-4A52-A302-D576AD8CD0F2}">
      <dgm:prSet/>
      <dgm:spPr/>
      <dgm:t>
        <a:bodyPr/>
        <a:lstStyle/>
        <a:p>
          <a:endParaRPr lang="en-US"/>
        </a:p>
      </dgm:t>
    </dgm:pt>
    <dgm:pt modelId="{0D88C2E2-B2FF-4698-892E-1D8014FF4AB4}" type="sibTrans" cxnId="{7D403AEE-9A71-4A52-A302-D576AD8CD0F2}">
      <dgm:prSet/>
      <dgm:spPr/>
      <dgm:t>
        <a:bodyPr/>
        <a:lstStyle/>
        <a:p>
          <a:endParaRPr lang="en-US"/>
        </a:p>
      </dgm:t>
    </dgm:pt>
    <dgm:pt modelId="{3AD2E73C-EB4A-4D52-B6F7-DC7DBC0598B9}">
      <dgm:prSet custT="1"/>
      <dgm:spPr/>
      <dgm:t>
        <a:bodyPr/>
        <a:lstStyle/>
        <a:p>
          <a:pPr marL="0" lvl="0" indent="0" algn="r" defTabSz="800100" rtl="1">
            <a:lnSpc>
              <a:spcPct val="90000"/>
            </a:lnSpc>
            <a:spcBef>
              <a:spcPct val="0"/>
            </a:spcBef>
            <a:spcAft>
              <a:spcPct val="35000"/>
            </a:spcAft>
            <a:buFont typeface="+mj-l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مربوط به دوره بهره بردای</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046C2386-B1BC-4CAC-AAE3-806F1D48F5D5}" type="parTrans" cxnId="{8D5B618C-27B7-48B5-ADFB-5ACF39F2C649}">
      <dgm:prSet/>
      <dgm:spPr/>
      <dgm:t>
        <a:bodyPr/>
        <a:lstStyle/>
        <a:p>
          <a:endParaRPr lang="en-US"/>
        </a:p>
      </dgm:t>
    </dgm:pt>
    <dgm:pt modelId="{E27609F1-39BB-4E0C-B4B3-F58F5DA7E64D}" type="sibTrans" cxnId="{8D5B618C-27B7-48B5-ADFB-5ACF39F2C649}">
      <dgm:prSet/>
      <dgm:spPr/>
      <dgm:t>
        <a:bodyPr/>
        <a:lstStyle/>
        <a:p>
          <a:endParaRPr lang="en-US"/>
        </a:p>
      </dgm:t>
    </dgm:pt>
    <dgm:pt modelId="{500DC8BD-E7ED-48BB-8FF9-2616C91AE9E5}">
      <dgm:prSet custT="1"/>
      <dgm:spPr/>
      <dgm:t>
        <a:bodyPr/>
        <a:lstStyle/>
        <a:p>
          <a:pPr rtl="1"/>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برآورد هزینه ها ، کنترل پرداختها ، امور حقوقی قراردادها</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DC1240D0-8197-415B-A9A0-F1F6066F8331}" type="parTrans" cxnId="{D54BFEF9-1760-4961-89DE-ED79030F96E5}">
      <dgm:prSet/>
      <dgm:spPr/>
      <dgm:t>
        <a:bodyPr/>
        <a:lstStyle/>
        <a:p>
          <a:endParaRPr lang="en-US"/>
        </a:p>
      </dgm:t>
    </dgm:pt>
    <dgm:pt modelId="{0A9EC391-669D-47CB-8AA8-6248E91BE01E}" type="sibTrans" cxnId="{D54BFEF9-1760-4961-89DE-ED79030F96E5}">
      <dgm:prSet/>
      <dgm:spPr/>
      <dgm:t>
        <a:bodyPr/>
        <a:lstStyle/>
        <a:p>
          <a:endParaRPr lang="en-US"/>
        </a:p>
      </dgm:t>
    </dgm:pt>
    <dgm:pt modelId="{C69002C9-5E02-49ED-8C61-B34B968F9C07}" type="pres">
      <dgm:prSet presAssocID="{781EA52E-2FBF-47D0-BEC1-6EA6198D15C2}" presName="linear" presStyleCnt="0">
        <dgm:presLayoutVars>
          <dgm:animLvl val="lvl"/>
          <dgm:resizeHandles val="exact"/>
        </dgm:presLayoutVars>
      </dgm:prSet>
      <dgm:spPr/>
    </dgm:pt>
    <dgm:pt modelId="{1EEFB561-E9CF-427B-B995-C4881FE8A38F}" type="pres">
      <dgm:prSet presAssocID="{9A6A43A6-8FD5-4CB3-88D4-9D0AE0BFE487}" presName="parentText" presStyleLbl="node1" presStyleIdx="0" presStyleCnt="5">
        <dgm:presLayoutVars>
          <dgm:chMax val="0"/>
          <dgm:bulletEnabled val="1"/>
        </dgm:presLayoutVars>
      </dgm:prSet>
      <dgm:spPr/>
    </dgm:pt>
    <dgm:pt modelId="{1F0B44D3-EDB3-4837-844B-25F4E273CCBB}" type="pres">
      <dgm:prSet presAssocID="{6CD74655-1B97-46A4-94B2-194B86809D7D}" presName="spacer" presStyleCnt="0"/>
      <dgm:spPr/>
    </dgm:pt>
    <dgm:pt modelId="{AFCA6C14-BE6D-4508-B104-2C0B0EB7F773}" type="pres">
      <dgm:prSet presAssocID="{00CF0F5C-184B-43E9-B275-716F14C9B358}" presName="parentText" presStyleLbl="node1" presStyleIdx="1" presStyleCnt="5">
        <dgm:presLayoutVars>
          <dgm:chMax val="0"/>
          <dgm:bulletEnabled val="1"/>
        </dgm:presLayoutVars>
      </dgm:prSet>
      <dgm:spPr/>
    </dgm:pt>
    <dgm:pt modelId="{B711ED94-40DF-49CC-A22F-EED9ACC021D9}" type="pres">
      <dgm:prSet presAssocID="{04D591E6-1274-4F0C-A2F3-ED31E4A2727A}" presName="spacer" presStyleCnt="0"/>
      <dgm:spPr/>
    </dgm:pt>
    <dgm:pt modelId="{EAEA757E-420D-474D-8B32-1C2AAAF457D7}" type="pres">
      <dgm:prSet presAssocID="{0A811DB5-087C-41C9-942C-D507CCD309CA}" presName="parentText" presStyleLbl="node1" presStyleIdx="2" presStyleCnt="5">
        <dgm:presLayoutVars>
          <dgm:chMax val="0"/>
          <dgm:bulletEnabled val="1"/>
        </dgm:presLayoutVars>
      </dgm:prSet>
      <dgm:spPr/>
    </dgm:pt>
    <dgm:pt modelId="{5C5FF94B-5DF1-4650-9413-5E50F3348665}" type="pres">
      <dgm:prSet presAssocID="{0D88C2E2-B2FF-4698-892E-1D8014FF4AB4}" presName="spacer" presStyleCnt="0"/>
      <dgm:spPr/>
    </dgm:pt>
    <dgm:pt modelId="{EF3E5D13-0DBF-455F-9B4A-E9C68494C2E8}" type="pres">
      <dgm:prSet presAssocID="{3AD2E73C-EB4A-4D52-B6F7-DC7DBC0598B9}" presName="parentText" presStyleLbl="node1" presStyleIdx="3" presStyleCnt="5">
        <dgm:presLayoutVars>
          <dgm:chMax val="0"/>
          <dgm:bulletEnabled val="1"/>
        </dgm:presLayoutVars>
      </dgm:prSet>
      <dgm:spPr/>
    </dgm:pt>
    <dgm:pt modelId="{ECDD14F7-1D8A-4E46-9E3B-31812D8420E9}" type="pres">
      <dgm:prSet presAssocID="{E27609F1-39BB-4E0C-B4B3-F58F5DA7E64D}" presName="spacer" presStyleCnt="0"/>
      <dgm:spPr/>
    </dgm:pt>
    <dgm:pt modelId="{A4002D95-A9C3-4B11-B374-E649497AD572}" type="pres">
      <dgm:prSet presAssocID="{500DC8BD-E7ED-48BB-8FF9-2616C91AE9E5}" presName="parentText" presStyleLbl="node1" presStyleIdx="4" presStyleCnt="5">
        <dgm:presLayoutVars>
          <dgm:chMax val="0"/>
          <dgm:bulletEnabled val="1"/>
        </dgm:presLayoutVars>
      </dgm:prSet>
      <dgm:spPr/>
    </dgm:pt>
  </dgm:ptLst>
  <dgm:cxnLst>
    <dgm:cxn modelId="{E3893001-737F-4333-AB00-B63BB3C3932D}" type="presOf" srcId="{0A811DB5-087C-41C9-942C-D507CCD309CA}" destId="{EAEA757E-420D-474D-8B32-1C2AAAF457D7}" srcOrd="0" destOrd="0" presId="urn:microsoft.com/office/officeart/2005/8/layout/vList2"/>
    <dgm:cxn modelId="{25636706-8C2D-442F-8575-A7CB79BF9365}" type="presOf" srcId="{781EA52E-2FBF-47D0-BEC1-6EA6198D15C2}" destId="{C69002C9-5E02-49ED-8C61-B34B968F9C07}" srcOrd="0" destOrd="0" presId="urn:microsoft.com/office/officeart/2005/8/layout/vList2"/>
    <dgm:cxn modelId="{E41B6936-DCED-4300-9DD5-E9D9EA74567E}" type="presOf" srcId="{9A6A43A6-8FD5-4CB3-88D4-9D0AE0BFE487}" destId="{1EEFB561-E9CF-427B-B995-C4881FE8A38F}" srcOrd="0" destOrd="0" presId="urn:microsoft.com/office/officeart/2005/8/layout/vList2"/>
    <dgm:cxn modelId="{364A4046-5136-430B-A8B4-44C0669CA045}" type="presOf" srcId="{3AD2E73C-EB4A-4D52-B6F7-DC7DBC0598B9}" destId="{EF3E5D13-0DBF-455F-9B4A-E9C68494C2E8}" srcOrd="0" destOrd="0" presId="urn:microsoft.com/office/officeart/2005/8/layout/vList2"/>
    <dgm:cxn modelId="{8D5B618C-27B7-48B5-ADFB-5ACF39F2C649}" srcId="{781EA52E-2FBF-47D0-BEC1-6EA6198D15C2}" destId="{3AD2E73C-EB4A-4D52-B6F7-DC7DBC0598B9}" srcOrd="3" destOrd="0" parTransId="{046C2386-B1BC-4CAC-AAE3-806F1D48F5D5}" sibTransId="{E27609F1-39BB-4E0C-B4B3-F58F5DA7E64D}"/>
    <dgm:cxn modelId="{378B9899-D3E6-4749-AC40-07C96F099EC6}" srcId="{781EA52E-2FBF-47D0-BEC1-6EA6198D15C2}" destId="{00CF0F5C-184B-43E9-B275-716F14C9B358}" srcOrd="1" destOrd="0" parTransId="{DA02CA9E-0E09-442D-99B0-46FC55510EA0}" sibTransId="{04D591E6-1274-4F0C-A2F3-ED31E4A2727A}"/>
    <dgm:cxn modelId="{3123BEB5-09BD-441B-8319-70490D96709A}" type="presOf" srcId="{00CF0F5C-184B-43E9-B275-716F14C9B358}" destId="{AFCA6C14-BE6D-4508-B104-2C0B0EB7F773}" srcOrd="0" destOrd="0" presId="urn:microsoft.com/office/officeart/2005/8/layout/vList2"/>
    <dgm:cxn modelId="{BA2389BE-6FA5-41DC-9397-58941F6E6F4C}" srcId="{781EA52E-2FBF-47D0-BEC1-6EA6198D15C2}" destId="{9A6A43A6-8FD5-4CB3-88D4-9D0AE0BFE487}" srcOrd="0" destOrd="0" parTransId="{AC4FD54A-CCDA-4994-B792-60E3FF2BE07F}" sibTransId="{6CD74655-1B97-46A4-94B2-194B86809D7D}"/>
    <dgm:cxn modelId="{A97329E1-A57B-40D7-BF1C-3B5D5E9E273F}" type="presOf" srcId="{500DC8BD-E7ED-48BB-8FF9-2616C91AE9E5}" destId="{A4002D95-A9C3-4B11-B374-E649497AD572}" srcOrd="0" destOrd="0" presId="urn:microsoft.com/office/officeart/2005/8/layout/vList2"/>
    <dgm:cxn modelId="{7D403AEE-9A71-4A52-A302-D576AD8CD0F2}" srcId="{781EA52E-2FBF-47D0-BEC1-6EA6198D15C2}" destId="{0A811DB5-087C-41C9-942C-D507CCD309CA}" srcOrd="2" destOrd="0" parTransId="{7F5D2507-A999-4AB9-8000-611D4017849B}" sibTransId="{0D88C2E2-B2FF-4698-892E-1D8014FF4AB4}"/>
    <dgm:cxn modelId="{D54BFEF9-1760-4961-89DE-ED79030F96E5}" srcId="{781EA52E-2FBF-47D0-BEC1-6EA6198D15C2}" destId="{500DC8BD-E7ED-48BB-8FF9-2616C91AE9E5}" srcOrd="4" destOrd="0" parTransId="{DC1240D0-8197-415B-A9A0-F1F6066F8331}" sibTransId="{0A9EC391-669D-47CB-8AA8-6248E91BE01E}"/>
    <dgm:cxn modelId="{13C2CAC5-748A-4EBF-8A92-3E6CF4E742BE}" type="presParOf" srcId="{C69002C9-5E02-49ED-8C61-B34B968F9C07}" destId="{1EEFB561-E9CF-427B-B995-C4881FE8A38F}" srcOrd="0" destOrd="0" presId="urn:microsoft.com/office/officeart/2005/8/layout/vList2"/>
    <dgm:cxn modelId="{4E88FAD1-1929-4C1F-9631-483E0AA64C53}" type="presParOf" srcId="{C69002C9-5E02-49ED-8C61-B34B968F9C07}" destId="{1F0B44D3-EDB3-4837-844B-25F4E273CCBB}" srcOrd="1" destOrd="0" presId="urn:microsoft.com/office/officeart/2005/8/layout/vList2"/>
    <dgm:cxn modelId="{5C526853-31C1-435A-9303-648B7C4DCFAB}" type="presParOf" srcId="{C69002C9-5E02-49ED-8C61-B34B968F9C07}" destId="{AFCA6C14-BE6D-4508-B104-2C0B0EB7F773}" srcOrd="2" destOrd="0" presId="urn:microsoft.com/office/officeart/2005/8/layout/vList2"/>
    <dgm:cxn modelId="{A93C99B6-CDB4-40CD-B2A3-A4EE945B8A34}" type="presParOf" srcId="{C69002C9-5E02-49ED-8C61-B34B968F9C07}" destId="{B711ED94-40DF-49CC-A22F-EED9ACC021D9}" srcOrd="3" destOrd="0" presId="urn:microsoft.com/office/officeart/2005/8/layout/vList2"/>
    <dgm:cxn modelId="{EE33586B-6FF0-47FB-A826-B2A0B536A436}" type="presParOf" srcId="{C69002C9-5E02-49ED-8C61-B34B968F9C07}" destId="{EAEA757E-420D-474D-8B32-1C2AAAF457D7}" srcOrd="4" destOrd="0" presId="urn:microsoft.com/office/officeart/2005/8/layout/vList2"/>
    <dgm:cxn modelId="{6C99B134-B891-46B2-BB6F-7BA6C56A26B8}" type="presParOf" srcId="{C69002C9-5E02-49ED-8C61-B34B968F9C07}" destId="{5C5FF94B-5DF1-4650-9413-5E50F3348665}" srcOrd="5" destOrd="0" presId="urn:microsoft.com/office/officeart/2005/8/layout/vList2"/>
    <dgm:cxn modelId="{B27DA733-0922-4E6C-BFEB-146665B11D56}" type="presParOf" srcId="{C69002C9-5E02-49ED-8C61-B34B968F9C07}" destId="{EF3E5D13-0DBF-455F-9B4A-E9C68494C2E8}" srcOrd="6" destOrd="0" presId="urn:microsoft.com/office/officeart/2005/8/layout/vList2"/>
    <dgm:cxn modelId="{F8AD7AF2-EBB2-4FD4-8FFD-562096EF99AD}" type="presParOf" srcId="{C69002C9-5E02-49ED-8C61-B34B968F9C07}" destId="{ECDD14F7-1D8A-4E46-9E3B-31812D8420E9}" srcOrd="7" destOrd="0" presId="urn:microsoft.com/office/officeart/2005/8/layout/vList2"/>
    <dgm:cxn modelId="{1AC4464F-8BA8-48DC-8145-B3C252C34F3F}" type="presParOf" srcId="{C69002C9-5E02-49ED-8C61-B34B968F9C07}" destId="{A4002D95-A9C3-4B11-B374-E649497AD57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53C1F51-A1A2-4774-890E-D0F4560DCB31}"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F7A51C85-2441-4DFD-879B-21DDE4FFB429}">
      <dgm:prSet/>
      <dgm:spPr/>
      <dgm:t>
        <a:bodyPr/>
        <a:lstStyle/>
        <a:p>
          <a:pPr rtl="1"/>
          <a:r>
            <a:rPr lang="fa-IR" dirty="0"/>
            <a:t>تسلیم ضمانتنامه</a:t>
          </a:r>
          <a:endParaRPr lang="en-US" dirty="0"/>
        </a:p>
      </dgm:t>
    </dgm:pt>
    <dgm:pt modelId="{BF0EB9CA-BE94-46A3-B399-0D1985992A1B}" type="parTrans" cxnId="{F62B4801-95FE-4384-A90A-B6C48C5D4F47}">
      <dgm:prSet/>
      <dgm:spPr/>
      <dgm:t>
        <a:bodyPr/>
        <a:lstStyle/>
        <a:p>
          <a:endParaRPr lang="en-US"/>
        </a:p>
      </dgm:t>
    </dgm:pt>
    <dgm:pt modelId="{8A35B1A3-284F-48F6-AA93-3AFDC933730E}" type="sibTrans" cxnId="{F62B4801-95FE-4384-A90A-B6C48C5D4F47}">
      <dgm:prSet/>
      <dgm:spPr/>
      <dgm:t>
        <a:bodyPr/>
        <a:lstStyle/>
        <a:p>
          <a:endParaRPr lang="en-US"/>
        </a:p>
      </dgm:t>
    </dgm:pt>
    <dgm:pt modelId="{AAE166B5-F7FE-4316-AA17-641C05EF1DB9}">
      <dgm:prSet/>
      <dgm:spPr/>
      <dgm:t>
        <a:bodyPr/>
        <a:lstStyle/>
        <a:p>
          <a:pPr rtl="1"/>
          <a:r>
            <a:rPr lang="fa-IR"/>
            <a:t>شروع به کار</a:t>
          </a:r>
          <a:endParaRPr lang="en-US" dirty="0"/>
        </a:p>
      </dgm:t>
    </dgm:pt>
    <dgm:pt modelId="{4D2EAE80-5F99-4073-9033-904523203176}" type="parTrans" cxnId="{C4C9215D-AA98-4FCD-9962-9B0C3E6342B2}">
      <dgm:prSet/>
      <dgm:spPr/>
      <dgm:t>
        <a:bodyPr/>
        <a:lstStyle/>
        <a:p>
          <a:endParaRPr lang="en-US"/>
        </a:p>
      </dgm:t>
    </dgm:pt>
    <dgm:pt modelId="{ECA02B6C-F451-4CD5-A461-581D3387130B}" type="sibTrans" cxnId="{C4C9215D-AA98-4FCD-9962-9B0C3E6342B2}">
      <dgm:prSet/>
      <dgm:spPr/>
      <dgm:t>
        <a:bodyPr/>
        <a:lstStyle/>
        <a:p>
          <a:endParaRPr lang="en-US"/>
        </a:p>
      </dgm:t>
    </dgm:pt>
    <dgm:pt modelId="{75782981-4F13-4300-A013-60FC2AA5E0D5}">
      <dgm:prSet/>
      <dgm:spPr/>
      <dgm:t>
        <a:bodyPr/>
        <a:lstStyle/>
        <a:p>
          <a:pPr rtl="1"/>
          <a:r>
            <a:rPr lang="fa-IR"/>
            <a:t>برنامه ریزی زمانی اجرای فعالیت ها</a:t>
          </a:r>
          <a:endParaRPr lang="en-US" dirty="0"/>
        </a:p>
      </dgm:t>
    </dgm:pt>
    <dgm:pt modelId="{E284AB69-7F9D-49C7-A7A6-F23F794F48CE}" type="parTrans" cxnId="{75758240-3A8C-4EA6-85B9-5CEF99DF444F}">
      <dgm:prSet/>
      <dgm:spPr/>
      <dgm:t>
        <a:bodyPr/>
        <a:lstStyle/>
        <a:p>
          <a:endParaRPr lang="en-US"/>
        </a:p>
      </dgm:t>
    </dgm:pt>
    <dgm:pt modelId="{AA1D1048-8B50-4B21-BEB5-B6FE531897F2}" type="sibTrans" cxnId="{75758240-3A8C-4EA6-85B9-5CEF99DF444F}">
      <dgm:prSet/>
      <dgm:spPr/>
      <dgm:t>
        <a:bodyPr/>
        <a:lstStyle/>
        <a:p>
          <a:endParaRPr lang="en-US"/>
        </a:p>
      </dgm:t>
    </dgm:pt>
    <dgm:pt modelId="{38D749EF-FCB0-41BD-8B9F-7466C4409D71}">
      <dgm:prSet/>
      <dgm:spPr/>
      <dgm:t>
        <a:bodyPr/>
        <a:lstStyle/>
        <a:p>
          <a:pPr rtl="1"/>
          <a:r>
            <a:rPr lang="fa-IR"/>
            <a:t>برنامه زمانی تحویل مدارک</a:t>
          </a:r>
          <a:endParaRPr lang="en-US" dirty="0"/>
        </a:p>
      </dgm:t>
    </dgm:pt>
    <dgm:pt modelId="{5A2D14DF-5149-42E5-9D31-47A81919111D}" type="parTrans" cxnId="{E3DC7DD3-FBBD-4873-8D0A-47D09DB8C589}">
      <dgm:prSet/>
      <dgm:spPr/>
      <dgm:t>
        <a:bodyPr/>
        <a:lstStyle/>
        <a:p>
          <a:endParaRPr lang="en-US"/>
        </a:p>
      </dgm:t>
    </dgm:pt>
    <dgm:pt modelId="{B8CE2787-9B3A-4116-8D91-3C56E5B4EC9C}" type="sibTrans" cxnId="{E3DC7DD3-FBBD-4873-8D0A-47D09DB8C589}">
      <dgm:prSet/>
      <dgm:spPr/>
      <dgm:t>
        <a:bodyPr/>
        <a:lstStyle/>
        <a:p>
          <a:endParaRPr lang="en-US"/>
        </a:p>
      </dgm:t>
    </dgm:pt>
    <dgm:pt modelId="{63258F92-6968-4C6A-9EBD-AD93536CA01D}">
      <dgm:prSet/>
      <dgm:spPr/>
      <dgm:t>
        <a:bodyPr/>
        <a:lstStyle/>
        <a:p>
          <a:pPr rtl="1"/>
          <a:r>
            <a:rPr lang="fa-IR"/>
            <a:t>برنامه ریزی جدول درصد وزنی کارها</a:t>
          </a:r>
          <a:endParaRPr lang="en-US" dirty="0"/>
        </a:p>
      </dgm:t>
    </dgm:pt>
    <dgm:pt modelId="{BFB01872-943B-4191-855A-005CC839DC1E}" type="parTrans" cxnId="{37D1A219-7041-468F-BF9A-A7E355F91BA7}">
      <dgm:prSet/>
      <dgm:spPr/>
      <dgm:t>
        <a:bodyPr/>
        <a:lstStyle/>
        <a:p>
          <a:endParaRPr lang="en-US"/>
        </a:p>
      </dgm:t>
    </dgm:pt>
    <dgm:pt modelId="{F4291BF1-BCC8-425D-B227-F9CB99F63E25}" type="sibTrans" cxnId="{37D1A219-7041-468F-BF9A-A7E355F91BA7}">
      <dgm:prSet/>
      <dgm:spPr/>
      <dgm:t>
        <a:bodyPr/>
        <a:lstStyle/>
        <a:p>
          <a:endParaRPr lang="en-US"/>
        </a:p>
      </dgm:t>
    </dgm:pt>
    <dgm:pt modelId="{7B399A0C-677B-4DA8-B6FA-6E80D49FC109}">
      <dgm:prSet/>
      <dgm:spPr/>
      <dgm:t>
        <a:bodyPr/>
        <a:lstStyle/>
        <a:p>
          <a:pPr rtl="1"/>
          <a:r>
            <a:rPr lang="fa-IR"/>
            <a:t>برنامه ریزی زمانی پرداخت ها</a:t>
          </a:r>
          <a:endParaRPr lang="en-US" dirty="0"/>
        </a:p>
      </dgm:t>
    </dgm:pt>
    <dgm:pt modelId="{5ADE30FD-869D-4D67-8BA9-3FB4D5A336A7}" type="parTrans" cxnId="{B55C5079-6A9C-468F-B06C-E87E4FB5A937}">
      <dgm:prSet/>
      <dgm:spPr/>
      <dgm:t>
        <a:bodyPr/>
        <a:lstStyle/>
        <a:p>
          <a:endParaRPr lang="en-US"/>
        </a:p>
      </dgm:t>
    </dgm:pt>
    <dgm:pt modelId="{9884563F-58DB-4861-8C34-4C8FAC43531C}" type="sibTrans" cxnId="{B55C5079-6A9C-468F-B06C-E87E4FB5A937}">
      <dgm:prSet/>
      <dgm:spPr/>
      <dgm:t>
        <a:bodyPr/>
        <a:lstStyle/>
        <a:p>
          <a:endParaRPr lang="en-US"/>
        </a:p>
      </dgm:t>
    </dgm:pt>
    <dgm:pt modelId="{8415C705-A545-459D-8257-4D97CC84B370}">
      <dgm:prSet/>
      <dgm:spPr/>
      <dgm:t>
        <a:bodyPr/>
        <a:lstStyle/>
        <a:p>
          <a:pPr rtl="1"/>
          <a:r>
            <a:rPr lang="fa-IR"/>
            <a:t>تهیه بیمه نامه ها</a:t>
          </a:r>
          <a:endParaRPr lang="en-US" dirty="0"/>
        </a:p>
      </dgm:t>
    </dgm:pt>
    <dgm:pt modelId="{01A204DA-66DF-4FE1-AB9B-FC5DE5548B8B}" type="parTrans" cxnId="{25F4A27C-0016-45FD-95AB-33A9F6F125A4}">
      <dgm:prSet/>
      <dgm:spPr/>
      <dgm:t>
        <a:bodyPr/>
        <a:lstStyle/>
        <a:p>
          <a:endParaRPr lang="en-US"/>
        </a:p>
      </dgm:t>
    </dgm:pt>
    <dgm:pt modelId="{3382A445-8E1B-432A-AEF5-911669AC02D5}" type="sibTrans" cxnId="{25F4A27C-0016-45FD-95AB-33A9F6F125A4}">
      <dgm:prSet/>
      <dgm:spPr/>
      <dgm:t>
        <a:bodyPr/>
        <a:lstStyle/>
        <a:p>
          <a:endParaRPr lang="en-US"/>
        </a:p>
      </dgm:t>
    </dgm:pt>
    <dgm:pt modelId="{A73A57C0-496F-4B25-9050-423E6EC6F3B8}">
      <dgm:prSet/>
      <dgm:spPr/>
      <dgm:t>
        <a:bodyPr/>
        <a:lstStyle/>
        <a:p>
          <a:pPr rtl="1"/>
          <a:r>
            <a:rPr lang="fa-IR"/>
            <a:t>برنامه ریزی نحوه گردش کارها</a:t>
          </a:r>
          <a:endParaRPr lang="en-US" dirty="0"/>
        </a:p>
      </dgm:t>
    </dgm:pt>
    <dgm:pt modelId="{BEBA151D-8E30-4030-A4E8-AFF561132934}" type="parTrans" cxnId="{E026C871-B7AC-4CA2-BC8A-1958238476D1}">
      <dgm:prSet/>
      <dgm:spPr/>
      <dgm:t>
        <a:bodyPr/>
        <a:lstStyle/>
        <a:p>
          <a:endParaRPr lang="en-US"/>
        </a:p>
      </dgm:t>
    </dgm:pt>
    <dgm:pt modelId="{FE9CBCE4-6791-4CB1-B2B4-DF62F246BACF}" type="sibTrans" cxnId="{E026C871-B7AC-4CA2-BC8A-1958238476D1}">
      <dgm:prSet/>
      <dgm:spPr/>
      <dgm:t>
        <a:bodyPr/>
        <a:lstStyle/>
        <a:p>
          <a:endParaRPr lang="en-US"/>
        </a:p>
      </dgm:t>
    </dgm:pt>
    <dgm:pt modelId="{517DD9A0-885C-49D8-80EB-E62063FC5220}" type="pres">
      <dgm:prSet presAssocID="{353C1F51-A1A2-4774-890E-D0F4560DCB31}" presName="linear" presStyleCnt="0">
        <dgm:presLayoutVars>
          <dgm:animLvl val="lvl"/>
          <dgm:resizeHandles val="exact"/>
        </dgm:presLayoutVars>
      </dgm:prSet>
      <dgm:spPr/>
    </dgm:pt>
    <dgm:pt modelId="{B65047BB-59B6-4BBD-A86D-8AE4BE0F0AE6}" type="pres">
      <dgm:prSet presAssocID="{F7A51C85-2441-4DFD-879B-21DDE4FFB429}" presName="parentText" presStyleLbl="node1" presStyleIdx="0" presStyleCnt="8">
        <dgm:presLayoutVars>
          <dgm:chMax val="0"/>
          <dgm:bulletEnabled val="1"/>
        </dgm:presLayoutVars>
      </dgm:prSet>
      <dgm:spPr/>
    </dgm:pt>
    <dgm:pt modelId="{5AC60CBF-4D45-4D7A-82BD-45EBF2BD461A}" type="pres">
      <dgm:prSet presAssocID="{8A35B1A3-284F-48F6-AA93-3AFDC933730E}" presName="spacer" presStyleCnt="0"/>
      <dgm:spPr/>
    </dgm:pt>
    <dgm:pt modelId="{E66D4F0B-CE02-4EC2-A1B8-8C3F5FCFF2A1}" type="pres">
      <dgm:prSet presAssocID="{AAE166B5-F7FE-4316-AA17-641C05EF1DB9}" presName="parentText" presStyleLbl="node1" presStyleIdx="1" presStyleCnt="8">
        <dgm:presLayoutVars>
          <dgm:chMax val="0"/>
          <dgm:bulletEnabled val="1"/>
        </dgm:presLayoutVars>
      </dgm:prSet>
      <dgm:spPr/>
    </dgm:pt>
    <dgm:pt modelId="{4B8E1E90-4F0C-4B66-BCE8-04E3F5D98CE8}" type="pres">
      <dgm:prSet presAssocID="{ECA02B6C-F451-4CD5-A461-581D3387130B}" presName="spacer" presStyleCnt="0"/>
      <dgm:spPr/>
    </dgm:pt>
    <dgm:pt modelId="{3AFB5C9A-72B7-4645-BA7D-66D94AECF8E3}" type="pres">
      <dgm:prSet presAssocID="{75782981-4F13-4300-A013-60FC2AA5E0D5}" presName="parentText" presStyleLbl="node1" presStyleIdx="2" presStyleCnt="8">
        <dgm:presLayoutVars>
          <dgm:chMax val="0"/>
          <dgm:bulletEnabled val="1"/>
        </dgm:presLayoutVars>
      </dgm:prSet>
      <dgm:spPr/>
    </dgm:pt>
    <dgm:pt modelId="{8C37EFFD-B7CF-4FC1-828D-A66DCB9F7CD4}" type="pres">
      <dgm:prSet presAssocID="{AA1D1048-8B50-4B21-BEB5-B6FE531897F2}" presName="spacer" presStyleCnt="0"/>
      <dgm:spPr/>
    </dgm:pt>
    <dgm:pt modelId="{8EC11019-DAAC-4C91-B495-8EA696D91ECE}" type="pres">
      <dgm:prSet presAssocID="{38D749EF-FCB0-41BD-8B9F-7466C4409D71}" presName="parentText" presStyleLbl="node1" presStyleIdx="3" presStyleCnt="8">
        <dgm:presLayoutVars>
          <dgm:chMax val="0"/>
          <dgm:bulletEnabled val="1"/>
        </dgm:presLayoutVars>
      </dgm:prSet>
      <dgm:spPr/>
    </dgm:pt>
    <dgm:pt modelId="{D9C5A9DD-4CB6-436E-AFFE-1E3675BA6409}" type="pres">
      <dgm:prSet presAssocID="{B8CE2787-9B3A-4116-8D91-3C56E5B4EC9C}" presName="spacer" presStyleCnt="0"/>
      <dgm:spPr/>
    </dgm:pt>
    <dgm:pt modelId="{DF4BBA22-E405-4910-8617-EFE0881E5FC3}" type="pres">
      <dgm:prSet presAssocID="{63258F92-6968-4C6A-9EBD-AD93536CA01D}" presName="parentText" presStyleLbl="node1" presStyleIdx="4" presStyleCnt="8">
        <dgm:presLayoutVars>
          <dgm:chMax val="0"/>
          <dgm:bulletEnabled val="1"/>
        </dgm:presLayoutVars>
      </dgm:prSet>
      <dgm:spPr/>
    </dgm:pt>
    <dgm:pt modelId="{DDA397B9-D344-42DC-A874-9BCECCF25F2C}" type="pres">
      <dgm:prSet presAssocID="{F4291BF1-BCC8-425D-B227-F9CB99F63E25}" presName="spacer" presStyleCnt="0"/>
      <dgm:spPr/>
    </dgm:pt>
    <dgm:pt modelId="{7E3A3750-375B-4A1F-8D3C-6427B2D1E6F3}" type="pres">
      <dgm:prSet presAssocID="{7B399A0C-677B-4DA8-B6FA-6E80D49FC109}" presName="parentText" presStyleLbl="node1" presStyleIdx="5" presStyleCnt="8">
        <dgm:presLayoutVars>
          <dgm:chMax val="0"/>
          <dgm:bulletEnabled val="1"/>
        </dgm:presLayoutVars>
      </dgm:prSet>
      <dgm:spPr/>
    </dgm:pt>
    <dgm:pt modelId="{0AC3B579-E016-495F-B420-FE04E8FF413F}" type="pres">
      <dgm:prSet presAssocID="{9884563F-58DB-4861-8C34-4C8FAC43531C}" presName="spacer" presStyleCnt="0"/>
      <dgm:spPr/>
    </dgm:pt>
    <dgm:pt modelId="{96CD7668-2037-4173-8FA7-8C45B353B421}" type="pres">
      <dgm:prSet presAssocID="{8415C705-A545-459D-8257-4D97CC84B370}" presName="parentText" presStyleLbl="node1" presStyleIdx="6" presStyleCnt="8">
        <dgm:presLayoutVars>
          <dgm:chMax val="0"/>
          <dgm:bulletEnabled val="1"/>
        </dgm:presLayoutVars>
      </dgm:prSet>
      <dgm:spPr/>
    </dgm:pt>
    <dgm:pt modelId="{2468B28B-EC06-4D56-A9EE-24E584DC913A}" type="pres">
      <dgm:prSet presAssocID="{3382A445-8E1B-432A-AEF5-911669AC02D5}" presName="spacer" presStyleCnt="0"/>
      <dgm:spPr/>
    </dgm:pt>
    <dgm:pt modelId="{14FA4C66-EC2E-4642-AE7E-6B37C32A342C}" type="pres">
      <dgm:prSet presAssocID="{A73A57C0-496F-4B25-9050-423E6EC6F3B8}" presName="parentText" presStyleLbl="node1" presStyleIdx="7" presStyleCnt="8">
        <dgm:presLayoutVars>
          <dgm:chMax val="0"/>
          <dgm:bulletEnabled val="1"/>
        </dgm:presLayoutVars>
      </dgm:prSet>
      <dgm:spPr/>
    </dgm:pt>
  </dgm:ptLst>
  <dgm:cxnLst>
    <dgm:cxn modelId="{F62B4801-95FE-4384-A90A-B6C48C5D4F47}" srcId="{353C1F51-A1A2-4774-890E-D0F4560DCB31}" destId="{F7A51C85-2441-4DFD-879B-21DDE4FFB429}" srcOrd="0" destOrd="0" parTransId="{BF0EB9CA-BE94-46A3-B399-0D1985992A1B}" sibTransId="{8A35B1A3-284F-48F6-AA93-3AFDC933730E}"/>
    <dgm:cxn modelId="{8AC32E09-55E9-4B84-829E-BBF804A645DC}" type="presOf" srcId="{63258F92-6968-4C6A-9EBD-AD93536CA01D}" destId="{DF4BBA22-E405-4910-8617-EFE0881E5FC3}" srcOrd="0" destOrd="0" presId="urn:microsoft.com/office/officeart/2005/8/layout/vList2"/>
    <dgm:cxn modelId="{37D1A219-7041-468F-BF9A-A7E355F91BA7}" srcId="{353C1F51-A1A2-4774-890E-D0F4560DCB31}" destId="{63258F92-6968-4C6A-9EBD-AD93536CA01D}" srcOrd="4" destOrd="0" parTransId="{BFB01872-943B-4191-855A-005CC839DC1E}" sibTransId="{F4291BF1-BCC8-425D-B227-F9CB99F63E25}"/>
    <dgm:cxn modelId="{27490A1D-DC7A-47CF-A1F3-DB431583BA60}" type="presOf" srcId="{7B399A0C-677B-4DA8-B6FA-6E80D49FC109}" destId="{7E3A3750-375B-4A1F-8D3C-6427B2D1E6F3}" srcOrd="0" destOrd="0" presId="urn:microsoft.com/office/officeart/2005/8/layout/vList2"/>
    <dgm:cxn modelId="{CAFB283A-2272-4FFB-916D-45820E9F8888}" type="presOf" srcId="{A73A57C0-496F-4B25-9050-423E6EC6F3B8}" destId="{14FA4C66-EC2E-4642-AE7E-6B37C32A342C}" srcOrd="0" destOrd="0" presId="urn:microsoft.com/office/officeart/2005/8/layout/vList2"/>
    <dgm:cxn modelId="{75758240-3A8C-4EA6-85B9-5CEF99DF444F}" srcId="{353C1F51-A1A2-4774-890E-D0F4560DCB31}" destId="{75782981-4F13-4300-A013-60FC2AA5E0D5}" srcOrd="2" destOrd="0" parTransId="{E284AB69-7F9D-49C7-A7A6-F23F794F48CE}" sibTransId="{AA1D1048-8B50-4B21-BEB5-B6FE531897F2}"/>
    <dgm:cxn modelId="{C4C9215D-AA98-4FCD-9962-9B0C3E6342B2}" srcId="{353C1F51-A1A2-4774-890E-D0F4560DCB31}" destId="{AAE166B5-F7FE-4316-AA17-641C05EF1DB9}" srcOrd="1" destOrd="0" parTransId="{4D2EAE80-5F99-4073-9033-904523203176}" sibTransId="{ECA02B6C-F451-4CD5-A461-581D3387130B}"/>
    <dgm:cxn modelId="{7621EE5E-6EEF-47F5-817A-62EE1B653C16}" type="presOf" srcId="{AAE166B5-F7FE-4316-AA17-641C05EF1DB9}" destId="{E66D4F0B-CE02-4EC2-A1B8-8C3F5FCFF2A1}" srcOrd="0" destOrd="0" presId="urn:microsoft.com/office/officeart/2005/8/layout/vList2"/>
    <dgm:cxn modelId="{89986C66-F48A-4F0C-946A-C6FB04700B02}" type="presOf" srcId="{38D749EF-FCB0-41BD-8B9F-7466C4409D71}" destId="{8EC11019-DAAC-4C91-B495-8EA696D91ECE}" srcOrd="0" destOrd="0" presId="urn:microsoft.com/office/officeart/2005/8/layout/vList2"/>
    <dgm:cxn modelId="{E026C871-B7AC-4CA2-BC8A-1958238476D1}" srcId="{353C1F51-A1A2-4774-890E-D0F4560DCB31}" destId="{A73A57C0-496F-4B25-9050-423E6EC6F3B8}" srcOrd="7" destOrd="0" parTransId="{BEBA151D-8E30-4030-A4E8-AFF561132934}" sibTransId="{FE9CBCE4-6791-4CB1-B2B4-DF62F246BACF}"/>
    <dgm:cxn modelId="{B55C5079-6A9C-468F-B06C-E87E4FB5A937}" srcId="{353C1F51-A1A2-4774-890E-D0F4560DCB31}" destId="{7B399A0C-677B-4DA8-B6FA-6E80D49FC109}" srcOrd="5" destOrd="0" parTransId="{5ADE30FD-869D-4D67-8BA9-3FB4D5A336A7}" sibTransId="{9884563F-58DB-4861-8C34-4C8FAC43531C}"/>
    <dgm:cxn modelId="{25F4A27C-0016-45FD-95AB-33A9F6F125A4}" srcId="{353C1F51-A1A2-4774-890E-D0F4560DCB31}" destId="{8415C705-A545-459D-8257-4D97CC84B370}" srcOrd="6" destOrd="0" parTransId="{01A204DA-66DF-4FE1-AB9B-FC5DE5548B8B}" sibTransId="{3382A445-8E1B-432A-AEF5-911669AC02D5}"/>
    <dgm:cxn modelId="{D9CFF693-D87D-45C2-8B34-7AE8BC2011CC}" type="presOf" srcId="{F7A51C85-2441-4DFD-879B-21DDE4FFB429}" destId="{B65047BB-59B6-4BBD-A86D-8AE4BE0F0AE6}" srcOrd="0" destOrd="0" presId="urn:microsoft.com/office/officeart/2005/8/layout/vList2"/>
    <dgm:cxn modelId="{203913C5-C0E1-4B75-B144-81A53CF6A869}" type="presOf" srcId="{75782981-4F13-4300-A013-60FC2AA5E0D5}" destId="{3AFB5C9A-72B7-4645-BA7D-66D94AECF8E3}" srcOrd="0" destOrd="0" presId="urn:microsoft.com/office/officeart/2005/8/layout/vList2"/>
    <dgm:cxn modelId="{E3DC7DD3-FBBD-4873-8D0A-47D09DB8C589}" srcId="{353C1F51-A1A2-4774-890E-D0F4560DCB31}" destId="{38D749EF-FCB0-41BD-8B9F-7466C4409D71}" srcOrd="3" destOrd="0" parTransId="{5A2D14DF-5149-42E5-9D31-47A81919111D}" sibTransId="{B8CE2787-9B3A-4116-8D91-3C56E5B4EC9C}"/>
    <dgm:cxn modelId="{BD496EF0-E509-4229-8C68-4238800E489C}" type="presOf" srcId="{8415C705-A545-459D-8257-4D97CC84B370}" destId="{96CD7668-2037-4173-8FA7-8C45B353B421}" srcOrd="0" destOrd="0" presId="urn:microsoft.com/office/officeart/2005/8/layout/vList2"/>
    <dgm:cxn modelId="{4D8B18FC-C4F4-41F1-9273-877FDFA02F24}" type="presOf" srcId="{353C1F51-A1A2-4774-890E-D0F4560DCB31}" destId="{517DD9A0-885C-49D8-80EB-E62063FC5220}" srcOrd="0" destOrd="0" presId="urn:microsoft.com/office/officeart/2005/8/layout/vList2"/>
    <dgm:cxn modelId="{08B4CBE4-34B2-4F82-B89E-9FDFCE581519}" type="presParOf" srcId="{517DD9A0-885C-49D8-80EB-E62063FC5220}" destId="{B65047BB-59B6-4BBD-A86D-8AE4BE0F0AE6}" srcOrd="0" destOrd="0" presId="urn:microsoft.com/office/officeart/2005/8/layout/vList2"/>
    <dgm:cxn modelId="{FC7712D6-C38D-4808-84C1-CAB62791D19A}" type="presParOf" srcId="{517DD9A0-885C-49D8-80EB-E62063FC5220}" destId="{5AC60CBF-4D45-4D7A-82BD-45EBF2BD461A}" srcOrd="1" destOrd="0" presId="urn:microsoft.com/office/officeart/2005/8/layout/vList2"/>
    <dgm:cxn modelId="{A42AC314-C9B9-4BB2-99F9-98316E265D18}" type="presParOf" srcId="{517DD9A0-885C-49D8-80EB-E62063FC5220}" destId="{E66D4F0B-CE02-4EC2-A1B8-8C3F5FCFF2A1}" srcOrd="2" destOrd="0" presId="urn:microsoft.com/office/officeart/2005/8/layout/vList2"/>
    <dgm:cxn modelId="{3CC6B7A5-CDA0-4254-AED8-23A2646CD11A}" type="presParOf" srcId="{517DD9A0-885C-49D8-80EB-E62063FC5220}" destId="{4B8E1E90-4F0C-4B66-BCE8-04E3F5D98CE8}" srcOrd="3" destOrd="0" presId="urn:microsoft.com/office/officeart/2005/8/layout/vList2"/>
    <dgm:cxn modelId="{F1276024-764D-4AED-9ACA-A2D13DD7D8CE}" type="presParOf" srcId="{517DD9A0-885C-49D8-80EB-E62063FC5220}" destId="{3AFB5C9A-72B7-4645-BA7D-66D94AECF8E3}" srcOrd="4" destOrd="0" presId="urn:microsoft.com/office/officeart/2005/8/layout/vList2"/>
    <dgm:cxn modelId="{613EFB6D-6264-459C-803E-E6D89E3215DB}" type="presParOf" srcId="{517DD9A0-885C-49D8-80EB-E62063FC5220}" destId="{8C37EFFD-B7CF-4FC1-828D-A66DCB9F7CD4}" srcOrd="5" destOrd="0" presId="urn:microsoft.com/office/officeart/2005/8/layout/vList2"/>
    <dgm:cxn modelId="{86E037F3-C26E-4F20-A770-B481536ED83D}" type="presParOf" srcId="{517DD9A0-885C-49D8-80EB-E62063FC5220}" destId="{8EC11019-DAAC-4C91-B495-8EA696D91ECE}" srcOrd="6" destOrd="0" presId="urn:microsoft.com/office/officeart/2005/8/layout/vList2"/>
    <dgm:cxn modelId="{A972FDDF-37A2-468C-84F7-7015C934A1A9}" type="presParOf" srcId="{517DD9A0-885C-49D8-80EB-E62063FC5220}" destId="{D9C5A9DD-4CB6-436E-AFFE-1E3675BA6409}" srcOrd="7" destOrd="0" presId="urn:microsoft.com/office/officeart/2005/8/layout/vList2"/>
    <dgm:cxn modelId="{D3269518-2A28-40C3-BBC1-9ACA5F09FD4B}" type="presParOf" srcId="{517DD9A0-885C-49D8-80EB-E62063FC5220}" destId="{DF4BBA22-E405-4910-8617-EFE0881E5FC3}" srcOrd="8" destOrd="0" presId="urn:microsoft.com/office/officeart/2005/8/layout/vList2"/>
    <dgm:cxn modelId="{575154A3-EA40-434A-83B6-8DF789CA530B}" type="presParOf" srcId="{517DD9A0-885C-49D8-80EB-E62063FC5220}" destId="{DDA397B9-D344-42DC-A874-9BCECCF25F2C}" srcOrd="9" destOrd="0" presId="urn:microsoft.com/office/officeart/2005/8/layout/vList2"/>
    <dgm:cxn modelId="{57DBB806-7118-48C0-B158-18E5BA52D6A4}" type="presParOf" srcId="{517DD9A0-885C-49D8-80EB-E62063FC5220}" destId="{7E3A3750-375B-4A1F-8D3C-6427B2D1E6F3}" srcOrd="10" destOrd="0" presId="urn:microsoft.com/office/officeart/2005/8/layout/vList2"/>
    <dgm:cxn modelId="{AA2B1AC3-6B9F-492E-9FE5-A5438B13F87D}" type="presParOf" srcId="{517DD9A0-885C-49D8-80EB-E62063FC5220}" destId="{0AC3B579-E016-495F-B420-FE04E8FF413F}" srcOrd="11" destOrd="0" presId="urn:microsoft.com/office/officeart/2005/8/layout/vList2"/>
    <dgm:cxn modelId="{28B11D93-5780-4CCA-802B-4C3E94111ECC}" type="presParOf" srcId="{517DD9A0-885C-49D8-80EB-E62063FC5220}" destId="{96CD7668-2037-4173-8FA7-8C45B353B421}" srcOrd="12" destOrd="0" presId="urn:microsoft.com/office/officeart/2005/8/layout/vList2"/>
    <dgm:cxn modelId="{64FFECC1-8338-4126-8BAD-8D4FF81A1A33}" type="presParOf" srcId="{517DD9A0-885C-49D8-80EB-E62063FC5220}" destId="{2468B28B-EC06-4D56-A9EE-24E584DC913A}" srcOrd="13" destOrd="0" presId="urn:microsoft.com/office/officeart/2005/8/layout/vList2"/>
    <dgm:cxn modelId="{30AE1958-8B4B-4FC4-97D6-CA2171D4561F}" type="presParOf" srcId="{517DD9A0-885C-49D8-80EB-E62063FC5220}" destId="{14FA4C66-EC2E-4642-AE7E-6B37C32A342C}"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CBF2D86-EDE9-4F83-AFD7-1142864C2877}"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4B886BC5-1A8D-4883-94CC-69E718BB5EE3}">
      <dgm:prSet custT="1"/>
      <dgm:spPr/>
      <dgm:t>
        <a:bodyPr/>
        <a:lstStyle/>
        <a:p>
          <a:pPr marL="0" lvl="0" indent="0" algn="ctr" defTabSz="1244600">
            <a:lnSpc>
              <a:spcPct val="90000"/>
            </a:lnSpc>
            <a:spcBef>
              <a:spcPct val="0"/>
            </a:spcBef>
            <a:spcAft>
              <a:spcPct val="35000"/>
            </a:spcAft>
            <a:buNone/>
          </a:pPr>
          <a:r>
            <a:rPr lang="fa-IR" sz="2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طراحی مفهومی </a:t>
          </a:r>
          <a:endParaRPr lang="en-US" sz="2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6B29A297-501C-4621-B072-F78A30EAC749}" type="parTrans" cxnId="{E85CFEEB-B507-4DCF-BE68-69EA4537D968}">
      <dgm:prSet/>
      <dgm:spPr/>
      <dgm:t>
        <a:bodyPr/>
        <a:lstStyle/>
        <a:p>
          <a:endParaRPr lang="en-US"/>
        </a:p>
      </dgm:t>
    </dgm:pt>
    <dgm:pt modelId="{03138CB4-DB1F-472A-B7F0-4B2929F2818F}" type="sibTrans" cxnId="{E85CFEEB-B507-4DCF-BE68-69EA4537D968}">
      <dgm:prSet/>
      <dgm:spPr/>
      <dgm:t>
        <a:bodyPr/>
        <a:lstStyle/>
        <a:p>
          <a:endParaRPr lang="en-US"/>
        </a:p>
      </dgm:t>
    </dgm:pt>
    <dgm:pt modelId="{19CE8B89-AEC4-4E13-8CDA-0C52EB7768BD}">
      <dgm:prSet custT="1"/>
      <dgm:spPr/>
      <dgm:t>
        <a:bodyPr/>
        <a:lstStyle/>
        <a:p>
          <a:pPr marL="0" lvl="0" indent="0" algn="ctr" defTabSz="1244600">
            <a:lnSpc>
              <a:spcPct val="90000"/>
            </a:lnSpc>
            <a:spcBef>
              <a:spcPct val="0"/>
            </a:spcBef>
            <a:spcAft>
              <a:spcPct val="35000"/>
            </a:spcAft>
            <a:buNone/>
          </a:pPr>
          <a:r>
            <a:rPr lang="fa-IR" sz="2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طراحی اولیه </a:t>
          </a:r>
          <a:endParaRPr lang="en-US" sz="2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13BC30AC-84AB-46C9-90CA-E4120AB3927A}" type="parTrans" cxnId="{1C0560D5-2A29-43D1-86F6-656C807CB657}">
      <dgm:prSet/>
      <dgm:spPr/>
      <dgm:t>
        <a:bodyPr/>
        <a:lstStyle/>
        <a:p>
          <a:endParaRPr lang="en-US"/>
        </a:p>
      </dgm:t>
    </dgm:pt>
    <dgm:pt modelId="{A3E5325F-587C-4F0B-909E-E11A5E373E97}" type="sibTrans" cxnId="{1C0560D5-2A29-43D1-86F6-656C807CB657}">
      <dgm:prSet/>
      <dgm:spPr/>
      <dgm:t>
        <a:bodyPr/>
        <a:lstStyle/>
        <a:p>
          <a:endParaRPr lang="en-US"/>
        </a:p>
      </dgm:t>
    </dgm:pt>
    <dgm:pt modelId="{1C378BF0-4910-4C2A-98B4-772126967BC5}">
      <dgm:prSet custT="1"/>
      <dgm:spPr/>
      <dgm:t>
        <a:bodyPr/>
        <a:lstStyle/>
        <a:p>
          <a:r>
            <a:rPr lang="fa-IR" sz="28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طراحی تفصیلی </a:t>
          </a:r>
          <a:endParaRPr lang="en-US" sz="28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64D127EF-8443-4AF5-A1A5-C25899CACBA5}" type="parTrans" cxnId="{B0154232-C203-4684-BADF-650CC3213F59}">
      <dgm:prSet/>
      <dgm:spPr/>
      <dgm:t>
        <a:bodyPr/>
        <a:lstStyle/>
        <a:p>
          <a:endParaRPr lang="en-US"/>
        </a:p>
      </dgm:t>
    </dgm:pt>
    <dgm:pt modelId="{87AFA2CC-E93C-432D-8B35-C8CC6DFF3BB0}" type="sibTrans" cxnId="{B0154232-C203-4684-BADF-650CC3213F59}">
      <dgm:prSet/>
      <dgm:spPr/>
      <dgm:t>
        <a:bodyPr/>
        <a:lstStyle/>
        <a:p>
          <a:endParaRPr lang="en-US"/>
        </a:p>
      </dgm:t>
    </dgm:pt>
    <dgm:pt modelId="{C194FEB3-86FB-4FA3-9BAB-6932F7BE92E0}" type="pres">
      <dgm:prSet presAssocID="{ECBF2D86-EDE9-4F83-AFD7-1142864C2877}" presName="diagram" presStyleCnt="0">
        <dgm:presLayoutVars>
          <dgm:chPref val="1"/>
          <dgm:dir/>
          <dgm:animOne val="branch"/>
          <dgm:animLvl val="lvl"/>
          <dgm:resizeHandles/>
        </dgm:presLayoutVars>
      </dgm:prSet>
      <dgm:spPr/>
    </dgm:pt>
    <dgm:pt modelId="{CAF4689A-D4B9-426D-98A4-D98F991EB0C6}" type="pres">
      <dgm:prSet presAssocID="{4B886BC5-1A8D-4883-94CC-69E718BB5EE3}" presName="root" presStyleCnt="0"/>
      <dgm:spPr/>
    </dgm:pt>
    <dgm:pt modelId="{FF1D85B1-B238-40D7-B66A-77801864AF8A}" type="pres">
      <dgm:prSet presAssocID="{4B886BC5-1A8D-4883-94CC-69E718BB5EE3}" presName="rootComposite" presStyleCnt="0"/>
      <dgm:spPr/>
    </dgm:pt>
    <dgm:pt modelId="{AE9A748F-D3A5-48F4-A7A2-91BE17F23883}" type="pres">
      <dgm:prSet presAssocID="{4B886BC5-1A8D-4883-94CC-69E718BB5EE3}" presName="rootText" presStyleLbl="node1" presStyleIdx="0" presStyleCnt="3"/>
      <dgm:spPr/>
    </dgm:pt>
    <dgm:pt modelId="{9B9754C3-62FC-467F-A2C8-43CB6558769E}" type="pres">
      <dgm:prSet presAssocID="{4B886BC5-1A8D-4883-94CC-69E718BB5EE3}" presName="rootConnector" presStyleLbl="node1" presStyleIdx="0" presStyleCnt="3"/>
      <dgm:spPr/>
    </dgm:pt>
    <dgm:pt modelId="{522CBCF9-7D16-4849-AE74-6582869E9A1A}" type="pres">
      <dgm:prSet presAssocID="{4B886BC5-1A8D-4883-94CC-69E718BB5EE3}" presName="childShape" presStyleCnt="0"/>
      <dgm:spPr/>
    </dgm:pt>
    <dgm:pt modelId="{573FC01E-100E-45EE-A496-1F894481C365}" type="pres">
      <dgm:prSet presAssocID="{19CE8B89-AEC4-4E13-8CDA-0C52EB7768BD}" presName="root" presStyleCnt="0"/>
      <dgm:spPr/>
    </dgm:pt>
    <dgm:pt modelId="{8623A0B5-6630-4BF0-909F-0D0DD1A784DB}" type="pres">
      <dgm:prSet presAssocID="{19CE8B89-AEC4-4E13-8CDA-0C52EB7768BD}" presName="rootComposite" presStyleCnt="0"/>
      <dgm:spPr/>
    </dgm:pt>
    <dgm:pt modelId="{3F4E36C5-E67C-4E08-97EE-80EDF83E63EA}" type="pres">
      <dgm:prSet presAssocID="{19CE8B89-AEC4-4E13-8CDA-0C52EB7768BD}" presName="rootText" presStyleLbl="node1" presStyleIdx="1" presStyleCnt="3"/>
      <dgm:spPr/>
    </dgm:pt>
    <dgm:pt modelId="{673C34BE-146E-47D5-BFCB-C7C3B76FD57C}" type="pres">
      <dgm:prSet presAssocID="{19CE8B89-AEC4-4E13-8CDA-0C52EB7768BD}" presName="rootConnector" presStyleLbl="node1" presStyleIdx="1" presStyleCnt="3"/>
      <dgm:spPr/>
    </dgm:pt>
    <dgm:pt modelId="{19C2117A-7FBA-4C9B-A7B8-78F2EC08DEBF}" type="pres">
      <dgm:prSet presAssocID="{19CE8B89-AEC4-4E13-8CDA-0C52EB7768BD}" presName="childShape" presStyleCnt="0"/>
      <dgm:spPr/>
    </dgm:pt>
    <dgm:pt modelId="{A0AA5A73-11D3-47A2-B37F-F05C288EA2A0}" type="pres">
      <dgm:prSet presAssocID="{1C378BF0-4910-4C2A-98B4-772126967BC5}" presName="root" presStyleCnt="0"/>
      <dgm:spPr/>
    </dgm:pt>
    <dgm:pt modelId="{35BDA4EA-D88A-470D-8830-F2583BBE1317}" type="pres">
      <dgm:prSet presAssocID="{1C378BF0-4910-4C2A-98B4-772126967BC5}" presName="rootComposite" presStyleCnt="0"/>
      <dgm:spPr/>
    </dgm:pt>
    <dgm:pt modelId="{644386BA-415A-40E8-958A-E56931C9BBF2}" type="pres">
      <dgm:prSet presAssocID="{1C378BF0-4910-4C2A-98B4-772126967BC5}" presName="rootText" presStyleLbl="node1" presStyleIdx="2" presStyleCnt="3"/>
      <dgm:spPr/>
    </dgm:pt>
    <dgm:pt modelId="{FB38ED64-3018-4ADE-9235-3B744391B358}" type="pres">
      <dgm:prSet presAssocID="{1C378BF0-4910-4C2A-98B4-772126967BC5}" presName="rootConnector" presStyleLbl="node1" presStyleIdx="2" presStyleCnt="3"/>
      <dgm:spPr/>
    </dgm:pt>
    <dgm:pt modelId="{88A085E9-61DF-48EF-9E12-F9B7AE87F499}" type="pres">
      <dgm:prSet presAssocID="{1C378BF0-4910-4C2A-98B4-772126967BC5}" presName="childShape" presStyleCnt="0"/>
      <dgm:spPr/>
    </dgm:pt>
  </dgm:ptLst>
  <dgm:cxnLst>
    <dgm:cxn modelId="{B0154232-C203-4684-BADF-650CC3213F59}" srcId="{ECBF2D86-EDE9-4F83-AFD7-1142864C2877}" destId="{1C378BF0-4910-4C2A-98B4-772126967BC5}" srcOrd="2" destOrd="0" parTransId="{64D127EF-8443-4AF5-A1A5-C25899CACBA5}" sibTransId="{87AFA2CC-E93C-432D-8B35-C8CC6DFF3BB0}"/>
    <dgm:cxn modelId="{A3D6E94A-9C00-43B9-88BF-43E111F39A66}" type="presOf" srcId="{1C378BF0-4910-4C2A-98B4-772126967BC5}" destId="{644386BA-415A-40E8-958A-E56931C9BBF2}" srcOrd="0" destOrd="0" presId="urn:microsoft.com/office/officeart/2005/8/layout/hierarchy3"/>
    <dgm:cxn modelId="{02711253-C38C-44DC-82C8-DDFB8ED3D1DA}" type="presOf" srcId="{4B886BC5-1A8D-4883-94CC-69E718BB5EE3}" destId="{AE9A748F-D3A5-48F4-A7A2-91BE17F23883}" srcOrd="0" destOrd="0" presId="urn:microsoft.com/office/officeart/2005/8/layout/hierarchy3"/>
    <dgm:cxn modelId="{D707DE91-3C32-4D55-A38F-19F694294287}" type="presOf" srcId="{19CE8B89-AEC4-4E13-8CDA-0C52EB7768BD}" destId="{3F4E36C5-E67C-4E08-97EE-80EDF83E63EA}" srcOrd="0" destOrd="0" presId="urn:microsoft.com/office/officeart/2005/8/layout/hierarchy3"/>
    <dgm:cxn modelId="{7CDA6C9A-B343-40B9-99B8-20498F401416}" type="presOf" srcId="{4B886BC5-1A8D-4883-94CC-69E718BB5EE3}" destId="{9B9754C3-62FC-467F-A2C8-43CB6558769E}" srcOrd="1" destOrd="0" presId="urn:microsoft.com/office/officeart/2005/8/layout/hierarchy3"/>
    <dgm:cxn modelId="{C6C08EB4-D968-4711-AEB6-4618BE3F371A}" type="presOf" srcId="{1C378BF0-4910-4C2A-98B4-772126967BC5}" destId="{FB38ED64-3018-4ADE-9235-3B744391B358}" srcOrd="1" destOrd="0" presId="urn:microsoft.com/office/officeart/2005/8/layout/hierarchy3"/>
    <dgm:cxn modelId="{706F1FCE-0B99-4F28-9DE3-4768C7CE792B}" type="presOf" srcId="{ECBF2D86-EDE9-4F83-AFD7-1142864C2877}" destId="{C194FEB3-86FB-4FA3-9BAB-6932F7BE92E0}" srcOrd="0" destOrd="0" presId="urn:microsoft.com/office/officeart/2005/8/layout/hierarchy3"/>
    <dgm:cxn modelId="{1C0560D5-2A29-43D1-86F6-656C807CB657}" srcId="{ECBF2D86-EDE9-4F83-AFD7-1142864C2877}" destId="{19CE8B89-AEC4-4E13-8CDA-0C52EB7768BD}" srcOrd="1" destOrd="0" parTransId="{13BC30AC-84AB-46C9-90CA-E4120AB3927A}" sibTransId="{A3E5325F-587C-4F0B-909E-E11A5E373E97}"/>
    <dgm:cxn modelId="{DFD0C4EB-C61A-485F-8823-4720366ED913}" type="presOf" srcId="{19CE8B89-AEC4-4E13-8CDA-0C52EB7768BD}" destId="{673C34BE-146E-47D5-BFCB-C7C3B76FD57C}" srcOrd="1" destOrd="0" presId="urn:microsoft.com/office/officeart/2005/8/layout/hierarchy3"/>
    <dgm:cxn modelId="{E85CFEEB-B507-4DCF-BE68-69EA4537D968}" srcId="{ECBF2D86-EDE9-4F83-AFD7-1142864C2877}" destId="{4B886BC5-1A8D-4883-94CC-69E718BB5EE3}" srcOrd="0" destOrd="0" parTransId="{6B29A297-501C-4621-B072-F78A30EAC749}" sibTransId="{03138CB4-DB1F-472A-B7F0-4B2929F2818F}"/>
    <dgm:cxn modelId="{D168CCFD-D431-451D-A60D-4C3B56D05550}" type="presParOf" srcId="{C194FEB3-86FB-4FA3-9BAB-6932F7BE92E0}" destId="{CAF4689A-D4B9-426D-98A4-D98F991EB0C6}" srcOrd="0" destOrd="0" presId="urn:microsoft.com/office/officeart/2005/8/layout/hierarchy3"/>
    <dgm:cxn modelId="{6632F749-C432-455B-858F-24AF8D84FC60}" type="presParOf" srcId="{CAF4689A-D4B9-426D-98A4-D98F991EB0C6}" destId="{FF1D85B1-B238-40D7-B66A-77801864AF8A}" srcOrd="0" destOrd="0" presId="urn:microsoft.com/office/officeart/2005/8/layout/hierarchy3"/>
    <dgm:cxn modelId="{AB4F315C-6524-460D-832E-B0D196DB3329}" type="presParOf" srcId="{FF1D85B1-B238-40D7-B66A-77801864AF8A}" destId="{AE9A748F-D3A5-48F4-A7A2-91BE17F23883}" srcOrd="0" destOrd="0" presId="urn:microsoft.com/office/officeart/2005/8/layout/hierarchy3"/>
    <dgm:cxn modelId="{0B30C794-B3A3-440B-8450-9ABFD2233EB0}" type="presParOf" srcId="{FF1D85B1-B238-40D7-B66A-77801864AF8A}" destId="{9B9754C3-62FC-467F-A2C8-43CB6558769E}" srcOrd="1" destOrd="0" presId="urn:microsoft.com/office/officeart/2005/8/layout/hierarchy3"/>
    <dgm:cxn modelId="{9B00C420-2012-4A06-8A16-86C6EC353B43}" type="presParOf" srcId="{CAF4689A-D4B9-426D-98A4-D98F991EB0C6}" destId="{522CBCF9-7D16-4849-AE74-6582869E9A1A}" srcOrd="1" destOrd="0" presId="urn:microsoft.com/office/officeart/2005/8/layout/hierarchy3"/>
    <dgm:cxn modelId="{3E94022E-D4AB-4C80-88D8-A802E5CF0464}" type="presParOf" srcId="{C194FEB3-86FB-4FA3-9BAB-6932F7BE92E0}" destId="{573FC01E-100E-45EE-A496-1F894481C365}" srcOrd="1" destOrd="0" presId="urn:microsoft.com/office/officeart/2005/8/layout/hierarchy3"/>
    <dgm:cxn modelId="{82CF638D-6F43-4A95-AEC5-D2AFD547C428}" type="presParOf" srcId="{573FC01E-100E-45EE-A496-1F894481C365}" destId="{8623A0B5-6630-4BF0-909F-0D0DD1A784DB}" srcOrd="0" destOrd="0" presId="urn:microsoft.com/office/officeart/2005/8/layout/hierarchy3"/>
    <dgm:cxn modelId="{CEED7C9F-26F6-433D-9B82-65735C6C3C75}" type="presParOf" srcId="{8623A0B5-6630-4BF0-909F-0D0DD1A784DB}" destId="{3F4E36C5-E67C-4E08-97EE-80EDF83E63EA}" srcOrd="0" destOrd="0" presId="urn:microsoft.com/office/officeart/2005/8/layout/hierarchy3"/>
    <dgm:cxn modelId="{7F6DCEE3-5F40-4FD9-9C17-DDFBD7527BBE}" type="presParOf" srcId="{8623A0B5-6630-4BF0-909F-0D0DD1A784DB}" destId="{673C34BE-146E-47D5-BFCB-C7C3B76FD57C}" srcOrd="1" destOrd="0" presId="urn:microsoft.com/office/officeart/2005/8/layout/hierarchy3"/>
    <dgm:cxn modelId="{0744F373-0A1E-4C62-8CBB-5A06582355D9}" type="presParOf" srcId="{573FC01E-100E-45EE-A496-1F894481C365}" destId="{19C2117A-7FBA-4C9B-A7B8-78F2EC08DEBF}" srcOrd="1" destOrd="0" presId="urn:microsoft.com/office/officeart/2005/8/layout/hierarchy3"/>
    <dgm:cxn modelId="{0E4E5208-B30C-4FA6-BD6F-A50D5AE8AE2C}" type="presParOf" srcId="{C194FEB3-86FB-4FA3-9BAB-6932F7BE92E0}" destId="{A0AA5A73-11D3-47A2-B37F-F05C288EA2A0}" srcOrd="2" destOrd="0" presId="urn:microsoft.com/office/officeart/2005/8/layout/hierarchy3"/>
    <dgm:cxn modelId="{1C858D98-48E2-453E-9926-65A77C9D5E17}" type="presParOf" srcId="{A0AA5A73-11D3-47A2-B37F-F05C288EA2A0}" destId="{35BDA4EA-D88A-470D-8830-F2583BBE1317}" srcOrd="0" destOrd="0" presId="urn:microsoft.com/office/officeart/2005/8/layout/hierarchy3"/>
    <dgm:cxn modelId="{ACAAA247-06BB-425A-A49E-254948D8FCB0}" type="presParOf" srcId="{35BDA4EA-D88A-470D-8830-F2583BBE1317}" destId="{644386BA-415A-40E8-958A-E56931C9BBF2}" srcOrd="0" destOrd="0" presId="urn:microsoft.com/office/officeart/2005/8/layout/hierarchy3"/>
    <dgm:cxn modelId="{EC7A687B-BA0B-43B2-9E9E-BDF9ACD0FEEA}" type="presParOf" srcId="{35BDA4EA-D88A-470D-8830-F2583BBE1317}" destId="{FB38ED64-3018-4ADE-9235-3B744391B358}" srcOrd="1" destOrd="0" presId="urn:microsoft.com/office/officeart/2005/8/layout/hierarchy3"/>
    <dgm:cxn modelId="{3425D94E-A417-40BF-B2C8-D2ADC9DC22D3}" type="presParOf" srcId="{A0AA5A73-11D3-47A2-B37F-F05C288EA2A0}" destId="{88A085E9-61DF-48EF-9E12-F9B7AE87F49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FECC955-C22C-4D72-A995-AA1A443A9C41}"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66AE42B0-7AD1-4146-9006-43103F2ECF9B}">
      <dgm:prSet custT="1"/>
      <dgm:spPr/>
      <dgm:t>
        <a:bodyPr/>
        <a:lstStyle/>
        <a:p>
          <a:pPr algn="ctr" defTabSz="457200" rtl="0" eaLnBrk="1" latinLnBrk="0" hangingPunct="1">
            <a:spcBef>
              <a:spcPct val="0"/>
            </a:spcBef>
            <a:buNone/>
          </a:pPr>
          <a:r>
            <a:rPr lang="fa-IR" sz="2400" kern="1200" cap="none" dirty="0">
              <a:ln w="3175" cmpd="sng">
                <a:noFill/>
              </a:ln>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انواع بیمه نامه:   پیمانکار ، موظف به تهیه بیمه نامه های لازم برای پوشش موارد تعهدات عمومی خود در رابطه با پیمان با کارفرما است.  </a:t>
          </a:r>
          <a:endParaRPr lang="en-US" sz="2400" kern="1200" cap="none" dirty="0">
            <a:ln w="3175" cmpd="sng">
              <a:noFill/>
            </a:ln>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DC035DF4-0B05-46DA-AAED-4A6DAE696D9E}" type="parTrans" cxnId="{CDAC3AA2-543D-4BC3-BDA3-C51FCF9986E4}">
      <dgm:prSet/>
      <dgm:spPr/>
      <dgm:t>
        <a:bodyPr/>
        <a:lstStyle/>
        <a:p>
          <a:endParaRPr lang="en-US"/>
        </a:p>
      </dgm:t>
    </dgm:pt>
    <dgm:pt modelId="{54FA0C99-4821-4381-AD74-8791E34BCB2B}" type="sibTrans" cxnId="{CDAC3AA2-543D-4BC3-BDA3-C51FCF9986E4}">
      <dgm:prSet/>
      <dgm:spPr/>
      <dgm:t>
        <a:bodyPr/>
        <a:lstStyle/>
        <a:p>
          <a:endParaRPr lang="en-US"/>
        </a:p>
      </dgm:t>
    </dgm:pt>
    <dgm:pt modelId="{A7C46484-3558-4E51-9572-199668805DCB}">
      <dgm:prSet custT="1"/>
      <dgm:spPr/>
      <dgm:t>
        <a:bodyPr/>
        <a:lstStyle/>
        <a:p>
          <a:pPr algn="r" rtl="1"/>
          <a:r>
            <a:rPr lang="fa-IR" sz="1200" kern="1200" dirty="0"/>
            <a:t> </a:t>
          </a:r>
          <a:r>
            <a:rPr lang="fa-IR" sz="1400" kern="1200" cap="none" dirty="0">
              <a:ln w="3175" cmpd="sng">
                <a:noFill/>
              </a:ln>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1.</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بیمه حمل مصالح و تجهیزات پروژه ، از محلهای تولید یا فروش ، تا انبارهای کارگاه</a:t>
          </a:r>
          <a:r>
            <a:rPr lang="en-US"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endParaRPr lang="en-US"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9FECAB09-EE36-458C-9F3A-FEAA80D92A6C}" type="parTrans" cxnId="{F155CCA5-11F9-4D10-AE8C-14C173FD64C6}">
      <dgm:prSet/>
      <dgm:spPr/>
      <dgm:t>
        <a:bodyPr/>
        <a:lstStyle/>
        <a:p>
          <a:endParaRPr lang="en-US"/>
        </a:p>
      </dgm:t>
    </dgm:pt>
    <dgm:pt modelId="{E5C0A470-D10D-4512-AE6F-33C70B1F22FD}" type="sibTrans" cxnId="{F155CCA5-11F9-4D10-AE8C-14C173FD64C6}">
      <dgm:prSet/>
      <dgm:spPr/>
      <dgm:t>
        <a:bodyPr/>
        <a:lstStyle/>
        <a:p>
          <a:endParaRPr lang="en-US"/>
        </a:p>
      </dgm:t>
    </dgm:pt>
    <dgm:pt modelId="{3977F816-54FB-4C59-8976-9A375DBB4682}">
      <dgm:prSet custT="1"/>
      <dgm:spPr/>
      <dgm:t>
        <a:bodyPr/>
        <a:lstStyle/>
        <a:p>
          <a:pPr algn="r" rtl="1"/>
          <a:r>
            <a:rPr lang="fa-IR" sz="11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2. بیمه کردن مصالح و تجهیزات و کارها ، تنها به منظور تامین خسارتهای وارده است و  پیمانکار را به هیچ وجه از تعهدات خود مبری نمی کند.</a:t>
          </a:r>
          <a:endParaRPr lang="en-US" sz="11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3386BEA7-40D4-453E-BF16-1BF658D50545}" type="parTrans" cxnId="{8EB20FAE-C262-4411-B8E4-950F79E62778}">
      <dgm:prSet/>
      <dgm:spPr/>
      <dgm:t>
        <a:bodyPr/>
        <a:lstStyle/>
        <a:p>
          <a:endParaRPr lang="en-US"/>
        </a:p>
      </dgm:t>
    </dgm:pt>
    <dgm:pt modelId="{D234F0FA-A745-441C-8B47-8917B7177555}" type="sibTrans" cxnId="{8EB20FAE-C262-4411-B8E4-950F79E62778}">
      <dgm:prSet/>
      <dgm:spPr/>
      <dgm:t>
        <a:bodyPr/>
        <a:lstStyle/>
        <a:p>
          <a:endParaRPr lang="en-US"/>
        </a:p>
      </dgm:t>
    </dgm:pt>
    <dgm:pt modelId="{CC6331B5-C791-4189-ACFA-A32EA915E347}">
      <dgm:prSet custT="1"/>
      <dgm:spPr/>
      <dgm:t>
        <a:bodyPr/>
        <a:lstStyle/>
        <a:p>
          <a:pPr algn="r" rtl="1"/>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3. بیمه کارکنان</a:t>
          </a:r>
          <a:endParaRPr lang="en-US"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99269B1C-7180-4E40-B2DA-81C07B98C900}" type="parTrans" cxnId="{7606E44B-FBA9-4AE2-8703-8FB22CA7BF0D}">
      <dgm:prSet/>
      <dgm:spPr/>
      <dgm:t>
        <a:bodyPr/>
        <a:lstStyle/>
        <a:p>
          <a:endParaRPr lang="en-US"/>
        </a:p>
      </dgm:t>
    </dgm:pt>
    <dgm:pt modelId="{FDBE7296-6465-4238-B71F-6BC595614CC1}" type="sibTrans" cxnId="{7606E44B-FBA9-4AE2-8703-8FB22CA7BF0D}">
      <dgm:prSet/>
      <dgm:spPr/>
      <dgm:t>
        <a:bodyPr/>
        <a:lstStyle/>
        <a:p>
          <a:endParaRPr lang="en-US"/>
        </a:p>
      </dgm:t>
    </dgm:pt>
    <dgm:pt modelId="{F30F8419-CA0B-4B61-9496-204CE806EC13}" type="pres">
      <dgm:prSet presAssocID="{BFECC955-C22C-4D72-A995-AA1A443A9C41}" presName="mainComposite" presStyleCnt="0">
        <dgm:presLayoutVars>
          <dgm:chPref val="1"/>
          <dgm:dir/>
          <dgm:animOne val="branch"/>
          <dgm:animLvl val="lvl"/>
          <dgm:resizeHandles val="exact"/>
        </dgm:presLayoutVars>
      </dgm:prSet>
      <dgm:spPr/>
    </dgm:pt>
    <dgm:pt modelId="{3D13A304-EB75-4121-9128-692E7F2E8F82}" type="pres">
      <dgm:prSet presAssocID="{BFECC955-C22C-4D72-A995-AA1A443A9C41}" presName="hierFlow" presStyleCnt="0"/>
      <dgm:spPr/>
    </dgm:pt>
    <dgm:pt modelId="{805D90AA-453C-4BFC-84DE-6B3CA4C82756}" type="pres">
      <dgm:prSet presAssocID="{BFECC955-C22C-4D72-A995-AA1A443A9C41}" presName="firstBuf" presStyleCnt="0"/>
      <dgm:spPr/>
    </dgm:pt>
    <dgm:pt modelId="{59628AD3-968F-48F1-990F-5AED0089EB96}" type="pres">
      <dgm:prSet presAssocID="{BFECC955-C22C-4D72-A995-AA1A443A9C41}" presName="hierChild1" presStyleCnt="0">
        <dgm:presLayoutVars>
          <dgm:chPref val="1"/>
          <dgm:animOne val="branch"/>
          <dgm:animLvl val="lvl"/>
        </dgm:presLayoutVars>
      </dgm:prSet>
      <dgm:spPr/>
    </dgm:pt>
    <dgm:pt modelId="{4FE49F72-44DA-46A2-8665-59BEC89E21FC}" type="pres">
      <dgm:prSet presAssocID="{66AE42B0-7AD1-4146-9006-43103F2ECF9B}" presName="Name14" presStyleCnt="0"/>
      <dgm:spPr/>
    </dgm:pt>
    <dgm:pt modelId="{9C229DB4-BB34-46FA-AC7D-D8F33002C436}" type="pres">
      <dgm:prSet presAssocID="{66AE42B0-7AD1-4146-9006-43103F2ECF9B}" presName="level1Shape" presStyleLbl="node0" presStyleIdx="0" presStyleCnt="1" custLinFactNeighborX="47445" custLinFactNeighborY="-17362">
        <dgm:presLayoutVars>
          <dgm:chPref val="3"/>
        </dgm:presLayoutVars>
      </dgm:prSet>
      <dgm:spPr/>
    </dgm:pt>
    <dgm:pt modelId="{0978D7EA-17EC-458F-A109-C49254DB30B9}" type="pres">
      <dgm:prSet presAssocID="{66AE42B0-7AD1-4146-9006-43103F2ECF9B}" presName="hierChild2" presStyleCnt="0"/>
      <dgm:spPr/>
    </dgm:pt>
    <dgm:pt modelId="{14422345-83E7-4D4E-A1A5-C4693FFE5630}" type="pres">
      <dgm:prSet presAssocID="{BFECC955-C22C-4D72-A995-AA1A443A9C41}" presName="bgShapesFlow" presStyleCnt="0"/>
      <dgm:spPr/>
    </dgm:pt>
    <dgm:pt modelId="{0CD66348-6CC2-4C46-8480-A4E38DDC0BD7}" type="pres">
      <dgm:prSet presAssocID="{A7C46484-3558-4E51-9572-199668805DCB}" presName="rectComp" presStyleCnt="0"/>
      <dgm:spPr/>
    </dgm:pt>
    <dgm:pt modelId="{45D89896-883D-4680-98F3-8EA83783ABC9}" type="pres">
      <dgm:prSet presAssocID="{A7C46484-3558-4E51-9572-199668805DCB}" presName="bgRect" presStyleLbl="bgShp" presStyleIdx="0" presStyleCnt="3"/>
      <dgm:spPr/>
    </dgm:pt>
    <dgm:pt modelId="{8065C9A9-72B6-43F5-8902-DB9448D71E29}" type="pres">
      <dgm:prSet presAssocID="{A7C46484-3558-4E51-9572-199668805DCB}" presName="bgRectTx" presStyleLbl="bgShp" presStyleIdx="0" presStyleCnt="3">
        <dgm:presLayoutVars>
          <dgm:bulletEnabled val="1"/>
        </dgm:presLayoutVars>
      </dgm:prSet>
      <dgm:spPr/>
    </dgm:pt>
    <dgm:pt modelId="{76723E47-6751-486F-825B-28732C065AD8}" type="pres">
      <dgm:prSet presAssocID="{A7C46484-3558-4E51-9572-199668805DCB}" presName="spComp" presStyleCnt="0"/>
      <dgm:spPr/>
    </dgm:pt>
    <dgm:pt modelId="{4CA5CCAA-E3FC-4970-A088-45407D832E6C}" type="pres">
      <dgm:prSet presAssocID="{A7C46484-3558-4E51-9572-199668805DCB}" presName="vSp" presStyleCnt="0"/>
      <dgm:spPr/>
    </dgm:pt>
    <dgm:pt modelId="{C9E0E659-758C-41D4-906F-A239DE6942E4}" type="pres">
      <dgm:prSet presAssocID="{3977F816-54FB-4C59-8976-9A375DBB4682}" presName="rectComp" presStyleCnt="0"/>
      <dgm:spPr/>
    </dgm:pt>
    <dgm:pt modelId="{A2841E99-FCAE-4920-BE43-EE52E62C8E03}" type="pres">
      <dgm:prSet presAssocID="{3977F816-54FB-4C59-8976-9A375DBB4682}" presName="bgRect" presStyleLbl="bgShp" presStyleIdx="1" presStyleCnt="3"/>
      <dgm:spPr/>
    </dgm:pt>
    <dgm:pt modelId="{90ED15D2-C25D-4CFC-BD6E-C41CFD855944}" type="pres">
      <dgm:prSet presAssocID="{3977F816-54FB-4C59-8976-9A375DBB4682}" presName="bgRectTx" presStyleLbl="bgShp" presStyleIdx="1" presStyleCnt="3">
        <dgm:presLayoutVars>
          <dgm:bulletEnabled val="1"/>
        </dgm:presLayoutVars>
      </dgm:prSet>
      <dgm:spPr/>
    </dgm:pt>
    <dgm:pt modelId="{270282AA-8E35-4E90-BC35-FFFD1B49E323}" type="pres">
      <dgm:prSet presAssocID="{3977F816-54FB-4C59-8976-9A375DBB4682}" presName="spComp" presStyleCnt="0"/>
      <dgm:spPr/>
    </dgm:pt>
    <dgm:pt modelId="{F10F1B26-CE87-4991-86B7-F1DCEA6D9BCB}" type="pres">
      <dgm:prSet presAssocID="{3977F816-54FB-4C59-8976-9A375DBB4682}" presName="vSp" presStyleCnt="0"/>
      <dgm:spPr/>
    </dgm:pt>
    <dgm:pt modelId="{DC24B063-0BC0-42E2-982C-1DC8CA303AD7}" type="pres">
      <dgm:prSet presAssocID="{CC6331B5-C791-4189-ACFA-A32EA915E347}" presName="rectComp" presStyleCnt="0"/>
      <dgm:spPr/>
    </dgm:pt>
    <dgm:pt modelId="{92313D50-2D2B-4926-9DFE-9B019C01696A}" type="pres">
      <dgm:prSet presAssocID="{CC6331B5-C791-4189-ACFA-A32EA915E347}" presName="bgRect" presStyleLbl="bgShp" presStyleIdx="2" presStyleCnt="3"/>
      <dgm:spPr/>
    </dgm:pt>
    <dgm:pt modelId="{0776C9B4-7A27-4119-BBAB-C2F7A62F59FE}" type="pres">
      <dgm:prSet presAssocID="{CC6331B5-C791-4189-ACFA-A32EA915E347}" presName="bgRectTx" presStyleLbl="bgShp" presStyleIdx="2" presStyleCnt="3">
        <dgm:presLayoutVars>
          <dgm:bulletEnabled val="1"/>
        </dgm:presLayoutVars>
      </dgm:prSet>
      <dgm:spPr/>
    </dgm:pt>
  </dgm:ptLst>
  <dgm:cxnLst>
    <dgm:cxn modelId="{411CE93D-B218-47BB-94F7-ADF0A2FDDEC1}" type="presOf" srcId="{A7C46484-3558-4E51-9572-199668805DCB}" destId="{45D89896-883D-4680-98F3-8EA83783ABC9}" srcOrd="0" destOrd="0" presId="urn:microsoft.com/office/officeart/2005/8/layout/hierarchy6"/>
    <dgm:cxn modelId="{F3B0D346-88F3-415A-AFF7-147B4A4A9238}" type="presOf" srcId="{CC6331B5-C791-4189-ACFA-A32EA915E347}" destId="{0776C9B4-7A27-4119-BBAB-C2F7A62F59FE}" srcOrd="1" destOrd="0" presId="urn:microsoft.com/office/officeart/2005/8/layout/hierarchy6"/>
    <dgm:cxn modelId="{7606E44B-FBA9-4AE2-8703-8FB22CA7BF0D}" srcId="{BFECC955-C22C-4D72-A995-AA1A443A9C41}" destId="{CC6331B5-C791-4189-ACFA-A32EA915E347}" srcOrd="3" destOrd="0" parTransId="{99269B1C-7180-4E40-B2DA-81C07B98C900}" sibTransId="{FDBE7296-6465-4238-B71F-6BC595614CC1}"/>
    <dgm:cxn modelId="{799B6B4D-0EAB-4A7B-AA00-45813659A71A}" type="presOf" srcId="{A7C46484-3558-4E51-9572-199668805DCB}" destId="{8065C9A9-72B6-43F5-8902-DB9448D71E29}" srcOrd="1" destOrd="0" presId="urn:microsoft.com/office/officeart/2005/8/layout/hierarchy6"/>
    <dgm:cxn modelId="{A4D6937B-7F27-4F48-BCDF-3C99F28EBAF7}" type="presOf" srcId="{BFECC955-C22C-4D72-A995-AA1A443A9C41}" destId="{F30F8419-CA0B-4B61-9496-204CE806EC13}" srcOrd="0" destOrd="0" presId="urn:microsoft.com/office/officeart/2005/8/layout/hierarchy6"/>
    <dgm:cxn modelId="{CDAC3AA2-543D-4BC3-BDA3-C51FCF9986E4}" srcId="{BFECC955-C22C-4D72-A995-AA1A443A9C41}" destId="{66AE42B0-7AD1-4146-9006-43103F2ECF9B}" srcOrd="0" destOrd="0" parTransId="{DC035DF4-0B05-46DA-AAED-4A6DAE696D9E}" sibTransId="{54FA0C99-4821-4381-AD74-8791E34BCB2B}"/>
    <dgm:cxn modelId="{F155CCA5-11F9-4D10-AE8C-14C173FD64C6}" srcId="{BFECC955-C22C-4D72-A995-AA1A443A9C41}" destId="{A7C46484-3558-4E51-9572-199668805DCB}" srcOrd="1" destOrd="0" parTransId="{9FECAB09-EE36-458C-9F3A-FEAA80D92A6C}" sibTransId="{E5C0A470-D10D-4512-AE6F-33C70B1F22FD}"/>
    <dgm:cxn modelId="{137D4EAA-BD1B-4957-B32B-A58795BBF7C3}" type="presOf" srcId="{66AE42B0-7AD1-4146-9006-43103F2ECF9B}" destId="{9C229DB4-BB34-46FA-AC7D-D8F33002C436}" srcOrd="0" destOrd="0" presId="urn:microsoft.com/office/officeart/2005/8/layout/hierarchy6"/>
    <dgm:cxn modelId="{8EB20FAE-C262-4411-B8E4-950F79E62778}" srcId="{BFECC955-C22C-4D72-A995-AA1A443A9C41}" destId="{3977F816-54FB-4C59-8976-9A375DBB4682}" srcOrd="2" destOrd="0" parTransId="{3386BEA7-40D4-453E-BF16-1BF658D50545}" sibTransId="{D234F0FA-A745-441C-8B47-8917B7177555}"/>
    <dgm:cxn modelId="{AC1B79AF-EC07-489C-AF5B-D9526E239E7B}" type="presOf" srcId="{3977F816-54FB-4C59-8976-9A375DBB4682}" destId="{A2841E99-FCAE-4920-BE43-EE52E62C8E03}" srcOrd="0" destOrd="0" presId="urn:microsoft.com/office/officeart/2005/8/layout/hierarchy6"/>
    <dgm:cxn modelId="{D6315CD2-3A48-4295-ADBA-529BBF1D7E19}" type="presOf" srcId="{CC6331B5-C791-4189-ACFA-A32EA915E347}" destId="{92313D50-2D2B-4926-9DFE-9B019C01696A}" srcOrd="0" destOrd="0" presId="urn:microsoft.com/office/officeart/2005/8/layout/hierarchy6"/>
    <dgm:cxn modelId="{EE24E9F2-F9AE-42D5-9230-B50A3BFD1803}" type="presOf" srcId="{3977F816-54FB-4C59-8976-9A375DBB4682}" destId="{90ED15D2-C25D-4CFC-BD6E-C41CFD855944}" srcOrd="1" destOrd="0" presId="urn:microsoft.com/office/officeart/2005/8/layout/hierarchy6"/>
    <dgm:cxn modelId="{27F1C30D-7F14-47A8-8840-6E573E6E4CD3}" type="presParOf" srcId="{F30F8419-CA0B-4B61-9496-204CE806EC13}" destId="{3D13A304-EB75-4121-9128-692E7F2E8F82}" srcOrd="0" destOrd="0" presId="urn:microsoft.com/office/officeart/2005/8/layout/hierarchy6"/>
    <dgm:cxn modelId="{32F810CA-C9C6-4A5A-9EF2-104AC1DFB7D8}" type="presParOf" srcId="{3D13A304-EB75-4121-9128-692E7F2E8F82}" destId="{805D90AA-453C-4BFC-84DE-6B3CA4C82756}" srcOrd="0" destOrd="0" presId="urn:microsoft.com/office/officeart/2005/8/layout/hierarchy6"/>
    <dgm:cxn modelId="{9B162C35-CDE0-4A81-8E5A-557F310E1522}" type="presParOf" srcId="{3D13A304-EB75-4121-9128-692E7F2E8F82}" destId="{59628AD3-968F-48F1-990F-5AED0089EB96}" srcOrd="1" destOrd="0" presId="urn:microsoft.com/office/officeart/2005/8/layout/hierarchy6"/>
    <dgm:cxn modelId="{927A80BA-D37D-4AA7-9250-91F810E5CC99}" type="presParOf" srcId="{59628AD3-968F-48F1-990F-5AED0089EB96}" destId="{4FE49F72-44DA-46A2-8665-59BEC89E21FC}" srcOrd="0" destOrd="0" presId="urn:microsoft.com/office/officeart/2005/8/layout/hierarchy6"/>
    <dgm:cxn modelId="{0200E6D1-2066-4C8B-A202-643D72E2E768}" type="presParOf" srcId="{4FE49F72-44DA-46A2-8665-59BEC89E21FC}" destId="{9C229DB4-BB34-46FA-AC7D-D8F33002C436}" srcOrd="0" destOrd="0" presId="urn:microsoft.com/office/officeart/2005/8/layout/hierarchy6"/>
    <dgm:cxn modelId="{3470CE8D-EBAE-42C9-9744-80979701FE72}" type="presParOf" srcId="{4FE49F72-44DA-46A2-8665-59BEC89E21FC}" destId="{0978D7EA-17EC-458F-A109-C49254DB30B9}" srcOrd="1" destOrd="0" presId="urn:microsoft.com/office/officeart/2005/8/layout/hierarchy6"/>
    <dgm:cxn modelId="{0645C204-4F33-4896-8579-16EF6C1BAF01}" type="presParOf" srcId="{F30F8419-CA0B-4B61-9496-204CE806EC13}" destId="{14422345-83E7-4D4E-A1A5-C4693FFE5630}" srcOrd="1" destOrd="0" presId="urn:microsoft.com/office/officeart/2005/8/layout/hierarchy6"/>
    <dgm:cxn modelId="{D5DC52CF-8921-4A1D-9534-C95B3A70A028}" type="presParOf" srcId="{14422345-83E7-4D4E-A1A5-C4693FFE5630}" destId="{0CD66348-6CC2-4C46-8480-A4E38DDC0BD7}" srcOrd="0" destOrd="0" presId="urn:microsoft.com/office/officeart/2005/8/layout/hierarchy6"/>
    <dgm:cxn modelId="{0713F860-3E16-43BA-B8C2-0F2FFD4FCBF0}" type="presParOf" srcId="{0CD66348-6CC2-4C46-8480-A4E38DDC0BD7}" destId="{45D89896-883D-4680-98F3-8EA83783ABC9}" srcOrd="0" destOrd="0" presId="urn:microsoft.com/office/officeart/2005/8/layout/hierarchy6"/>
    <dgm:cxn modelId="{1783503B-E9BE-4C56-BD30-730580DD09C1}" type="presParOf" srcId="{0CD66348-6CC2-4C46-8480-A4E38DDC0BD7}" destId="{8065C9A9-72B6-43F5-8902-DB9448D71E29}" srcOrd="1" destOrd="0" presId="urn:microsoft.com/office/officeart/2005/8/layout/hierarchy6"/>
    <dgm:cxn modelId="{1ACA9185-B980-4AE1-906A-1C6423428ECF}" type="presParOf" srcId="{14422345-83E7-4D4E-A1A5-C4693FFE5630}" destId="{76723E47-6751-486F-825B-28732C065AD8}" srcOrd="1" destOrd="0" presId="urn:microsoft.com/office/officeart/2005/8/layout/hierarchy6"/>
    <dgm:cxn modelId="{B66E7167-18E2-430C-AA60-450A44A9530C}" type="presParOf" srcId="{76723E47-6751-486F-825B-28732C065AD8}" destId="{4CA5CCAA-E3FC-4970-A088-45407D832E6C}" srcOrd="0" destOrd="0" presId="urn:microsoft.com/office/officeart/2005/8/layout/hierarchy6"/>
    <dgm:cxn modelId="{DF4771DB-8B41-41B3-A128-2C988154B80D}" type="presParOf" srcId="{14422345-83E7-4D4E-A1A5-C4693FFE5630}" destId="{C9E0E659-758C-41D4-906F-A239DE6942E4}" srcOrd="2" destOrd="0" presId="urn:microsoft.com/office/officeart/2005/8/layout/hierarchy6"/>
    <dgm:cxn modelId="{DECF287E-8184-456A-AA9D-F78390223281}" type="presParOf" srcId="{C9E0E659-758C-41D4-906F-A239DE6942E4}" destId="{A2841E99-FCAE-4920-BE43-EE52E62C8E03}" srcOrd="0" destOrd="0" presId="urn:microsoft.com/office/officeart/2005/8/layout/hierarchy6"/>
    <dgm:cxn modelId="{1E0424EC-A2CB-45BB-8DA7-751CD1A6B814}" type="presParOf" srcId="{C9E0E659-758C-41D4-906F-A239DE6942E4}" destId="{90ED15D2-C25D-4CFC-BD6E-C41CFD855944}" srcOrd="1" destOrd="0" presId="urn:microsoft.com/office/officeart/2005/8/layout/hierarchy6"/>
    <dgm:cxn modelId="{1FF78B45-9194-49C7-85D4-A31E6D9353FA}" type="presParOf" srcId="{14422345-83E7-4D4E-A1A5-C4693FFE5630}" destId="{270282AA-8E35-4E90-BC35-FFFD1B49E323}" srcOrd="3" destOrd="0" presId="urn:microsoft.com/office/officeart/2005/8/layout/hierarchy6"/>
    <dgm:cxn modelId="{79C9A34F-E791-41CE-96DA-FDB49D915E0A}" type="presParOf" srcId="{270282AA-8E35-4E90-BC35-FFFD1B49E323}" destId="{F10F1B26-CE87-4991-86B7-F1DCEA6D9BCB}" srcOrd="0" destOrd="0" presId="urn:microsoft.com/office/officeart/2005/8/layout/hierarchy6"/>
    <dgm:cxn modelId="{87092C4E-62E4-416A-BBB3-2143C171E26B}" type="presParOf" srcId="{14422345-83E7-4D4E-A1A5-C4693FFE5630}" destId="{DC24B063-0BC0-42E2-982C-1DC8CA303AD7}" srcOrd="4" destOrd="0" presId="urn:microsoft.com/office/officeart/2005/8/layout/hierarchy6"/>
    <dgm:cxn modelId="{3CD3E895-234E-4B8B-81F0-BFAE7B6F0EAF}" type="presParOf" srcId="{DC24B063-0BC0-42E2-982C-1DC8CA303AD7}" destId="{92313D50-2D2B-4926-9DFE-9B019C01696A}" srcOrd="0" destOrd="0" presId="urn:microsoft.com/office/officeart/2005/8/layout/hierarchy6"/>
    <dgm:cxn modelId="{DB0EBD2F-4314-4614-B963-5E6BE18C75F2}" type="presParOf" srcId="{DC24B063-0BC0-42E2-982C-1DC8CA303AD7}" destId="{0776C9B4-7A27-4119-BBAB-C2F7A62F59FE}"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E7E421D-C9BD-4B83-9E48-1E62694785E5}"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AB6B0080-4E02-4171-8056-D74FFB8E6FFD}">
      <dgm:prSet custT="1"/>
      <dgm:spPr/>
      <dgm:t>
        <a:bodyPr/>
        <a:lstStyle/>
        <a:p>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قصور در انجام دادن به موقع کارهای فنی و مهندسی</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A2432091-D986-4205-BA28-96197672F6E6}" type="parTrans" cxnId="{8F479E94-1563-44EF-A9B4-A781ACAACF0C}">
      <dgm:prSet/>
      <dgm:spPr/>
      <dgm:t>
        <a:bodyPr/>
        <a:lstStyle/>
        <a:p>
          <a:endParaRPr lang="en-US"/>
        </a:p>
      </dgm:t>
    </dgm:pt>
    <dgm:pt modelId="{31E2CAE7-587B-4DA5-A358-C82AF2F8AD5A}" type="sibTrans" cxnId="{8F479E94-1563-44EF-A9B4-A781ACAACF0C}">
      <dgm:prSet/>
      <dgm:spPr/>
      <dgm:t>
        <a:bodyPr/>
        <a:lstStyle/>
        <a:p>
          <a:endParaRPr lang="en-US"/>
        </a:p>
      </dgm:t>
    </dgm:pt>
    <dgm:pt modelId="{B40C25FA-CE8E-4735-BB4A-FB8807DB84BF}">
      <dgm:prSet custT="1"/>
      <dgm:spPr/>
      <dgm:t>
        <a:bodyPr/>
        <a:lstStyle/>
        <a:p>
          <a:pPr algn="ctr"/>
          <a:r>
            <a:rPr lang="fa-IR" sz="1600" kern="12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قصور در تأمین به موقع مصالح و تجهیزات ، از نظر کمی و کیفی</a:t>
          </a:r>
          <a:endParaRPr lang="en-US" sz="1600" kern="12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ECE72678-A8EA-48A1-BA3D-7E28D3420060}" type="parTrans" cxnId="{A5492431-674D-4B45-AFA6-CE33DB212A59}">
      <dgm:prSet/>
      <dgm:spPr/>
      <dgm:t>
        <a:bodyPr/>
        <a:lstStyle/>
        <a:p>
          <a:endParaRPr lang="en-US"/>
        </a:p>
      </dgm:t>
    </dgm:pt>
    <dgm:pt modelId="{8A7490BB-337B-4194-AB25-1E1C45FC4106}" type="sibTrans" cxnId="{A5492431-674D-4B45-AFA6-CE33DB212A59}">
      <dgm:prSet/>
      <dgm:spPr/>
      <dgm:t>
        <a:bodyPr/>
        <a:lstStyle/>
        <a:p>
          <a:endParaRPr lang="en-US"/>
        </a:p>
      </dgm:t>
    </dgm:pt>
    <dgm:pt modelId="{F5440710-ACD5-4500-A7E0-53C04B9C762D}">
      <dgm:prSet custT="1"/>
      <dgm:spPr/>
      <dgm:t>
        <a:bodyPr/>
        <a:lstStyle/>
        <a:p>
          <a:pPr marL="0" lvl="0" indent="0" algn="ctr" defTabSz="711200">
            <a:lnSpc>
              <a:spcPct val="90000"/>
            </a:lnSpc>
            <a:spcBef>
              <a:spcPct val="0"/>
            </a:spcBef>
            <a:spcAft>
              <a:spcPct val="35000"/>
            </a:spcAft>
            <a:buNone/>
          </a:pP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تأخیر در شروع و اتمام قسمتهای مختلف کار و عقب ماندن از برنامه زمانی کارهـا</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316343DA-E117-48F8-B9C8-9854E2C52819}" type="parTrans" cxnId="{47B7A030-E208-4A05-B5D4-CA1CADE45467}">
      <dgm:prSet/>
      <dgm:spPr/>
      <dgm:t>
        <a:bodyPr/>
        <a:lstStyle/>
        <a:p>
          <a:endParaRPr lang="en-US"/>
        </a:p>
      </dgm:t>
    </dgm:pt>
    <dgm:pt modelId="{8AE37F7A-6D17-4BDC-87F5-DDEBCDF47111}" type="sibTrans" cxnId="{47B7A030-E208-4A05-B5D4-CA1CADE45467}">
      <dgm:prSet/>
      <dgm:spPr/>
      <dgm:t>
        <a:bodyPr/>
        <a:lstStyle/>
        <a:p>
          <a:endParaRPr lang="en-US"/>
        </a:p>
      </dgm:t>
    </dgm:pt>
    <dgm:pt modelId="{9376A4CD-63E3-4A0A-8018-F96D8C45477D}">
      <dgm:prSet custT="1"/>
      <dgm:spPr/>
      <dgm:t>
        <a:bodyPr/>
        <a:lstStyle/>
        <a:p>
          <a:pPr marL="0" lvl="0" indent="0" algn="ctr" defTabSz="711200">
            <a:lnSpc>
              <a:spcPct val="90000"/>
            </a:lnSpc>
            <a:spcBef>
              <a:spcPct val="0"/>
            </a:spcBef>
            <a:spcAft>
              <a:spcPct val="35000"/>
            </a:spcAft>
            <a:buNone/>
          </a:pP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توقف تمام یا قسمتی از کار ، بدون دلیل موجه یا به علت توقیف اموال پیمانکـار از سوی محاکم قضایی</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983AA6EA-911F-4C61-AE0B-57BB7119DA6B}" type="parTrans" cxnId="{5F5E9BF9-F60F-44F2-B6A4-D8B4A2692D40}">
      <dgm:prSet/>
      <dgm:spPr/>
      <dgm:t>
        <a:bodyPr/>
        <a:lstStyle/>
        <a:p>
          <a:endParaRPr lang="en-US"/>
        </a:p>
      </dgm:t>
    </dgm:pt>
    <dgm:pt modelId="{9BC3BF6F-F594-42B2-A432-E6B750040D3E}" type="sibTrans" cxnId="{5F5E9BF9-F60F-44F2-B6A4-D8B4A2692D40}">
      <dgm:prSet/>
      <dgm:spPr/>
      <dgm:t>
        <a:bodyPr/>
        <a:lstStyle/>
        <a:p>
          <a:endParaRPr lang="en-US"/>
        </a:p>
      </dgm:t>
    </dgm:pt>
    <dgm:pt modelId="{503FF184-C377-44B4-9AD0-2D3929769CC5}" type="pres">
      <dgm:prSet presAssocID="{5E7E421D-C9BD-4B83-9E48-1E62694785E5}" presName="matrix" presStyleCnt="0">
        <dgm:presLayoutVars>
          <dgm:chMax val="1"/>
          <dgm:dir/>
          <dgm:resizeHandles val="exact"/>
        </dgm:presLayoutVars>
      </dgm:prSet>
      <dgm:spPr/>
    </dgm:pt>
    <dgm:pt modelId="{9BD86EB3-B9CC-4839-8881-E1EF446F71D1}" type="pres">
      <dgm:prSet presAssocID="{5E7E421D-C9BD-4B83-9E48-1E62694785E5}" presName="diamond" presStyleLbl="bgShp" presStyleIdx="0" presStyleCnt="1"/>
      <dgm:spPr/>
    </dgm:pt>
    <dgm:pt modelId="{68288099-B30E-4F84-A4B0-723CEF0E2BAD}" type="pres">
      <dgm:prSet presAssocID="{5E7E421D-C9BD-4B83-9E48-1E62694785E5}" presName="quad1" presStyleLbl="node1" presStyleIdx="0" presStyleCnt="4">
        <dgm:presLayoutVars>
          <dgm:chMax val="0"/>
          <dgm:chPref val="0"/>
          <dgm:bulletEnabled val="1"/>
        </dgm:presLayoutVars>
      </dgm:prSet>
      <dgm:spPr/>
    </dgm:pt>
    <dgm:pt modelId="{8C7559F8-95FF-448F-A5E0-F491BD8D5F2E}" type="pres">
      <dgm:prSet presAssocID="{5E7E421D-C9BD-4B83-9E48-1E62694785E5}" presName="quad2" presStyleLbl="node1" presStyleIdx="1" presStyleCnt="4">
        <dgm:presLayoutVars>
          <dgm:chMax val="0"/>
          <dgm:chPref val="0"/>
          <dgm:bulletEnabled val="1"/>
        </dgm:presLayoutVars>
      </dgm:prSet>
      <dgm:spPr/>
    </dgm:pt>
    <dgm:pt modelId="{B1A90530-1D04-48A1-867D-A240982E8C55}" type="pres">
      <dgm:prSet presAssocID="{5E7E421D-C9BD-4B83-9E48-1E62694785E5}" presName="quad3" presStyleLbl="node1" presStyleIdx="2" presStyleCnt="4">
        <dgm:presLayoutVars>
          <dgm:chMax val="0"/>
          <dgm:chPref val="0"/>
          <dgm:bulletEnabled val="1"/>
        </dgm:presLayoutVars>
      </dgm:prSet>
      <dgm:spPr/>
    </dgm:pt>
    <dgm:pt modelId="{6CC4A6C9-48BB-40AD-81DA-107D0E981B16}" type="pres">
      <dgm:prSet presAssocID="{5E7E421D-C9BD-4B83-9E48-1E62694785E5}" presName="quad4" presStyleLbl="node1" presStyleIdx="3" presStyleCnt="4">
        <dgm:presLayoutVars>
          <dgm:chMax val="0"/>
          <dgm:chPref val="0"/>
          <dgm:bulletEnabled val="1"/>
        </dgm:presLayoutVars>
      </dgm:prSet>
      <dgm:spPr/>
    </dgm:pt>
  </dgm:ptLst>
  <dgm:cxnLst>
    <dgm:cxn modelId="{81F73214-2905-4AF6-AE5A-DD40B110090F}" type="presOf" srcId="{AB6B0080-4E02-4171-8056-D74FFB8E6FFD}" destId="{68288099-B30E-4F84-A4B0-723CEF0E2BAD}" srcOrd="0" destOrd="0" presId="urn:microsoft.com/office/officeart/2005/8/layout/matrix3"/>
    <dgm:cxn modelId="{6DFEEE19-227D-437D-9BD1-86A4314430E1}" type="presOf" srcId="{9376A4CD-63E3-4A0A-8018-F96D8C45477D}" destId="{6CC4A6C9-48BB-40AD-81DA-107D0E981B16}" srcOrd="0" destOrd="0" presId="urn:microsoft.com/office/officeart/2005/8/layout/matrix3"/>
    <dgm:cxn modelId="{1FC13525-8E3A-4183-B4E7-897CC4A6C70B}" type="presOf" srcId="{5E7E421D-C9BD-4B83-9E48-1E62694785E5}" destId="{503FF184-C377-44B4-9AD0-2D3929769CC5}" srcOrd="0" destOrd="0" presId="urn:microsoft.com/office/officeart/2005/8/layout/matrix3"/>
    <dgm:cxn modelId="{47B7A030-E208-4A05-B5D4-CA1CADE45467}" srcId="{5E7E421D-C9BD-4B83-9E48-1E62694785E5}" destId="{F5440710-ACD5-4500-A7E0-53C04B9C762D}" srcOrd="2" destOrd="0" parTransId="{316343DA-E117-48F8-B9C8-9854E2C52819}" sibTransId="{8AE37F7A-6D17-4BDC-87F5-DDEBCDF47111}"/>
    <dgm:cxn modelId="{A5492431-674D-4B45-AFA6-CE33DB212A59}" srcId="{5E7E421D-C9BD-4B83-9E48-1E62694785E5}" destId="{B40C25FA-CE8E-4735-BB4A-FB8807DB84BF}" srcOrd="1" destOrd="0" parTransId="{ECE72678-A8EA-48A1-BA3D-7E28D3420060}" sibTransId="{8A7490BB-337B-4194-AB25-1E1C45FC4106}"/>
    <dgm:cxn modelId="{AA4AF76F-455F-472B-AE87-B025D7ED6CA5}" type="presOf" srcId="{B40C25FA-CE8E-4735-BB4A-FB8807DB84BF}" destId="{8C7559F8-95FF-448F-A5E0-F491BD8D5F2E}" srcOrd="0" destOrd="0" presId="urn:microsoft.com/office/officeart/2005/8/layout/matrix3"/>
    <dgm:cxn modelId="{8F479E94-1563-44EF-A9B4-A781ACAACF0C}" srcId="{5E7E421D-C9BD-4B83-9E48-1E62694785E5}" destId="{AB6B0080-4E02-4171-8056-D74FFB8E6FFD}" srcOrd="0" destOrd="0" parTransId="{A2432091-D986-4205-BA28-96197672F6E6}" sibTransId="{31E2CAE7-587B-4DA5-A358-C82AF2F8AD5A}"/>
    <dgm:cxn modelId="{98192CAD-AC97-49F7-92B4-93FBB0793DF0}" type="presOf" srcId="{F5440710-ACD5-4500-A7E0-53C04B9C762D}" destId="{B1A90530-1D04-48A1-867D-A240982E8C55}" srcOrd="0" destOrd="0" presId="urn:microsoft.com/office/officeart/2005/8/layout/matrix3"/>
    <dgm:cxn modelId="{5F5E9BF9-F60F-44F2-B6A4-D8B4A2692D40}" srcId="{5E7E421D-C9BD-4B83-9E48-1E62694785E5}" destId="{9376A4CD-63E3-4A0A-8018-F96D8C45477D}" srcOrd="3" destOrd="0" parTransId="{983AA6EA-911F-4C61-AE0B-57BB7119DA6B}" sibTransId="{9BC3BF6F-F594-42B2-A432-E6B750040D3E}"/>
    <dgm:cxn modelId="{10D0E65B-2D21-4DFA-B75D-420DFDC0729B}" type="presParOf" srcId="{503FF184-C377-44B4-9AD0-2D3929769CC5}" destId="{9BD86EB3-B9CC-4839-8881-E1EF446F71D1}" srcOrd="0" destOrd="0" presId="urn:microsoft.com/office/officeart/2005/8/layout/matrix3"/>
    <dgm:cxn modelId="{3644824C-384D-4C2B-BEBC-5D5D1EC41EF2}" type="presParOf" srcId="{503FF184-C377-44B4-9AD0-2D3929769CC5}" destId="{68288099-B30E-4F84-A4B0-723CEF0E2BAD}" srcOrd="1" destOrd="0" presId="urn:microsoft.com/office/officeart/2005/8/layout/matrix3"/>
    <dgm:cxn modelId="{95C3B313-5870-4187-A8FE-47EC4DB00064}" type="presParOf" srcId="{503FF184-C377-44B4-9AD0-2D3929769CC5}" destId="{8C7559F8-95FF-448F-A5E0-F491BD8D5F2E}" srcOrd="2" destOrd="0" presId="urn:microsoft.com/office/officeart/2005/8/layout/matrix3"/>
    <dgm:cxn modelId="{0552BCD9-6802-41A9-BA3A-E5BE84ECFCE5}" type="presParOf" srcId="{503FF184-C377-44B4-9AD0-2D3929769CC5}" destId="{B1A90530-1D04-48A1-867D-A240982E8C55}" srcOrd="3" destOrd="0" presId="urn:microsoft.com/office/officeart/2005/8/layout/matrix3"/>
    <dgm:cxn modelId="{3C715A4C-AF66-4B55-B0EA-70A96D6A99C5}" type="presParOf" srcId="{503FF184-C377-44B4-9AD0-2D3929769CC5}" destId="{6CC4A6C9-48BB-40AD-81DA-107D0E981B16}" srcOrd="4"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E7E421D-C9BD-4B83-9E48-1E62694785E5}" type="doc">
      <dgm:prSet loTypeId="urn:microsoft.com/office/officeart/2005/8/layout/matrix3" loCatId="matrix" qsTypeId="urn:microsoft.com/office/officeart/2005/8/quickstyle/simple1" qsCatId="simple" csTypeId="urn:microsoft.com/office/officeart/2005/8/colors/colorful1" csCatId="colorful" phldr="1"/>
      <dgm:spPr/>
      <dgm:t>
        <a:bodyPr/>
        <a:lstStyle/>
        <a:p>
          <a:endParaRPr lang="en-US"/>
        </a:p>
      </dgm:t>
    </dgm:pt>
    <dgm:pt modelId="{AB6B0080-4E02-4171-8056-D74FFB8E6FFD}">
      <dgm:prSet custT="1"/>
      <dgm:spPr/>
      <dgm:t>
        <a:bodyPr/>
        <a:lstStyle/>
        <a:p>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بهره برداری و تصرف تمام یا قسمتی از کارها به وسیله کارفرما</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A2432091-D986-4205-BA28-96197672F6E6}" type="parTrans" cxnId="{8F479E94-1563-44EF-A9B4-A781ACAACF0C}">
      <dgm:prSet/>
      <dgm:spPr/>
      <dgm:t>
        <a:bodyPr/>
        <a:lstStyle/>
        <a:p>
          <a:endParaRPr lang="en-US"/>
        </a:p>
      </dgm:t>
    </dgm:pt>
    <dgm:pt modelId="{31E2CAE7-587B-4DA5-A358-C82AF2F8AD5A}" type="sibTrans" cxnId="{8F479E94-1563-44EF-A9B4-A781ACAACF0C}">
      <dgm:prSet/>
      <dgm:spPr/>
      <dgm:t>
        <a:bodyPr/>
        <a:lstStyle/>
        <a:p>
          <a:endParaRPr lang="en-US"/>
        </a:p>
      </dgm:t>
    </dgm:pt>
    <dgm:pt modelId="{B40C25FA-CE8E-4735-BB4A-FB8807DB84BF}">
      <dgm:prSet custT="1"/>
      <dgm:spPr/>
      <dgm:t>
        <a:bodyPr/>
        <a:lstStyle/>
        <a:p>
          <a:pPr algn="ct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وقوع شرایط قهری </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ECE72678-A8EA-48A1-BA3D-7E28D3420060}" type="parTrans" cxnId="{A5492431-674D-4B45-AFA6-CE33DB212A59}">
      <dgm:prSet/>
      <dgm:spPr/>
      <dgm:t>
        <a:bodyPr/>
        <a:lstStyle/>
        <a:p>
          <a:endParaRPr lang="en-US"/>
        </a:p>
      </dgm:t>
    </dgm:pt>
    <dgm:pt modelId="{8A7490BB-337B-4194-AB25-1E1C45FC4106}" type="sibTrans" cxnId="{A5492431-674D-4B45-AFA6-CE33DB212A59}">
      <dgm:prSet/>
      <dgm:spPr/>
      <dgm:t>
        <a:bodyPr/>
        <a:lstStyle/>
        <a:p>
          <a:endParaRPr lang="en-US"/>
        </a:p>
      </dgm:t>
    </dgm:pt>
    <dgm:pt modelId="{F5440710-ACD5-4500-A7E0-53C04B9C762D}">
      <dgm:prSet custT="1"/>
      <dgm:spPr/>
      <dgm:t>
        <a:bodyPr/>
        <a:lstStyle/>
        <a:p>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تغییر در قوانین و مقررات داخلی توسط کارفرما</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316343DA-E117-48F8-B9C8-9854E2C52819}" type="parTrans" cxnId="{47B7A030-E208-4A05-B5D4-CA1CADE45467}">
      <dgm:prSet/>
      <dgm:spPr/>
      <dgm:t>
        <a:bodyPr/>
        <a:lstStyle/>
        <a:p>
          <a:endParaRPr lang="en-US"/>
        </a:p>
      </dgm:t>
    </dgm:pt>
    <dgm:pt modelId="{8AE37F7A-6D17-4BDC-87F5-DDEBCDF47111}" type="sibTrans" cxnId="{47B7A030-E208-4A05-B5D4-CA1CADE45467}">
      <dgm:prSet/>
      <dgm:spPr/>
      <dgm:t>
        <a:bodyPr/>
        <a:lstStyle/>
        <a:p>
          <a:endParaRPr lang="en-US"/>
        </a:p>
      </dgm:t>
    </dgm:pt>
    <dgm:pt modelId="{9376A4CD-63E3-4A0A-8018-F96D8C45477D}">
      <dgm:prSet custT="1"/>
      <dgm:spPr/>
      <dgm:t>
        <a:bodyPr/>
        <a:lstStyle/>
        <a:p>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بروز زیان های کاری توسط کارفرما</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983AA6EA-911F-4C61-AE0B-57BB7119DA6B}" type="parTrans" cxnId="{5F5E9BF9-F60F-44F2-B6A4-D8B4A2692D40}">
      <dgm:prSet/>
      <dgm:spPr/>
      <dgm:t>
        <a:bodyPr/>
        <a:lstStyle/>
        <a:p>
          <a:endParaRPr lang="en-US"/>
        </a:p>
      </dgm:t>
    </dgm:pt>
    <dgm:pt modelId="{9BC3BF6F-F594-42B2-A432-E6B750040D3E}" type="sibTrans" cxnId="{5F5E9BF9-F60F-44F2-B6A4-D8B4A2692D40}">
      <dgm:prSet/>
      <dgm:spPr/>
      <dgm:t>
        <a:bodyPr/>
        <a:lstStyle/>
        <a:p>
          <a:endParaRPr lang="en-US"/>
        </a:p>
      </dgm:t>
    </dgm:pt>
    <dgm:pt modelId="{503FF184-C377-44B4-9AD0-2D3929769CC5}" type="pres">
      <dgm:prSet presAssocID="{5E7E421D-C9BD-4B83-9E48-1E62694785E5}" presName="matrix" presStyleCnt="0">
        <dgm:presLayoutVars>
          <dgm:chMax val="1"/>
          <dgm:dir/>
          <dgm:resizeHandles val="exact"/>
        </dgm:presLayoutVars>
      </dgm:prSet>
      <dgm:spPr/>
    </dgm:pt>
    <dgm:pt modelId="{9BD86EB3-B9CC-4839-8881-E1EF446F71D1}" type="pres">
      <dgm:prSet presAssocID="{5E7E421D-C9BD-4B83-9E48-1E62694785E5}" presName="diamond" presStyleLbl="bgShp" presStyleIdx="0" presStyleCnt="1"/>
      <dgm:spPr/>
    </dgm:pt>
    <dgm:pt modelId="{68288099-B30E-4F84-A4B0-723CEF0E2BAD}" type="pres">
      <dgm:prSet presAssocID="{5E7E421D-C9BD-4B83-9E48-1E62694785E5}" presName="quad1" presStyleLbl="node1" presStyleIdx="0" presStyleCnt="4">
        <dgm:presLayoutVars>
          <dgm:chMax val="0"/>
          <dgm:chPref val="0"/>
          <dgm:bulletEnabled val="1"/>
        </dgm:presLayoutVars>
      </dgm:prSet>
      <dgm:spPr/>
    </dgm:pt>
    <dgm:pt modelId="{8C7559F8-95FF-448F-A5E0-F491BD8D5F2E}" type="pres">
      <dgm:prSet presAssocID="{5E7E421D-C9BD-4B83-9E48-1E62694785E5}" presName="quad2" presStyleLbl="node1" presStyleIdx="1" presStyleCnt="4">
        <dgm:presLayoutVars>
          <dgm:chMax val="0"/>
          <dgm:chPref val="0"/>
          <dgm:bulletEnabled val="1"/>
        </dgm:presLayoutVars>
      </dgm:prSet>
      <dgm:spPr/>
    </dgm:pt>
    <dgm:pt modelId="{B1A90530-1D04-48A1-867D-A240982E8C55}" type="pres">
      <dgm:prSet presAssocID="{5E7E421D-C9BD-4B83-9E48-1E62694785E5}" presName="quad3" presStyleLbl="node1" presStyleIdx="2" presStyleCnt="4">
        <dgm:presLayoutVars>
          <dgm:chMax val="0"/>
          <dgm:chPref val="0"/>
          <dgm:bulletEnabled val="1"/>
        </dgm:presLayoutVars>
      </dgm:prSet>
      <dgm:spPr/>
    </dgm:pt>
    <dgm:pt modelId="{6CC4A6C9-48BB-40AD-81DA-107D0E981B16}" type="pres">
      <dgm:prSet presAssocID="{5E7E421D-C9BD-4B83-9E48-1E62694785E5}" presName="quad4" presStyleLbl="node1" presStyleIdx="3" presStyleCnt="4">
        <dgm:presLayoutVars>
          <dgm:chMax val="0"/>
          <dgm:chPref val="0"/>
          <dgm:bulletEnabled val="1"/>
        </dgm:presLayoutVars>
      </dgm:prSet>
      <dgm:spPr/>
    </dgm:pt>
  </dgm:ptLst>
  <dgm:cxnLst>
    <dgm:cxn modelId="{81F73214-2905-4AF6-AE5A-DD40B110090F}" type="presOf" srcId="{AB6B0080-4E02-4171-8056-D74FFB8E6FFD}" destId="{68288099-B30E-4F84-A4B0-723CEF0E2BAD}" srcOrd="0" destOrd="0" presId="urn:microsoft.com/office/officeart/2005/8/layout/matrix3"/>
    <dgm:cxn modelId="{6DFEEE19-227D-437D-9BD1-86A4314430E1}" type="presOf" srcId="{9376A4CD-63E3-4A0A-8018-F96D8C45477D}" destId="{6CC4A6C9-48BB-40AD-81DA-107D0E981B16}" srcOrd="0" destOrd="0" presId="urn:microsoft.com/office/officeart/2005/8/layout/matrix3"/>
    <dgm:cxn modelId="{1FC13525-8E3A-4183-B4E7-897CC4A6C70B}" type="presOf" srcId="{5E7E421D-C9BD-4B83-9E48-1E62694785E5}" destId="{503FF184-C377-44B4-9AD0-2D3929769CC5}" srcOrd="0" destOrd="0" presId="urn:microsoft.com/office/officeart/2005/8/layout/matrix3"/>
    <dgm:cxn modelId="{47B7A030-E208-4A05-B5D4-CA1CADE45467}" srcId="{5E7E421D-C9BD-4B83-9E48-1E62694785E5}" destId="{F5440710-ACD5-4500-A7E0-53C04B9C762D}" srcOrd="2" destOrd="0" parTransId="{316343DA-E117-48F8-B9C8-9854E2C52819}" sibTransId="{8AE37F7A-6D17-4BDC-87F5-DDEBCDF47111}"/>
    <dgm:cxn modelId="{A5492431-674D-4B45-AFA6-CE33DB212A59}" srcId="{5E7E421D-C9BD-4B83-9E48-1E62694785E5}" destId="{B40C25FA-CE8E-4735-BB4A-FB8807DB84BF}" srcOrd="1" destOrd="0" parTransId="{ECE72678-A8EA-48A1-BA3D-7E28D3420060}" sibTransId="{8A7490BB-337B-4194-AB25-1E1C45FC4106}"/>
    <dgm:cxn modelId="{AA4AF76F-455F-472B-AE87-B025D7ED6CA5}" type="presOf" srcId="{B40C25FA-CE8E-4735-BB4A-FB8807DB84BF}" destId="{8C7559F8-95FF-448F-A5E0-F491BD8D5F2E}" srcOrd="0" destOrd="0" presId="urn:microsoft.com/office/officeart/2005/8/layout/matrix3"/>
    <dgm:cxn modelId="{8F479E94-1563-44EF-A9B4-A781ACAACF0C}" srcId="{5E7E421D-C9BD-4B83-9E48-1E62694785E5}" destId="{AB6B0080-4E02-4171-8056-D74FFB8E6FFD}" srcOrd="0" destOrd="0" parTransId="{A2432091-D986-4205-BA28-96197672F6E6}" sibTransId="{31E2CAE7-587B-4DA5-A358-C82AF2F8AD5A}"/>
    <dgm:cxn modelId="{98192CAD-AC97-49F7-92B4-93FBB0793DF0}" type="presOf" srcId="{F5440710-ACD5-4500-A7E0-53C04B9C762D}" destId="{B1A90530-1D04-48A1-867D-A240982E8C55}" srcOrd="0" destOrd="0" presId="urn:microsoft.com/office/officeart/2005/8/layout/matrix3"/>
    <dgm:cxn modelId="{5F5E9BF9-F60F-44F2-B6A4-D8B4A2692D40}" srcId="{5E7E421D-C9BD-4B83-9E48-1E62694785E5}" destId="{9376A4CD-63E3-4A0A-8018-F96D8C45477D}" srcOrd="3" destOrd="0" parTransId="{983AA6EA-911F-4C61-AE0B-57BB7119DA6B}" sibTransId="{9BC3BF6F-F594-42B2-A432-E6B750040D3E}"/>
    <dgm:cxn modelId="{10D0E65B-2D21-4DFA-B75D-420DFDC0729B}" type="presParOf" srcId="{503FF184-C377-44B4-9AD0-2D3929769CC5}" destId="{9BD86EB3-B9CC-4839-8881-E1EF446F71D1}" srcOrd="0" destOrd="0" presId="urn:microsoft.com/office/officeart/2005/8/layout/matrix3"/>
    <dgm:cxn modelId="{3644824C-384D-4C2B-BEBC-5D5D1EC41EF2}" type="presParOf" srcId="{503FF184-C377-44B4-9AD0-2D3929769CC5}" destId="{68288099-B30E-4F84-A4B0-723CEF0E2BAD}" srcOrd="1" destOrd="0" presId="urn:microsoft.com/office/officeart/2005/8/layout/matrix3"/>
    <dgm:cxn modelId="{95C3B313-5870-4187-A8FE-47EC4DB00064}" type="presParOf" srcId="{503FF184-C377-44B4-9AD0-2D3929769CC5}" destId="{8C7559F8-95FF-448F-A5E0-F491BD8D5F2E}" srcOrd="2" destOrd="0" presId="urn:microsoft.com/office/officeart/2005/8/layout/matrix3"/>
    <dgm:cxn modelId="{0552BCD9-6802-41A9-BA3A-E5BE84ECFCE5}" type="presParOf" srcId="{503FF184-C377-44B4-9AD0-2D3929769CC5}" destId="{B1A90530-1D04-48A1-867D-A240982E8C55}" srcOrd="3" destOrd="0" presId="urn:microsoft.com/office/officeart/2005/8/layout/matrix3"/>
    <dgm:cxn modelId="{3C715A4C-AF66-4B55-B0EA-70A96D6A99C5}" type="presParOf" srcId="{503FF184-C377-44B4-9AD0-2D3929769CC5}" destId="{6CC4A6C9-48BB-40AD-81DA-107D0E981B16}"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F57D238-D3DF-4229-83E7-3F9ACE418C4A}"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863ED1BD-AD2E-4332-A821-776B7714FB7A}">
      <dgm:prSet custT="1"/>
      <dgm:spPr/>
      <dgm:t>
        <a:bodyPr/>
        <a:lstStyle/>
        <a:p>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موضع پیمان: عبارت است از تامین مصالح و تجهیزات، انجام کارهای ساختمانی و نصب و وراه اندازی و سایر خدمات است.</a:t>
          </a:r>
          <a:endParaRPr lang="en-US" sz="1000" kern="1200" dirty="0"/>
        </a:p>
      </dgm:t>
    </dgm:pt>
    <dgm:pt modelId="{CDC4D2C6-98EE-43E2-A870-C2438E006916}" type="parTrans" cxnId="{8EE264A5-08F3-45B4-A1A2-42F472686079}">
      <dgm:prSet/>
      <dgm:spPr/>
      <dgm:t>
        <a:bodyPr/>
        <a:lstStyle/>
        <a:p>
          <a:endParaRPr lang="en-US"/>
        </a:p>
      </dgm:t>
    </dgm:pt>
    <dgm:pt modelId="{A73AEFFB-34A0-4072-BD0B-793A3BF62D7A}" type="sibTrans" cxnId="{8EE264A5-08F3-45B4-A1A2-42F472686079}">
      <dgm:prSet/>
      <dgm:spPr/>
      <dgm:t>
        <a:bodyPr/>
        <a:lstStyle/>
        <a:p>
          <a:endParaRPr lang="en-US"/>
        </a:p>
      </dgm:t>
    </dgm:pt>
    <dgm:pt modelId="{0924792A-73DD-46E8-9B6B-01B59BBE4EDA}">
      <dgm:prSet custT="1"/>
      <dgm:spPr/>
      <dgm:t>
        <a:bodyPr/>
        <a:lstStyle/>
        <a:p>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جدول تفکیک مبلغ پیمان </a:t>
          </a:r>
          <a:endParaRPr lang="en-US"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F0CD91CA-397E-4F9C-A3AC-1EC54F78EC49}" type="parTrans" cxnId="{001D62BF-5A57-4F88-AED0-735E6DE40D23}">
      <dgm:prSet/>
      <dgm:spPr/>
      <dgm:t>
        <a:bodyPr/>
        <a:lstStyle/>
        <a:p>
          <a:endParaRPr lang="en-US"/>
        </a:p>
      </dgm:t>
    </dgm:pt>
    <dgm:pt modelId="{3101F0F5-9206-4D1B-8D13-363371BBAAB3}" type="sibTrans" cxnId="{001D62BF-5A57-4F88-AED0-735E6DE40D23}">
      <dgm:prSet/>
      <dgm:spPr/>
      <dgm:t>
        <a:bodyPr/>
        <a:lstStyle/>
        <a:p>
          <a:endParaRPr lang="en-US"/>
        </a:p>
      </dgm:t>
    </dgm:pt>
    <dgm:pt modelId="{452E1B76-6D58-4592-BDD2-C2D5A4081782}">
      <dgm:prSet custT="1"/>
      <dgm:spPr/>
      <dgm:t>
        <a:bodyPr/>
        <a:lstStyle/>
        <a:p>
          <a:r>
            <a:rPr lang="fa-IR" sz="800" kern="1200" dirty="0"/>
            <a:t> </a:t>
          </a:r>
          <a:r>
            <a:rPr lang="fa-IR" sz="11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فهرست مقادیر و بهای واحد کار ها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12F0833C-921A-4988-8C63-13600AF9A015}" type="parTrans" cxnId="{EDBCE4A6-64FC-42F3-949F-6FC087BD1D66}">
      <dgm:prSet/>
      <dgm:spPr/>
      <dgm:t>
        <a:bodyPr/>
        <a:lstStyle/>
        <a:p>
          <a:endParaRPr lang="en-US"/>
        </a:p>
      </dgm:t>
    </dgm:pt>
    <dgm:pt modelId="{58E56E6D-9F3B-4558-8826-D84459C0041B}" type="sibTrans" cxnId="{EDBCE4A6-64FC-42F3-949F-6FC087BD1D66}">
      <dgm:prSet/>
      <dgm:spPr/>
      <dgm:t>
        <a:bodyPr/>
        <a:lstStyle/>
        <a:p>
          <a:endParaRPr lang="en-US"/>
        </a:p>
      </dgm:t>
    </dgm:pt>
    <dgm:pt modelId="{A99BBA0F-291F-411A-B996-5199FA1419B8}">
      <dgm:prSet custT="1"/>
      <dgm:spPr/>
      <dgm:t>
        <a:bodyPr/>
        <a:lstStyle/>
        <a:p>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فهرست بهای کار های اضافی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6B2D1C73-F179-41F5-8292-3D0E0B5FE90E}" type="parTrans" cxnId="{484EA29F-7B88-4397-9C9E-D9ABDED4C796}">
      <dgm:prSet/>
      <dgm:spPr/>
      <dgm:t>
        <a:bodyPr/>
        <a:lstStyle/>
        <a:p>
          <a:endParaRPr lang="en-US"/>
        </a:p>
      </dgm:t>
    </dgm:pt>
    <dgm:pt modelId="{31F7DC1C-D5D2-4242-9D89-DC681753BCD5}" type="sibTrans" cxnId="{484EA29F-7B88-4397-9C9E-D9ABDED4C796}">
      <dgm:prSet/>
      <dgm:spPr/>
      <dgm:t>
        <a:bodyPr/>
        <a:lstStyle/>
        <a:p>
          <a:endParaRPr lang="en-US"/>
        </a:p>
      </dgm:t>
    </dgm:pt>
    <dgm:pt modelId="{8163F59F-B485-4AF4-8843-AD3D8C48DB8B}">
      <dgm:prSet custT="1"/>
      <dgm:spPr/>
      <dgm:t>
        <a:bodyPr/>
        <a:lstStyle/>
        <a:p>
          <a:r>
            <a:rPr lang="fa-IR" sz="900" kern="1200" dirty="0"/>
            <a:t> </a:t>
          </a: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روش تعدیل </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EA8B47E8-B514-40A4-A905-7333A37B5334}" type="parTrans" cxnId="{CC3F20DE-D1F4-4800-A68D-B190F6E547A7}">
      <dgm:prSet/>
      <dgm:spPr/>
      <dgm:t>
        <a:bodyPr/>
        <a:lstStyle/>
        <a:p>
          <a:endParaRPr lang="en-US"/>
        </a:p>
      </dgm:t>
    </dgm:pt>
    <dgm:pt modelId="{26601835-E599-4D32-A0B2-FA74D7048019}" type="sibTrans" cxnId="{CC3F20DE-D1F4-4800-A68D-B190F6E547A7}">
      <dgm:prSet/>
      <dgm:spPr/>
      <dgm:t>
        <a:bodyPr/>
        <a:lstStyle/>
        <a:p>
          <a:endParaRPr lang="en-US"/>
        </a:p>
      </dgm:t>
    </dgm:pt>
    <dgm:pt modelId="{89AF566B-3A52-425D-9522-DD220C76A82F}">
      <dgm:prSet custT="1"/>
      <dgm:spPr/>
      <dgm:t>
        <a:bodyPr/>
        <a:lstStyle/>
        <a:p>
          <a:r>
            <a:rPr lang="fa-IR" sz="18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a:t>
          </a: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پرداخت ها </a:t>
          </a:r>
          <a:endParaRPr lang="en-US" sz="18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74C37487-9459-4793-8629-EC265F613E02}" type="parTrans" cxnId="{97A40B50-BDD3-4FB0-A04D-098D11E83D43}">
      <dgm:prSet/>
      <dgm:spPr/>
      <dgm:t>
        <a:bodyPr/>
        <a:lstStyle/>
        <a:p>
          <a:endParaRPr lang="en-US"/>
        </a:p>
      </dgm:t>
    </dgm:pt>
    <dgm:pt modelId="{6A662788-D705-4051-A11B-E409DCDC394D}" type="sibTrans" cxnId="{97A40B50-BDD3-4FB0-A04D-098D11E83D43}">
      <dgm:prSet/>
      <dgm:spPr/>
      <dgm:t>
        <a:bodyPr/>
        <a:lstStyle/>
        <a:p>
          <a:endParaRPr lang="en-US"/>
        </a:p>
      </dgm:t>
    </dgm:pt>
    <dgm:pt modelId="{F3776475-4590-436A-9349-65C45E1BAFD2}">
      <dgm:prSet custT="1"/>
      <dgm:spPr/>
      <dgm:t>
        <a:bodyPr/>
        <a:lstStyle/>
        <a:p>
          <a:r>
            <a:rPr lang="fa-IR" sz="1000" kern="1200" dirty="0"/>
            <a:t> </a:t>
          </a:r>
          <a:r>
            <a:rPr lang="fa-IR" sz="1800" kern="12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بیمه </a:t>
          </a:r>
          <a:endParaRPr lang="en-US" sz="1800" kern="12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DA0401A1-6312-4546-9F9F-32480F39FCAA}" type="parTrans" cxnId="{91AF9A57-F689-4BAD-AAC4-EF8260375136}">
      <dgm:prSet/>
      <dgm:spPr/>
      <dgm:t>
        <a:bodyPr/>
        <a:lstStyle/>
        <a:p>
          <a:endParaRPr lang="en-US"/>
        </a:p>
      </dgm:t>
    </dgm:pt>
    <dgm:pt modelId="{0D0B74D8-8F2E-4E90-9917-232E2BEE7F69}" type="sibTrans" cxnId="{91AF9A57-F689-4BAD-AAC4-EF8260375136}">
      <dgm:prSet/>
      <dgm:spPr/>
      <dgm:t>
        <a:bodyPr/>
        <a:lstStyle/>
        <a:p>
          <a:endParaRPr lang="en-US"/>
        </a:p>
      </dgm:t>
    </dgm:pt>
    <dgm:pt modelId="{9DCE9A7D-016A-4F54-AE4B-4F6D31427CED}">
      <dgm:prSet custT="1"/>
      <dgm:spPr/>
      <dgm:t>
        <a:bodyPr/>
        <a:lstStyle/>
        <a:p>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ضمانتنامه و اعتبار سنجی</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54DF69FE-5252-4FE3-80E0-00EFCB35987F}" type="parTrans" cxnId="{4EA843A4-9C00-40E4-8F64-7F0F483CC404}">
      <dgm:prSet/>
      <dgm:spPr/>
      <dgm:t>
        <a:bodyPr/>
        <a:lstStyle/>
        <a:p>
          <a:endParaRPr lang="en-US"/>
        </a:p>
      </dgm:t>
    </dgm:pt>
    <dgm:pt modelId="{D1CDDABE-AD59-48AC-8834-0D1E26BC60B0}" type="sibTrans" cxnId="{4EA843A4-9C00-40E4-8F64-7F0F483CC404}">
      <dgm:prSet/>
      <dgm:spPr/>
      <dgm:t>
        <a:bodyPr/>
        <a:lstStyle/>
        <a:p>
          <a:endParaRPr lang="en-US"/>
        </a:p>
      </dgm:t>
    </dgm:pt>
    <dgm:pt modelId="{A586F24F-FE91-4A41-94A6-BA725C192A08}">
      <dgm:prSet custT="1"/>
      <dgm:spPr/>
      <dgm:t>
        <a:bodyPr/>
        <a:lstStyle/>
        <a:p>
          <a:r>
            <a:rPr lang="fa-IR" sz="900" kern="1200" dirty="0"/>
            <a:t> </a:t>
          </a:r>
          <a:r>
            <a:rPr lang="fa-IR" sz="11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وظایف و اختیارات مهندس مشاور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5618323D-C3B1-41DD-9635-2B8028ED31DF}" type="parTrans" cxnId="{865B1D59-CA58-40C3-B4E6-00EEA2CE1198}">
      <dgm:prSet/>
      <dgm:spPr/>
      <dgm:t>
        <a:bodyPr/>
        <a:lstStyle/>
        <a:p>
          <a:endParaRPr lang="en-US"/>
        </a:p>
      </dgm:t>
    </dgm:pt>
    <dgm:pt modelId="{05EA0D63-521C-4C4F-AAA1-1EE0E3F3074A}" type="sibTrans" cxnId="{865B1D59-CA58-40C3-B4E6-00EEA2CE1198}">
      <dgm:prSet/>
      <dgm:spPr/>
      <dgm:t>
        <a:bodyPr/>
        <a:lstStyle/>
        <a:p>
          <a:endParaRPr lang="en-US"/>
        </a:p>
      </dgm:t>
    </dgm:pt>
    <dgm:pt modelId="{CA696FF0-7437-46D1-A0FA-E9EE7F3E96D0}">
      <dgm:prSet custT="1"/>
      <dgm:spPr/>
      <dgm:t>
        <a:bodyPr/>
        <a:lstStyle/>
        <a:p>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راه اندازی و آزمایش عملکرد </a:t>
          </a:r>
          <a:endParaRPr lang="en-US"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1038217D-E358-45B9-98C1-E1E67F47EFAF}" type="parTrans" cxnId="{8C9CCD14-8E11-451C-B8DF-211404E4E819}">
      <dgm:prSet/>
      <dgm:spPr/>
      <dgm:t>
        <a:bodyPr/>
        <a:lstStyle/>
        <a:p>
          <a:endParaRPr lang="en-US"/>
        </a:p>
      </dgm:t>
    </dgm:pt>
    <dgm:pt modelId="{1025CB90-42E7-48C1-A645-A38A478BF834}" type="sibTrans" cxnId="{8C9CCD14-8E11-451C-B8DF-211404E4E819}">
      <dgm:prSet/>
      <dgm:spPr/>
      <dgm:t>
        <a:bodyPr/>
        <a:lstStyle/>
        <a:p>
          <a:endParaRPr lang="en-US"/>
        </a:p>
      </dgm:t>
    </dgm:pt>
    <dgm:pt modelId="{44043BD5-D0A9-49BA-8BB7-14A268E88B61}">
      <dgm:prSet custT="1"/>
      <dgm:spPr/>
      <dgm:t>
        <a:bodyPr/>
        <a:lstStyle/>
        <a:p>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شرح کار های پیمانکار</a:t>
          </a:r>
          <a:endParaRPr lang="en-US"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0087950D-8535-414B-B662-A94D4FE324DD}" type="parTrans" cxnId="{DEA4F09D-CDD0-4D4A-AACD-705D5F8A5C83}">
      <dgm:prSet/>
      <dgm:spPr/>
      <dgm:t>
        <a:bodyPr/>
        <a:lstStyle/>
        <a:p>
          <a:endParaRPr lang="en-US"/>
        </a:p>
      </dgm:t>
    </dgm:pt>
    <dgm:pt modelId="{E31EEEC8-68BA-47B4-AA73-39FD6868BC76}" type="sibTrans" cxnId="{DEA4F09D-CDD0-4D4A-AACD-705D5F8A5C83}">
      <dgm:prSet/>
      <dgm:spPr/>
      <dgm:t>
        <a:bodyPr/>
        <a:lstStyle/>
        <a:p>
          <a:endParaRPr lang="en-US"/>
        </a:p>
      </dgm:t>
    </dgm:pt>
    <dgm:pt modelId="{7B7AF6AA-F246-42D2-AB6C-EBFEE530396B}">
      <dgm:prSet custT="1"/>
      <dgm:spPr/>
      <dgm:t>
        <a:bodyPr/>
        <a:lstStyle/>
        <a:p>
          <a:r>
            <a:rPr lang="fa-IR" sz="1000" kern="1200" dirty="0"/>
            <a:t> </a:t>
          </a:r>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فهرست عمومی لوازم </a:t>
          </a:r>
          <a:endParaRPr lang="en-US"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99E0BA1C-9956-4CFA-A189-70FDB19ECAD0}" type="parTrans" cxnId="{615768AC-30C4-4EEA-AEEE-969D3B24ACE0}">
      <dgm:prSet/>
      <dgm:spPr/>
      <dgm:t>
        <a:bodyPr/>
        <a:lstStyle/>
        <a:p>
          <a:endParaRPr lang="en-US"/>
        </a:p>
      </dgm:t>
    </dgm:pt>
    <dgm:pt modelId="{3EDD2D64-5262-4FEA-B4ED-9302605581D4}" type="sibTrans" cxnId="{615768AC-30C4-4EEA-AEEE-969D3B24ACE0}">
      <dgm:prSet/>
      <dgm:spPr/>
      <dgm:t>
        <a:bodyPr/>
        <a:lstStyle/>
        <a:p>
          <a:endParaRPr lang="en-US"/>
        </a:p>
      </dgm:t>
    </dgm:pt>
    <dgm:pt modelId="{01AE32DC-1DA0-469D-A9C5-E617CB272D8D}">
      <dgm:prSet custT="1"/>
      <dgm:spPr/>
      <dgm:t>
        <a:bodyPr/>
        <a:lstStyle/>
        <a:p>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انتقال تکنولوژی و آموزش </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5CDE2750-5A75-4D29-B91A-9B8B52D63CEB}" type="parTrans" cxnId="{2D871E1B-F197-4A41-8E75-AEA9552E63DB}">
      <dgm:prSet/>
      <dgm:spPr/>
      <dgm:t>
        <a:bodyPr/>
        <a:lstStyle/>
        <a:p>
          <a:endParaRPr lang="en-US"/>
        </a:p>
      </dgm:t>
    </dgm:pt>
    <dgm:pt modelId="{C17525D2-C3B3-45E2-88F7-E5C0C95117A2}" type="sibTrans" cxnId="{2D871E1B-F197-4A41-8E75-AEA9552E63DB}">
      <dgm:prSet/>
      <dgm:spPr/>
      <dgm:t>
        <a:bodyPr/>
        <a:lstStyle/>
        <a:p>
          <a:endParaRPr lang="en-US"/>
        </a:p>
      </dgm:t>
    </dgm:pt>
    <dgm:pt modelId="{2F594DEE-3299-4962-990C-BBE102ADF3AB}">
      <dgm:prSet custT="1"/>
      <dgm:spPr/>
      <dgm:t>
        <a:bodyPr/>
        <a:lstStyle/>
        <a:p>
          <a:r>
            <a:rPr lang="fa-IR" sz="900" kern="1200" dirty="0"/>
            <a:t> </a:t>
          </a: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تعهدات </a:t>
          </a:r>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کارفرما</a:t>
          </a:r>
          <a:r>
            <a:rPr lang="fa-IR" sz="900" kern="1200" dirty="0"/>
            <a:t> </a:t>
          </a:r>
          <a:endParaRPr lang="en-US" sz="900" kern="1200" dirty="0"/>
        </a:p>
      </dgm:t>
    </dgm:pt>
    <dgm:pt modelId="{12AC1BB4-6AF6-4F95-8AC8-2644A3A3C299}" type="parTrans" cxnId="{A23E6698-FE65-4586-B319-0404E76E9EE6}">
      <dgm:prSet/>
      <dgm:spPr/>
      <dgm:t>
        <a:bodyPr/>
        <a:lstStyle/>
        <a:p>
          <a:endParaRPr lang="en-US"/>
        </a:p>
      </dgm:t>
    </dgm:pt>
    <dgm:pt modelId="{DD2D1F9D-E5AC-4A60-BFF2-1622054A8719}" type="sibTrans" cxnId="{A23E6698-FE65-4586-B319-0404E76E9EE6}">
      <dgm:prSet/>
      <dgm:spPr/>
      <dgm:t>
        <a:bodyPr/>
        <a:lstStyle/>
        <a:p>
          <a:endParaRPr lang="en-US"/>
        </a:p>
      </dgm:t>
    </dgm:pt>
    <dgm:pt modelId="{72F730EC-497C-4E6E-BBA7-584D707A1AA9}">
      <dgm:prSet custT="1"/>
      <dgm:spPr/>
      <dgm:t>
        <a:bodyPr/>
        <a:lstStyle/>
        <a:p>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برنامه زمانی کلی اجرای کار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B9C88A3D-65E4-45FB-B4E3-1DDAE0CFF324}" type="parTrans" cxnId="{6B259F21-6F27-4D6B-8213-6C438150F985}">
      <dgm:prSet/>
      <dgm:spPr/>
      <dgm:t>
        <a:bodyPr/>
        <a:lstStyle/>
        <a:p>
          <a:endParaRPr lang="en-US"/>
        </a:p>
      </dgm:t>
    </dgm:pt>
    <dgm:pt modelId="{D94E09E6-313A-4E9C-B8F3-934FC8CC00F4}" type="sibTrans" cxnId="{6B259F21-6F27-4D6B-8213-6C438150F985}">
      <dgm:prSet/>
      <dgm:spPr/>
      <dgm:t>
        <a:bodyPr/>
        <a:lstStyle/>
        <a:p>
          <a:endParaRPr lang="en-US"/>
        </a:p>
      </dgm:t>
    </dgm:pt>
    <dgm:pt modelId="{D61C4DEA-A909-42F3-9635-F43566304D20}">
      <dgm:prSet custT="1"/>
      <dgm:spPr/>
      <dgm:t>
        <a:bodyPr/>
        <a:lstStyle/>
        <a:p>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فهرست فروشندگان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1DE542B9-DD19-45CD-BED2-0504C1A578F6}" type="parTrans" cxnId="{53E0E094-5E97-4D27-AFDB-6652CCA17CD1}">
      <dgm:prSet/>
      <dgm:spPr/>
      <dgm:t>
        <a:bodyPr/>
        <a:lstStyle/>
        <a:p>
          <a:endParaRPr lang="en-US"/>
        </a:p>
      </dgm:t>
    </dgm:pt>
    <dgm:pt modelId="{15DEF4C3-6DD3-48C6-9C44-4BDF7A740C71}" type="sibTrans" cxnId="{53E0E094-5E97-4D27-AFDB-6652CCA17CD1}">
      <dgm:prSet/>
      <dgm:spPr/>
      <dgm:t>
        <a:bodyPr/>
        <a:lstStyle/>
        <a:p>
          <a:endParaRPr lang="en-US"/>
        </a:p>
      </dgm:t>
    </dgm:pt>
    <dgm:pt modelId="{AD5D0310-DD47-4899-9EC3-305906E92619}">
      <dgm:prSet custT="1"/>
      <dgm:spPr/>
      <dgm:t>
        <a:bodyPr/>
        <a:lstStyle/>
        <a:p>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اقلام کار ها و خدمات و ...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C1BF3C0D-9E08-4971-8268-3585DD8D8106}" type="parTrans" cxnId="{8D40EC7D-D647-4F92-ABAA-EB0D135882A7}">
      <dgm:prSet/>
      <dgm:spPr/>
      <dgm:t>
        <a:bodyPr/>
        <a:lstStyle/>
        <a:p>
          <a:endParaRPr lang="en-US"/>
        </a:p>
      </dgm:t>
    </dgm:pt>
    <dgm:pt modelId="{862064BF-4E5C-4B11-B6AF-0319723918C9}" type="sibTrans" cxnId="{8D40EC7D-D647-4F92-ABAA-EB0D135882A7}">
      <dgm:prSet/>
      <dgm:spPr/>
      <dgm:t>
        <a:bodyPr/>
        <a:lstStyle/>
        <a:p>
          <a:endParaRPr lang="en-US"/>
        </a:p>
      </dgm:t>
    </dgm:pt>
    <dgm:pt modelId="{9782FAB3-6060-420D-BCE0-5672792C7DCB}">
      <dgm:prSet custT="1"/>
      <dgm:spPr/>
      <dgm:t>
        <a:bodyPr/>
        <a:lstStyle/>
        <a:p>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اسناد و مدارک فنی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4F6C206D-BD6A-49C6-8AC0-FB2D04815F7B}" type="parTrans" cxnId="{049253E6-8201-49C5-B6F2-90422BBE036D}">
      <dgm:prSet/>
      <dgm:spPr/>
      <dgm:t>
        <a:bodyPr/>
        <a:lstStyle/>
        <a:p>
          <a:endParaRPr lang="en-US"/>
        </a:p>
      </dgm:t>
    </dgm:pt>
    <dgm:pt modelId="{945E260B-F5C0-436B-98E7-754F48C38697}" type="sibTrans" cxnId="{049253E6-8201-49C5-B6F2-90422BBE036D}">
      <dgm:prSet/>
      <dgm:spPr/>
      <dgm:t>
        <a:bodyPr/>
        <a:lstStyle/>
        <a:p>
          <a:endParaRPr lang="en-US"/>
        </a:p>
      </dgm:t>
    </dgm:pt>
    <dgm:pt modelId="{8FA0C724-EB84-4036-81F1-E9BA68073750}">
      <dgm:prSet custT="1"/>
      <dgm:spPr/>
      <dgm:t>
        <a:bodyPr/>
        <a:lstStyle/>
        <a:p>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قوانین مراکز بارگیری و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AEE2CE20-4054-44BD-95E6-AA73035FC053}" type="parTrans" cxnId="{52CACC8B-572E-4730-AE2C-E189AEFE7CFD}">
      <dgm:prSet/>
      <dgm:spPr/>
      <dgm:t>
        <a:bodyPr/>
        <a:lstStyle/>
        <a:p>
          <a:endParaRPr lang="en-US"/>
        </a:p>
      </dgm:t>
    </dgm:pt>
    <dgm:pt modelId="{ECE73862-E819-4120-85BF-7E0C77812C52}" type="sibTrans" cxnId="{52CACC8B-572E-4730-AE2C-E189AEFE7CFD}">
      <dgm:prSet/>
      <dgm:spPr/>
      <dgm:t>
        <a:bodyPr/>
        <a:lstStyle/>
        <a:p>
          <a:endParaRPr lang="en-US"/>
        </a:p>
      </dgm:t>
    </dgm:pt>
    <dgm:pt modelId="{32547364-BCEC-4150-9DDF-A8A7CEC5D2BA}">
      <dgm:prSet custT="1"/>
      <dgm:spPr/>
      <dgm:t>
        <a:bodyPr/>
        <a:lstStyle/>
        <a:p>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نحوه گردش کار</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C3389F77-ABF0-46C4-B3AC-A3BEBEDB58E5}" type="parTrans" cxnId="{05CE683E-0F34-477A-ABAB-9127E186456E}">
      <dgm:prSet/>
      <dgm:spPr/>
      <dgm:t>
        <a:bodyPr/>
        <a:lstStyle/>
        <a:p>
          <a:endParaRPr lang="en-US"/>
        </a:p>
      </dgm:t>
    </dgm:pt>
    <dgm:pt modelId="{2B8B7CA9-81AF-4ED2-8B02-B2BE3B2CBC1A}" type="sibTrans" cxnId="{05CE683E-0F34-477A-ABAB-9127E186456E}">
      <dgm:prSet/>
      <dgm:spPr/>
      <dgm:t>
        <a:bodyPr/>
        <a:lstStyle/>
        <a:p>
          <a:endParaRPr lang="en-US"/>
        </a:p>
      </dgm:t>
    </dgm:pt>
    <dgm:pt modelId="{FF48D2D8-AB26-4701-B9F0-9A02CB1AFE0A}" type="pres">
      <dgm:prSet presAssocID="{3F57D238-D3DF-4229-83E7-3F9ACE418C4A}" presName="diagram" presStyleCnt="0">
        <dgm:presLayoutVars>
          <dgm:dir/>
          <dgm:resizeHandles val="exact"/>
        </dgm:presLayoutVars>
      </dgm:prSet>
      <dgm:spPr/>
    </dgm:pt>
    <dgm:pt modelId="{A34EA915-240F-4618-8183-1DE9DAF37DA3}" type="pres">
      <dgm:prSet presAssocID="{863ED1BD-AD2E-4332-A821-776B7714FB7A}" presName="node" presStyleLbl="node1" presStyleIdx="0" presStyleCnt="20" custScaleX="762520" custLinFactX="8799" custLinFactNeighborX="100000" custLinFactNeighborY="-122">
        <dgm:presLayoutVars>
          <dgm:bulletEnabled val="1"/>
        </dgm:presLayoutVars>
      </dgm:prSet>
      <dgm:spPr/>
    </dgm:pt>
    <dgm:pt modelId="{CFE2EC12-4AC8-4111-A140-96C2C938B308}" type="pres">
      <dgm:prSet presAssocID="{A73AEFFB-34A0-4072-BD0B-793A3BF62D7A}" presName="sibTrans" presStyleCnt="0"/>
      <dgm:spPr/>
    </dgm:pt>
    <dgm:pt modelId="{CE56C625-DB5A-40DE-8A58-536946F5CBF7}" type="pres">
      <dgm:prSet presAssocID="{0924792A-73DD-46E8-9B6B-01B59BBE4EDA}" presName="node" presStyleLbl="node1" presStyleIdx="1" presStyleCnt="20" custLinFactX="-372076" custLinFactNeighborX="-400000" custLinFactNeighborY="2713">
        <dgm:presLayoutVars>
          <dgm:bulletEnabled val="1"/>
        </dgm:presLayoutVars>
      </dgm:prSet>
      <dgm:spPr/>
    </dgm:pt>
    <dgm:pt modelId="{E82D1218-A907-4ED2-9FB9-9912AE4C1759}" type="pres">
      <dgm:prSet presAssocID="{3101F0F5-9206-4D1B-8D13-363371BBAAB3}" presName="sibTrans" presStyleCnt="0"/>
      <dgm:spPr/>
    </dgm:pt>
    <dgm:pt modelId="{008A630C-CF24-4CFD-AEC6-39CABB035CD8}" type="pres">
      <dgm:prSet presAssocID="{452E1B76-6D58-4592-BDD2-C2D5A4081782}" presName="node" presStyleLbl="node1" presStyleIdx="2" presStyleCnt="20" custLinFactNeighborX="-669" custLinFactNeighborY="2599">
        <dgm:presLayoutVars>
          <dgm:bulletEnabled val="1"/>
        </dgm:presLayoutVars>
      </dgm:prSet>
      <dgm:spPr/>
    </dgm:pt>
    <dgm:pt modelId="{4B7F83D0-A20E-468B-BE0E-52C60C28F2F7}" type="pres">
      <dgm:prSet presAssocID="{58E56E6D-9F3B-4558-8826-D84459C0041B}" presName="sibTrans" presStyleCnt="0"/>
      <dgm:spPr/>
    </dgm:pt>
    <dgm:pt modelId="{8DA8C0C9-FBE2-4A0A-A501-4074AF148445}" type="pres">
      <dgm:prSet presAssocID="{A99BBA0F-291F-411A-B996-5199FA1419B8}" presName="node" presStyleLbl="node1" presStyleIdx="3" presStyleCnt="20" custLinFactNeighborX="-669" custLinFactNeighborY="2599">
        <dgm:presLayoutVars>
          <dgm:bulletEnabled val="1"/>
        </dgm:presLayoutVars>
      </dgm:prSet>
      <dgm:spPr/>
    </dgm:pt>
    <dgm:pt modelId="{B85A6C2D-BC95-4B93-A1BD-542CE5225AFA}" type="pres">
      <dgm:prSet presAssocID="{31F7DC1C-D5D2-4242-9D89-DC681753BCD5}" presName="sibTrans" presStyleCnt="0"/>
      <dgm:spPr/>
    </dgm:pt>
    <dgm:pt modelId="{4E22B3B3-6DFA-4BB1-8540-3DE2D84A5137}" type="pres">
      <dgm:prSet presAssocID="{8163F59F-B485-4AF4-8843-AD3D8C48DB8B}" presName="node" presStyleLbl="node1" presStyleIdx="4" presStyleCnt="20" custLinFactNeighborX="-669" custLinFactNeighborY="2599">
        <dgm:presLayoutVars>
          <dgm:bulletEnabled val="1"/>
        </dgm:presLayoutVars>
      </dgm:prSet>
      <dgm:spPr/>
    </dgm:pt>
    <dgm:pt modelId="{766C9AAF-C526-4FC3-A3DE-D48A3B8A3210}" type="pres">
      <dgm:prSet presAssocID="{26601835-E599-4D32-A0B2-FA74D7048019}" presName="sibTrans" presStyleCnt="0"/>
      <dgm:spPr/>
    </dgm:pt>
    <dgm:pt modelId="{43D77824-EE74-4096-8DA3-775402A03CCB}" type="pres">
      <dgm:prSet presAssocID="{89AF566B-3A52-425D-9522-DD220C76A82F}" presName="node" presStyleLbl="node1" presStyleIdx="5" presStyleCnt="20" custLinFactNeighborX="-669" custLinFactNeighborY="2599">
        <dgm:presLayoutVars>
          <dgm:bulletEnabled val="1"/>
        </dgm:presLayoutVars>
      </dgm:prSet>
      <dgm:spPr/>
    </dgm:pt>
    <dgm:pt modelId="{38B4D182-DDA8-46B2-8CDD-20B7BFEAEFB5}" type="pres">
      <dgm:prSet presAssocID="{6A662788-D705-4051-A11B-E409DCDC394D}" presName="sibTrans" presStyleCnt="0"/>
      <dgm:spPr/>
    </dgm:pt>
    <dgm:pt modelId="{1A88A1B2-8230-4320-B5DB-DDC700A2DF7C}" type="pres">
      <dgm:prSet presAssocID="{F3776475-4590-436A-9349-65C45E1BAFD2}" presName="node" presStyleLbl="node1" presStyleIdx="6" presStyleCnt="20" custLinFactNeighborX="-669" custLinFactNeighborY="2599">
        <dgm:presLayoutVars>
          <dgm:bulletEnabled val="1"/>
        </dgm:presLayoutVars>
      </dgm:prSet>
      <dgm:spPr/>
    </dgm:pt>
    <dgm:pt modelId="{1904D331-3ED4-4143-B41B-EDFD3D166576}" type="pres">
      <dgm:prSet presAssocID="{0D0B74D8-8F2E-4E90-9917-232E2BEE7F69}" presName="sibTrans" presStyleCnt="0"/>
      <dgm:spPr/>
    </dgm:pt>
    <dgm:pt modelId="{76443C0A-D158-4A5F-A0A0-4ECDFF5BDBED}" type="pres">
      <dgm:prSet presAssocID="{9DCE9A7D-016A-4F54-AE4B-4F6D31427CED}" presName="node" presStyleLbl="node1" presStyleIdx="7" presStyleCnt="20" custLinFactNeighborX="-669" custLinFactNeighborY="2599">
        <dgm:presLayoutVars>
          <dgm:bulletEnabled val="1"/>
        </dgm:presLayoutVars>
      </dgm:prSet>
      <dgm:spPr/>
    </dgm:pt>
    <dgm:pt modelId="{94820CE2-A1F1-41C0-BDAE-6D0DF366712D}" type="pres">
      <dgm:prSet presAssocID="{D1CDDABE-AD59-48AC-8834-0D1E26BC60B0}" presName="sibTrans" presStyleCnt="0"/>
      <dgm:spPr/>
    </dgm:pt>
    <dgm:pt modelId="{6FFE77E0-01E3-4AC5-AE36-CBC9A8CD08D6}" type="pres">
      <dgm:prSet presAssocID="{A586F24F-FE91-4A41-94A6-BA725C192A08}" presName="node" presStyleLbl="node1" presStyleIdx="8" presStyleCnt="20" custLinFactNeighborX="-669" custLinFactNeighborY="2599">
        <dgm:presLayoutVars>
          <dgm:bulletEnabled val="1"/>
        </dgm:presLayoutVars>
      </dgm:prSet>
      <dgm:spPr/>
    </dgm:pt>
    <dgm:pt modelId="{2E0461D8-EAB8-4970-BAF5-A3BCBEAD0976}" type="pres">
      <dgm:prSet presAssocID="{05EA0D63-521C-4C4F-AAA1-1EE0E3F3074A}" presName="sibTrans" presStyleCnt="0"/>
      <dgm:spPr/>
    </dgm:pt>
    <dgm:pt modelId="{18DAA9D8-B56E-4CFF-A15A-C0BEC89D537C}" type="pres">
      <dgm:prSet presAssocID="{CA696FF0-7437-46D1-A0FA-E9EE7F3E96D0}" presName="node" presStyleLbl="node1" presStyleIdx="9" presStyleCnt="20" custLinFactNeighborX="-669" custLinFactNeighborY="2599">
        <dgm:presLayoutVars>
          <dgm:bulletEnabled val="1"/>
        </dgm:presLayoutVars>
      </dgm:prSet>
      <dgm:spPr/>
    </dgm:pt>
    <dgm:pt modelId="{AF04F05E-EDEC-4AEB-A7CF-EE8D27BD12CD}" type="pres">
      <dgm:prSet presAssocID="{1025CB90-42E7-48C1-A645-A38A478BF834}" presName="sibTrans" presStyleCnt="0"/>
      <dgm:spPr/>
    </dgm:pt>
    <dgm:pt modelId="{7E1B36D8-5E9D-4DA1-8566-B26DF677757B}" type="pres">
      <dgm:prSet presAssocID="{44043BD5-D0A9-49BA-8BB7-14A268E88B61}" presName="node" presStyleLbl="node1" presStyleIdx="10" presStyleCnt="20" custLinFactNeighborX="-669" custLinFactNeighborY="2599">
        <dgm:presLayoutVars>
          <dgm:bulletEnabled val="1"/>
        </dgm:presLayoutVars>
      </dgm:prSet>
      <dgm:spPr/>
    </dgm:pt>
    <dgm:pt modelId="{F48FF3FA-BAE4-422A-A1A6-47EB949BF486}" type="pres">
      <dgm:prSet presAssocID="{E31EEEC8-68BA-47B4-AA73-39FD6868BC76}" presName="sibTrans" presStyleCnt="0"/>
      <dgm:spPr/>
    </dgm:pt>
    <dgm:pt modelId="{6B096AE0-DC56-445B-9180-C823B6A762F4}" type="pres">
      <dgm:prSet presAssocID="{7B7AF6AA-F246-42D2-AB6C-EBFEE530396B}" presName="node" presStyleLbl="node1" presStyleIdx="11" presStyleCnt="20" custLinFactNeighborX="-669" custLinFactNeighborY="2599">
        <dgm:presLayoutVars>
          <dgm:bulletEnabled val="1"/>
        </dgm:presLayoutVars>
      </dgm:prSet>
      <dgm:spPr/>
    </dgm:pt>
    <dgm:pt modelId="{FD5FE426-15E9-4905-81D3-460B88CD0CC3}" type="pres">
      <dgm:prSet presAssocID="{3EDD2D64-5262-4FEA-B4ED-9302605581D4}" presName="sibTrans" presStyleCnt="0"/>
      <dgm:spPr/>
    </dgm:pt>
    <dgm:pt modelId="{28803041-91D5-4265-A055-74BF9357A3FA}" type="pres">
      <dgm:prSet presAssocID="{01AE32DC-1DA0-469D-A9C5-E617CB272D8D}" presName="node" presStyleLbl="node1" presStyleIdx="12" presStyleCnt="20" custLinFactNeighborX="-669" custLinFactNeighborY="2599">
        <dgm:presLayoutVars>
          <dgm:bulletEnabled val="1"/>
        </dgm:presLayoutVars>
      </dgm:prSet>
      <dgm:spPr/>
    </dgm:pt>
    <dgm:pt modelId="{C52E2042-C83F-464A-8306-020A64804ED6}" type="pres">
      <dgm:prSet presAssocID="{C17525D2-C3B3-45E2-88F7-E5C0C95117A2}" presName="sibTrans" presStyleCnt="0"/>
      <dgm:spPr/>
    </dgm:pt>
    <dgm:pt modelId="{D2DA084A-8480-4FC9-87F0-AC7FDAACEF8A}" type="pres">
      <dgm:prSet presAssocID="{2F594DEE-3299-4962-990C-BBE102ADF3AB}" presName="node" presStyleLbl="node1" presStyleIdx="13" presStyleCnt="20" custLinFactNeighborX="-669" custLinFactNeighborY="2599">
        <dgm:presLayoutVars>
          <dgm:bulletEnabled val="1"/>
        </dgm:presLayoutVars>
      </dgm:prSet>
      <dgm:spPr/>
    </dgm:pt>
    <dgm:pt modelId="{912FD64B-140D-45F9-BFB9-859D23082398}" type="pres">
      <dgm:prSet presAssocID="{DD2D1F9D-E5AC-4A60-BFF2-1622054A8719}" presName="sibTrans" presStyleCnt="0"/>
      <dgm:spPr/>
    </dgm:pt>
    <dgm:pt modelId="{0BA21CFD-DF6E-484D-955D-1FECEDC65B7C}" type="pres">
      <dgm:prSet presAssocID="{72F730EC-497C-4E6E-BBA7-584D707A1AA9}" presName="node" presStyleLbl="node1" presStyleIdx="14" presStyleCnt="20">
        <dgm:presLayoutVars>
          <dgm:bulletEnabled val="1"/>
        </dgm:presLayoutVars>
      </dgm:prSet>
      <dgm:spPr/>
    </dgm:pt>
    <dgm:pt modelId="{A08BF541-C76C-4D25-AFA7-77780631515C}" type="pres">
      <dgm:prSet presAssocID="{D94E09E6-313A-4E9C-B8F3-934FC8CC00F4}" presName="sibTrans" presStyleCnt="0"/>
      <dgm:spPr/>
    </dgm:pt>
    <dgm:pt modelId="{3C182D97-40C8-4CDB-B7EB-9913424B81AD}" type="pres">
      <dgm:prSet presAssocID="{D61C4DEA-A909-42F3-9635-F43566304D20}" presName="node" presStyleLbl="node1" presStyleIdx="15" presStyleCnt="20">
        <dgm:presLayoutVars>
          <dgm:bulletEnabled val="1"/>
        </dgm:presLayoutVars>
      </dgm:prSet>
      <dgm:spPr/>
    </dgm:pt>
    <dgm:pt modelId="{CE8EA73E-CBB7-4C73-9472-76652AC1E797}" type="pres">
      <dgm:prSet presAssocID="{15DEF4C3-6DD3-48C6-9C44-4BDF7A740C71}" presName="sibTrans" presStyleCnt="0"/>
      <dgm:spPr/>
    </dgm:pt>
    <dgm:pt modelId="{F18D2856-D493-4BE4-A0BF-99F668AD6CDA}" type="pres">
      <dgm:prSet presAssocID="{AD5D0310-DD47-4899-9EC3-305906E92619}" presName="node" presStyleLbl="node1" presStyleIdx="16" presStyleCnt="20">
        <dgm:presLayoutVars>
          <dgm:bulletEnabled val="1"/>
        </dgm:presLayoutVars>
      </dgm:prSet>
      <dgm:spPr/>
    </dgm:pt>
    <dgm:pt modelId="{8966BB4D-F9D6-4646-9291-B5906418D410}" type="pres">
      <dgm:prSet presAssocID="{862064BF-4E5C-4B11-B6AF-0319723918C9}" presName="sibTrans" presStyleCnt="0"/>
      <dgm:spPr/>
    </dgm:pt>
    <dgm:pt modelId="{6674736E-CD2B-42B6-85F4-FA077E58F7EC}" type="pres">
      <dgm:prSet presAssocID="{9782FAB3-6060-420D-BCE0-5672792C7DCB}" presName="node" presStyleLbl="node1" presStyleIdx="17" presStyleCnt="20">
        <dgm:presLayoutVars>
          <dgm:bulletEnabled val="1"/>
        </dgm:presLayoutVars>
      </dgm:prSet>
      <dgm:spPr/>
    </dgm:pt>
    <dgm:pt modelId="{1C45C3EB-8C39-4387-BD7B-850D2DF45C49}" type="pres">
      <dgm:prSet presAssocID="{945E260B-F5C0-436B-98E7-754F48C38697}" presName="sibTrans" presStyleCnt="0"/>
      <dgm:spPr/>
    </dgm:pt>
    <dgm:pt modelId="{A0A02417-FECD-4A03-BA70-BF735D30AB79}" type="pres">
      <dgm:prSet presAssocID="{8FA0C724-EB84-4036-81F1-E9BA68073750}" presName="node" presStyleLbl="node1" presStyleIdx="18" presStyleCnt="20">
        <dgm:presLayoutVars>
          <dgm:bulletEnabled val="1"/>
        </dgm:presLayoutVars>
      </dgm:prSet>
      <dgm:spPr/>
    </dgm:pt>
    <dgm:pt modelId="{6BD9284A-FFD4-4A6A-B8EF-545E1548F96A}" type="pres">
      <dgm:prSet presAssocID="{ECE73862-E819-4120-85BF-7E0C77812C52}" presName="sibTrans" presStyleCnt="0"/>
      <dgm:spPr/>
    </dgm:pt>
    <dgm:pt modelId="{26968101-DD4A-4F3D-9A28-1DB9EC0108D5}" type="pres">
      <dgm:prSet presAssocID="{32547364-BCEC-4150-9DDF-A8A7CEC5D2BA}" presName="node" presStyleLbl="node1" presStyleIdx="19" presStyleCnt="20" custLinFactNeighborX="-669" custLinFactNeighborY="2599">
        <dgm:presLayoutVars>
          <dgm:bulletEnabled val="1"/>
        </dgm:presLayoutVars>
      </dgm:prSet>
      <dgm:spPr/>
    </dgm:pt>
  </dgm:ptLst>
  <dgm:cxnLst>
    <dgm:cxn modelId="{24B70B10-723F-4ED8-B488-3F780BC29F60}" type="presOf" srcId="{F3776475-4590-436A-9349-65C45E1BAFD2}" destId="{1A88A1B2-8230-4320-B5DB-DDC700A2DF7C}" srcOrd="0" destOrd="0" presId="urn:microsoft.com/office/officeart/2005/8/layout/default"/>
    <dgm:cxn modelId="{8C9CCD14-8E11-451C-B8DF-211404E4E819}" srcId="{3F57D238-D3DF-4229-83E7-3F9ACE418C4A}" destId="{CA696FF0-7437-46D1-A0FA-E9EE7F3E96D0}" srcOrd="9" destOrd="0" parTransId="{1038217D-E358-45B9-98C1-E1E67F47EFAF}" sibTransId="{1025CB90-42E7-48C1-A645-A38A478BF834}"/>
    <dgm:cxn modelId="{2D871E1B-F197-4A41-8E75-AEA9552E63DB}" srcId="{3F57D238-D3DF-4229-83E7-3F9ACE418C4A}" destId="{01AE32DC-1DA0-469D-A9C5-E617CB272D8D}" srcOrd="12" destOrd="0" parTransId="{5CDE2750-5A75-4D29-B91A-9B8B52D63CEB}" sibTransId="{C17525D2-C3B3-45E2-88F7-E5C0C95117A2}"/>
    <dgm:cxn modelId="{6B259F21-6F27-4D6B-8213-6C438150F985}" srcId="{3F57D238-D3DF-4229-83E7-3F9ACE418C4A}" destId="{72F730EC-497C-4E6E-BBA7-584D707A1AA9}" srcOrd="14" destOrd="0" parTransId="{B9C88A3D-65E4-45FB-B4E3-1DDAE0CFF324}" sibTransId="{D94E09E6-313A-4E9C-B8F3-934FC8CC00F4}"/>
    <dgm:cxn modelId="{0E074E31-CE41-4FCD-9376-8366C67343FE}" type="presOf" srcId="{3F57D238-D3DF-4229-83E7-3F9ACE418C4A}" destId="{FF48D2D8-AB26-4701-B9F0-9A02CB1AFE0A}" srcOrd="0" destOrd="0" presId="urn:microsoft.com/office/officeart/2005/8/layout/default"/>
    <dgm:cxn modelId="{1E68B533-2932-4CD8-89D7-B363B8E68687}" type="presOf" srcId="{9DCE9A7D-016A-4F54-AE4B-4F6D31427CED}" destId="{76443C0A-D158-4A5F-A0A0-4ECDFF5BDBED}" srcOrd="0" destOrd="0" presId="urn:microsoft.com/office/officeart/2005/8/layout/default"/>
    <dgm:cxn modelId="{A65F893C-999C-465E-91C3-4DC429EC3654}" type="presOf" srcId="{863ED1BD-AD2E-4332-A821-776B7714FB7A}" destId="{A34EA915-240F-4618-8183-1DE9DAF37DA3}" srcOrd="0" destOrd="0" presId="urn:microsoft.com/office/officeart/2005/8/layout/default"/>
    <dgm:cxn modelId="{05CE683E-0F34-477A-ABAB-9127E186456E}" srcId="{3F57D238-D3DF-4229-83E7-3F9ACE418C4A}" destId="{32547364-BCEC-4150-9DDF-A8A7CEC5D2BA}" srcOrd="19" destOrd="0" parTransId="{C3389F77-ABF0-46C4-B3AC-A3BEBEDB58E5}" sibTransId="{2B8B7CA9-81AF-4ED2-8B02-B2BE3B2CBC1A}"/>
    <dgm:cxn modelId="{C6F68D46-D3B6-420F-BE25-4B1497848714}" type="presOf" srcId="{9782FAB3-6060-420D-BCE0-5672792C7DCB}" destId="{6674736E-CD2B-42B6-85F4-FA077E58F7EC}" srcOrd="0" destOrd="0" presId="urn:microsoft.com/office/officeart/2005/8/layout/default"/>
    <dgm:cxn modelId="{97A40B50-BDD3-4FB0-A04D-098D11E83D43}" srcId="{3F57D238-D3DF-4229-83E7-3F9ACE418C4A}" destId="{89AF566B-3A52-425D-9522-DD220C76A82F}" srcOrd="5" destOrd="0" parTransId="{74C37487-9459-4793-8629-EC265F613E02}" sibTransId="{6A662788-D705-4051-A11B-E409DCDC394D}"/>
    <dgm:cxn modelId="{00314952-8A3F-48F9-8171-FB54933CAC9B}" type="presOf" srcId="{44043BD5-D0A9-49BA-8BB7-14A268E88B61}" destId="{7E1B36D8-5E9D-4DA1-8566-B26DF677757B}" srcOrd="0" destOrd="0" presId="urn:microsoft.com/office/officeart/2005/8/layout/default"/>
    <dgm:cxn modelId="{255DE173-F099-403E-9D44-9B519C506CFD}" type="presOf" srcId="{8FA0C724-EB84-4036-81F1-E9BA68073750}" destId="{A0A02417-FECD-4A03-BA70-BF735D30AB79}" srcOrd="0" destOrd="0" presId="urn:microsoft.com/office/officeart/2005/8/layout/default"/>
    <dgm:cxn modelId="{91AF9A57-F689-4BAD-AAC4-EF8260375136}" srcId="{3F57D238-D3DF-4229-83E7-3F9ACE418C4A}" destId="{F3776475-4590-436A-9349-65C45E1BAFD2}" srcOrd="6" destOrd="0" parTransId="{DA0401A1-6312-4546-9F9F-32480F39FCAA}" sibTransId="{0D0B74D8-8F2E-4E90-9917-232E2BEE7F69}"/>
    <dgm:cxn modelId="{0051B577-764A-419F-907D-AC08004A951A}" type="presOf" srcId="{72F730EC-497C-4E6E-BBA7-584D707A1AA9}" destId="{0BA21CFD-DF6E-484D-955D-1FECEDC65B7C}" srcOrd="0" destOrd="0" presId="urn:microsoft.com/office/officeart/2005/8/layout/default"/>
    <dgm:cxn modelId="{CA6FA158-3DE3-4691-87DB-EB0913EBE0E8}" type="presOf" srcId="{D61C4DEA-A909-42F3-9635-F43566304D20}" destId="{3C182D97-40C8-4CDB-B7EB-9913424B81AD}" srcOrd="0" destOrd="0" presId="urn:microsoft.com/office/officeart/2005/8/layout/default"/>
    <dgm:cxn modelId="{D3F1D658-79FE-44CF-8044-A8F811C57CF3}" type="presOf" srcId="{89AF566B-3A52-425D-9522-DD220C76A82F}" destId="{43D77824-EE74-4096-8DA3-775402A03CCB}" srcOrd="0" destOrd="0" presId="urn:microsoft.com/office/officeart/2005/8/layout/default"/>
    <dgm:cxn modelId="{865B1D59-CA58-40C3-B4E6-00EEA2CE1198}" srcId="{3F57D238-D3DF-4229-83E7-3F9ACE418C4A}" destId="{A586F24F-FE91-4A41-94A6-BA725C192A08}" srcOrd="8" destOrd="0" parTransId="{5618323D-C3B1-41DD-9635-2B8028ED31DF}" sibTransId="{05EA0D63-521C-4C4F-AAA1-1EE0E3F3074A}"/>
    <dgm:cxn modelId="{8D40EC7D-D647-4F92-ABAA-EB0D135882A7}" srcId="{3F57D238-D3DF-4229-83E7-3F9ACE418C4A}" destId="{AD5D0310-DD47-4899-9EC3-305906E92619}" srcOrd="16" destOrd="0" parTransId="{C1BF3C0D-9E08-4971-8268-3585DD8D8106}" sibTransId="{862064BF-4E5C-4B11-B6AF-0319723918C9}"/>
    <dgm:cxn modelId="{80E4F981-A087-4AEE-9B46-BDA2CF98C4CB}" type="presOf" srcId="{0924792A-73DD-46E8-9B6B-01B59BBE4EDA}" destId="{CE56C625-DB5A-40DE-8A58-536946F5CBF7}" srcOrd="0" destOrd="0" presId="urn:microsoft.com/office/officeart/2005/8/layout/default"/>
    <dgm:cxn modelId="{ABE31787-A5A6-4314-A1EF-4497FDB30ECD}" type="presOf" srcId="{A99BBA0F-291F-411A-B996-5199FA1419B8}" destId="{8DA8C0C9-FBE2-4A0A-A501-4074AF148445}" srcOrd="0" destOrd="0" presId="urn:microsoft.com/office/officeart/2005/8/layout/default"/>
    <dgm:cxn modelId="{52CACC8B-572E-4730-AE2C-E189AEFE7CFD}" srcId="{3F57D238-D3DF-4229-83E7-3F9ACE418C4A}" destId="{8FA0C724-EB84-4036-81F1-E9BA68073750}" srcOrd="18" destOrd="0" parTransId="{AEE2CE20-4054-44BD-95E6-AA73035FC053}" sibTransId="{ECE73862-E819-4120-85BF-7E0C77812C52}"/>
    <dgm:cxn modelId="{EDAB6E94-D41E-4EEE-A11A-7E7D2245EBBE}" type="presOf" srcId="{2F594DEE-3299-4962-990C-BBE102ADF3AB}" destId="{D2DA084A-8480-4FC9-87F0-AC7FDAACEF8A}" srcOrd="0" destOrd="0" presId="urn:microsoft.com/office/officeart/2005/8/layout/default"/>
    <dgm:cxn modelId="{53E0E094-5E97-4D27-AFDB-6652CCA17CD1}" srcId="{3F57D238-D3DF-4229-83E7-3F9ACE418C4A}" destId="{D61C4DEA-A909-42F3-9635-F43566304D20}" srcOrd="15" destOrd="0" parTransId="{1DE542B9-DD19-45CD-BED2-0504C1A578F6}" sibTransId="{15DEF4C3-6DD3-48C6-9C44-4BDF7A740C71}"/>
    <dgm:cxn modelId="{A23E6698-FE65-4586-B319-0404E76E9EE6}" srcId="{3F57D238-D3DF-4229-83E7-3F9ACE418C4A}" destId="{2F594DEE-3299-4962-990C-BBE102ADF3AB}" srcOrd="13" destOrd="0" parTransId="{12AC1BB4-6AF6-4F95-8AC8-2644A3A3C299}" sibTransId="{DD2D1F9D-E5AC-4A60-BFF2-1622054A8719}"/>
    <dgm:cxn modelId="{DEA4F09D-CDD0-4D4A-AACD-705D5F8A5C83}" srcId="{3F57D238-D3DF-4229-83E7-3F9ACE418C4A}" destId="{44043BD5-D0A9-49BA-8BB7-14A268E88B61}" srcOrd="10" destOrd="0" parTransId="{0087950D-8535-414B-B662-A94D4FE324DD}" sibTransId="{E31EEEC8-68BA-47B4-AA73-39FD6868BC76}"/>
    <dgm:cxn modelId="{484EA29F-7B88-4397-9C9E-D9ABDED4C796}" srcId="{3F57D238-D3DF-4229-83E7-3F9ACE418C4A}" destId="{A99BBA0F-291F-411A-B996-5199FA1419B8}" srcOrd="3" destOrd="0" parTransId="{6B2D1C73-F179-41F5-8292-3D0E0B5FE90E}" sibTransId="{31F7DC1C-D5D2-4242-9D89-DC681753BCD5}"/>
    <dgm:cxn modelId="{56E6C3A2-C703-4434-BBB5-106B14827B49}" type="presOf" srcId="{8163F59F-B485-4AF4-8843-AD3D8C48DB8B}" destId="{4E22B3B3-6DFA-4BB1-8540-3DE2D84A5137}" srcOrd="0" destOrd="0" presId="urn:microsoft.com/office/officeart/2005/8/layout/default"/>
    <dgm:cxn modelId="{4EA843A4-9C00-40E4-8F64-7F0F483CC404}" srcId="{3F57D238-D3DF-4229-83E7-3F9ACE418C4A}" destId="{9DCE9A7D-016A-4F54-AE4B-4F6D31427CED}" srcOrd="7" destOrd="0" parTransId="{54DF69FE-5252-4FE3-80E0-00EFCB35987F}" sibTransId="{D1CDDABE-AD59-48AC-8834-0D1E26BC60B0}"/>
    <dgm:cxn modelId="{8EE264A5-08F3-45B4-A1A2-42F472686079}" srcId="{3F57D238-D3DF-4229-83E7-3F9ACE418C4A}" destId="{863ED1BD-AD2E-4332-A821-776B7714FB7A}" srcOrd="0" destOrd="0" parTransId="{CDC4D2C6-98EE-43E2-A870-C2438E006916}" sibTransId="{A73AEFFB-34A0-4072-BD0B-793A3BF62D7A}"/>
    <dgm:cxn modelId="{6B6B34A6-215B-4BA8-BFF2-322F9171E89C}" type="presOf" srcId="{7B7AF6AA-F246-42D2-AB6C-EBFEE530396B}" destId="{6B096AE0-DC56-445B-9180-C823B6A762F4}" srcOrd="0" destOrd="0" presId="urn:microsoft.com/office/officeart/2005/8/layout/default"/>
    <dgm:cxn modelId="{EDBCE4A6-64FC-42F3-949F-6FC087BD1D66}" srcId="{3F57D238-D3DF-4229-83E7-3F9ACE418C4A}" destId="{452E1B76-6D58-4592-BDD2-C2D5A4081782}" srcOrd="2" destOrd="0" parTransId="{12F0833C-921A-4988-8C63-13600AF9A015}" sibTransId="{58E56E6D-9F3B-4558-8826-D84459C0041B}"/>
    <dgm:cxn modelId="{615768AC-30C4-4EEA-AEEE-969D3B24ACE0}" srcId="{3F57D238-D3DF-4229-83E7-3F9ACE418C4A}" destId="{7B7AF6AA-F246-42D2-AB6C-EBFEE530396B}" srcOrd="11" destOrd="0" parTransId="{99E0BA1C-9956-4CFA-A189-70FDB19ECAD0}" sibTransId="{3EDD2D64-5262-4FEA-B4ED-9302605581D4}"/>
    <dgm:cxn modelId="{44F3E4B2-4CFA-4107-ACB6-814C3280F603}" type="presOf" srcId="{01AE32DC-1DA0-469D-A9C5-E617CB272D8D}" destId="{28803041-91D5-4265-A055-74BF9357A3FA}" srcOrd="0" destOrd="0" presId="urn:microsoft.com/office/officeart/2005/8/layout/default"/>
    <dgm:cxn modelId="{001D62BF-5A57-4F88-AED0-735E6DE40D23}" srcId="{3F57D238-D3DF-4229-83E7-3F9ACE418C4A}" destId="{0924792A-73DD-46E8-9B6B-01B59BBE4EDA}" srcOrd="1" destOrd="0" parTransId="{F0CD91CA-397E-4F9C-A3AC-1EC54F78EC49}" sibTransId="{3101F0F5-9206-4D1B-8D13-363371BBAAB3}"/>
    <dgm:cxn modelId="{4782AACC-9577-45AD-A7B5-98E3FE539F37}" type="presOf" srcId="{32547364-BCEC-4150-9DDF-A8A7CEC5D2BA}" destId="{26968101-DD4A-4F3D-9A28-1DB9EC0108D5}" srcOrd="0" destOrd="0" presId="urn:microsoft.com/office/officeart/2005/8/layout/default"/>
    <dgm:cxn modelId="{DF2185CE-52E2-464F-971C-436C0F072A6B}" type="presOf" srcId="{452E1B76-6D58-4592-BDD2-C2D5A4081782}" destId="{008A630C-CF24-4CFD-AEC6-39CABB035CD8}" srcOrd="0" destOrd="0" presId="urn:microsoft.com/office/officeart/2005/8/layout/default"/>
    <dgm:cxn modelId="{4E5795DA-78B0-4892-A928-32317B7F4927}" type="presOf" srcId="{CA696FF0-7437-46D1-A0FA-E9EE7F3E96D0}" destId="{18DAA9D8-B56E-4CFF-A15A-C0BEC89D537C}" srcOrd="0" destOrd="0" presId="urn:microsoft.com/office/officeart/2005/8/layout/default"/>
    <dgm:cxn modelId="{CC3F20DE-D1F4-4800-A68D-B190F6E547A7}" srcId="{3F57D238-D3DF-4229-83E7-3F9ACE418C4A}" destId="{8163F59F-B485-4AF4-8843-AD3D8C48DB8B}" srcOrd="4" destOrd="0" parTransId="{EA8B47E8-B514-40A4-A905-7333A37B5334}" sibTransId="{26601835-E599-4D32-A0B2-FA74D7048019}"/>
    <dgm:cxn modelId="{60771BE4-429A-4185-81EE-F3D25AF44079}" type="presOf" srcId="{AD5D0310-DD47-4899-9EC3-305906E92619}" destId="{F18D2856-D493-4BE4-A0BF-99F668AD6CDA}" srcOrd="0" destOrd="0" presId="urn:microsoft.com/office/officeart/2005/8/layout/default"/>
    <dgm:cxn modelId="{FAE30EE5-C2DF-49A9-8DA9-A17BD4E91EC7}" type="presOf" srcId="{A586F24F-FE91-4A41-94A6-BA725C192A08}" destId="{6FFE77E0-01E3-4AC5-AE36-CBC9A8CD08D6}" srcOrd="0" destOrd="0" presId="urn:microsoft.com/office/officeart/2005/8/layout/default"/>
    <dgm:cxn modelId="{049253E6-8201-49C5-B6F2-90422BBE036D}" srcId="{3F57D238-D3DF-4229-83E7-3F9ACE418C4A}" destId="{9782FAB3-6060-420D-BCE0-5672792C7DCB}" srcOrd="17" destOrd="0" parTransId="{4F6C206D-BD6A-49C6-8AC0-FB2D04815F7B}" sibTransId="{945E260B-F5C0-436B-98E7-754F48C38697}"/>
    <dgm:cxn modelId="{7271EB32-F6E6-4AE6-9807-7B0D2709FF19}" type="presParOf" srcId="{FF48D2D8-AB26-4701-B9F0-9A02CB1AFE0A}" destId="{A34EA915-240F-4618-8183-1DE9DAF37DA3}" srcOrd="0" destOrd="0" presId="urn:microsoft.com/office/officeart/2005/8/layout/default"/>
    <dgm:cxn modelId="{71DE2B0D-44EE-4BB6-BEC7-9D40DA72BD0F}" type="presParOf" srcId="{FF48D2D8-AB26-4701-B9F0-9A02CB1AFE0A}" destId="{CFE2EC12-4AC8-4111-A140-96C2C938B308}" srcOrd="1" destOrd="0" presId="urn:microsoft.com/office/officeart/2005/8/layout/default"/>
    <dgm:cxn modelId="{8B55B47F-D804-426A-A18E-EDAFF356C7BD}" type="presParOf" srcId="{FF48D2D8-AB26-4701-B9F0-9A02CB1AFE0A}" destId="{CE56C625-DB5A-40DE-8A58-536946F5CBF7}" srcOrd="2" destOrd="0" presId="urn:microsoft.com/office/officeart/2005/8/layout/default"/>
    <dgm:cxn modelId="{E10C0E0A-93B1-4D02-8315-9BED5E4F787B}" type="presParOf" srcId="{FF48D2D8-AB26-4701-B9F0-9A02CB1AFE0A}" destId="{E82D1218-A907-4ED2-9FB9-9912AE4C1759}" srcOrd="3" destOrd="0" presId="urn:microsoft.com/office/officeart/2005/8/layout/default"/>
    <dgm:cxn modelId="{8F50DF6F-193E-4460-83F3-481233ECCD59}" type="presParOf" srcId="{FF48D2D8-AB26-4701-B9F0-9A02CB1AFE0A}" destId="{008A630C-CF24-4CFD-AEC6-39CABB035CD8}" srcOrd="4" destOrd="0" presId="urn:microsoft.com/office/officeart/2005/8/layout/default"/>
    <dgm:cxn modelId="{277BED69-FBBF-4BE5-85FB-4B0DAE50AC3F}" type="presParOf" srcId="{FF48D2D8-AB26-4701-B9F0-9A02CB1AFE0A}" destId="{4B7F83D0-A20E-468B-BE0E-52C60C28F2F7}" srcOrd="5" destOrd="0" presId="urn:microsoft.com/office/officeart/2005/8/layout/default"/>
    <dgm:cxn modelId="{32BB0E53-C477-4B04-ACF6-9D96585813AB}" type="presParOf" srcId="{FF48D2D8-AB26-4701-B9F0-9A02CB1AFE0A}" destId="{8DA8C0C9-FBE2-4A0A-A501-4074AF148445}" srcOrd="6" destOrd="0" presId="urn:microsoft.com/office/officeart/2005/8/layout/default"/>
    <dgm:cxn modelId="{9453AD5B-DD72-45DF-96AA-780CA9AFDCAA}" type="presParOf" srcId="{FF48D2D8-AB26-4701-B9F0-9A02CB1AFE0A}" destId="{B85A6C2D-BC95-4B93-A1BD-542CE5225AFA}" srcOrd="7" destOrd="0" presId="urn:microsoft.com/office/officeart/2005/8/layout/default"/>
    <dgm:cxn modelId="{1E160BF0-6718-4933-9D55-93A4AACE4108}" type="presParOf" srcId="{FF48D2D8-AB26-4701-B9F0-9A02CB1AFE0A}" destId="{4E22B3B3-6DFA-4BB1-8540-3DE2D84A5137}" srcOrd="8" destOrd="0" presId="urn:microsoft.com/office/officeart/2005/8/layout/default"/>
    <dgm:cxn modelId="{359C8F05-3633-4E6F-92D5-0DE11CC961B1}" type="presParOf" srcId="{FF48D2D8-AB26-4701-B9F0-9A02CB1AFE0A}" destId="{766C9AAF-C526-4FC3-A3DE-D48A3B8A3210}" srcOrd="9" destOrd="0" presId="urn:microsoft.com/office/officeart/2005/8/layout/default"/>
    <dgm:cxn modelId="{FD5623E8-5E7A-469C-8018-B3AA32C07660}" type="presParOf" srcId="{FF48D2D8-AB26-4701-B9F0-9A02CB1AFE0A}" destId="{43D77824-EE74-4096-8DA3-775402A03CCB}" srcOrd="10" destOrd="0" presId="urn:microsoft.com/office/officeart/2005/8/layout/default"/>
    <dgm:cxn modelId="{AC6BC249-FA78-4B57-A4DF-3F3BC72C0F6E}" type="presParOf" srcId="{FF48D2D8-AB26-4701-B9F0-9A02CB1AFE0A}" destId="{38B4D182-DDA8-46B2-8CDD-20B7BFEAEFB5}" srcOrd="11" destOrd="0" presId="urn:microsoft.com/office/officeart/2005/8/layout/default"/>
    <dgm:cxn modelId="{F4328694-D43A-4924-AADA-8039D13B1EEE}" type="presParOf" srcId="{FF48D2D8-AB26-4701-B9F0-9A02CB1AFE0A}" destId="{1A88A1B2-8230-4320-B5DB-DDC700A2DF7C}" srcOrd="12" destOrd="0" presId="urn:microsoft.com/office/officeart/2005/8/layout/default"/>
    <dgm:cxn modelId="{CC8D3D2A-AD22-4343-9793-7F1425662EB2}" type="presParOf" srcId="{FF48D2D8-AB26-4701-B9F0-9A02CB1AFE0A}" destId="{1904D331-3ED4-4143-B41B-EDFD3D166576}" srcOrd="13" destOrd="0" presId="urn:microsoft.com/office/officeart/2005/8/layout/default"/>
    <dgm:cxn modelId="{ACE3BCCC-3AC5-4023-99BB-1C535B5FB969}" type="presParOf" srcId="{FF48D2D8-AB26-4701-B9F0-9A02CB1AFE0A}" destId="{76443C0A-D158-4A5F-A0A0-4ECDFF5BDBED}" srcOrd="14" destOrd="0" presId="urn:microsoft.com/office/officeart/2005/8/layout/default"/>
    <dgm:cxn modelId="{C6D056EF-87BB-46B3-B34F-C00557823AD1}" type="presParOf" srcId="{FF48D2D8-AB26-4701-B9F0-9A02CB1AFE0A}" destId="{94820CE2-A1F1-41C0-BDAE-6D0DF366712D}" srcOrd="15" destOrd="0" presId="urn:microsoft.com/office/officeart/2005/8/layout/default"/>
    <dgm:cxn modelId="{CB77A043-C026-4E8D-822A-C95A71437C3A}" type="presParOf" srcId="{FF48D2D8-AB26-4701-B9F0-9A02CB1AFE0A}" destId="{6FFE77E0-01E3-4AC5-AE36-CBC9A8CD08D6}" srcOrd="16" destOrd="0" presId="urn:microsoft.com/office/officeart/2005/8/layout/default"/>
    <dgm:cxn modelId="{40429CDE-18FC-4B1E-8C89-97CE73199FFB}" type="presParOf" srcId="{FF48D2D8-AB26-4701-B9F0-9A02CB1AFE0A}" destId="{2E0461D8-EAB8-4970-BAF5-A3BCBEAD0976}" srcOrd="17" destOrd="0" presId="urn:microsoft.com/office/officeart/2005/8/layout/default"/>
    <dgm:cxn modelId="{F4283B29-28E8-4540-AB64-9BC922A1F14D}" type="presParOf" srcId="{FF48D2D8-AB26-4701-B9F0-9A02CB1AFE0A}" destId="{18DAA9D8-B56E-4CFF-A15A-C0BEC89D537C}" srcOrd="18" destOrd="0" presId="urn:microsoft.com/office/officeart/2005/8/layout/default"/>
    <dgm:cxn modelId="{0E08141C-B923-42F6-8E23-DD57B7F2164E}" type="presParOf" srcId="{FF48D2D8-AB26-4701-B9F0-9A02CB1AFE0A}" destId="{AF04F05E-EDEC-4AEB-A7CF-EE8D27BD12CD}" srcOrd="19" destOrd="0" presId="urn:microsoft.com/office/officeart/2005/8/layout/default"/>
    <dgm:cxn modelId="{02991EC0-ED43-4E48-BB7A-7157638717EE}" type="presParOf" srcId="{FF48D2D8-AB26-4701-B9F0-9A02CB1AFE0A}" destId="{7E1B36D8-5E9D-4DA1-8566-B26DF677757B}" srcOrd="20" destOrd="0" presId="urn:microsoft.com/office/officeart/2005/8/layout/default"/>
    <dgm:cxn modelId="{8C26AC4C-C7F6-447F-999F-9F6872CA6691}" type="presParOf" srcId="{FF48D2D8-AB26-4701-B9F0-9A02CB1AFE0A}" destId="{F48FF3FA-BAE4-422A-A1A6-47EB949BF486}" srcOrd="21" destOrd="0" presId="urn:microsoft.com/office/officeart/2005/8/layout/default"/>
    <dgm:cxn modelId="{307DAC67-46A8-45B3-AD72-7B08059834B0}" type="presParOf" srcId="{FF48D2D8-AB26-4701-B9F0-9A02CB1AFE0A}" destId="{6B096AE0-DC56-445B-9180-C823B6A762F4}" srcOrd="22" destOrd="0" presId="urn:microsoft.com/office/officeart/2005/8/layout/default"/>
    <dgm:cxn modelId="{578ED51D-C37E-49AE-9C10-EC05129DD827}" type="presParOf" srcId="{FF48D2D8-AB26-4701-B9F0-9A02CB1AFE0A}" destId="{FD5FE426-15E9-4905-81D3-460B88CD0CC3}" srcOrd="23" destOrd="0" presId="urn:microsoft.com/office/officeart/2005/8/layout/default"/>
    <dgm:cxn modelId="{F0D475E7-B1A9-4F3A-AA3F-B4F8FD16B54F}" type="presParOf" srcId="{FF48D2D8-AB26-4701-B9F0-9A02CB1AFE0A}" destId="{28803041-91D5-4265-A055-74BF9357A3FA}" srcOrd="24" destOrd="0" presId="urn:microsoft.com/office/officeart/2005/8/layout/default"/>
    <dgm:cxn modelId="{E1954872-2FDE-41C8-85B5-65F8FA944C77}" type="presParOf" srcId="{FF48D2D8-AB26-4701-B9F0-9A02CB1AFE0A}" destId="{C52E2042-C83F-464A-8306-020A64804ED6}" srcOrd="25" destOrd="0" presId="urn:microsoft.com/office/officeart/2005/8/layout/default"/>
    <dgm:cxn modelId="{85D8DA09-7218-49EE-8861-8FCDF4169CFD}" type="presParOf" srcId="{FF48D2D8-AB26-4701-B9F0-9A02CB1AFE0A}" destId="{D2DA084A-8480-4FC9-87F0-AC7FDAACEF8A}" srcOrd="26" destOrd="0" presId="urn:microsoft.com/office/officeart/2005/8/layout/default"/>
    <dgm:cxn modelId="{F139440A-5503-40F6-A6F0-00DCCA0A6E28}" type="presParOf" srcId="{FF48D2D8-AB26-4701-B9F0-9A02CB1AFE0A}" destId="{912FD64B-140D-45F9-BFB9-859D23082398}" srcOrd="27" destOrd="0" presId="urn:microsoft.com/office/officeart/2005/8/layout/default"/>
    <dgm:cxn modelId="{04656B30-CE19-40A0-9375-AD8A41268EBA}" type="presParOf" srcId="{FF48D2D8-AB26-4701-B9F0-9A02CB1AFE0A}" destId="{0BA21CFD-DF6E-484D-955D-1FECEDC65B7C}" srcOrd="28" destOrd="0" presId="urn:microsoft.com/office/officeart/2005/8/layout/default"/>
    <dgm:cxn modelId="{830C1F85-5319-49DC-9064-0C7DD0EEC1C3}" type="presParOf" srcId="{FF48D2D8-AB26-4701-B9F0-9A02CB1AFE0A}" destId="{A08BF541-C76C-4D25-AFA7-77780631515C}" srcOrd="29" destOrd="0" presId="urn:microsoft.com/office/officeart/2005/8/layout/default"/>
    <dgm:cxn modelId="{D84A262D-EB8A-4CFC-BA3D-61FCBA492ED6}" type="presParOf" srcId="{FF48D2D8-AB26-4701-B9F0-9A02CB1AFE0A}" destId="{3C182D97-40C8-4CDB-B7EB-9913424B81AD}" srcOrd="30" destOrd="0" presId="urn:microsoft.com/office/officeart/2005/8/layout/default"/>
    <dgm:cxn modelId="{93821E03-A7F8-4482-8CAC-F36ACF010484}" type="presParOf" srcId="{FF48D2D8-AB26-4701-B9F0-9A02CB1AFE0A}" destId="{CE8EA73E-CBB7-4C73-9472-76652AC1E797}" srcOrd="31" destOrd="0" presId="urn:microsoft.com/office/officeart/2005/8/layout/default"/>
    <dgm:cxn modelId="{D63F17AA-6E63-4606-A758-6CDF0CFAB3BE}" type="presParOf" srcId="{FF48D2D8-AB26-4701-B9F0-9A02CB1AFE0A}" destId="{F18D2856-D493-4BE4-A0BF-99F668AD6CDA}" srcOrd="32" destOrd="0" presId="urn:microsoft.com/office/officeart/2005/8/layout/default"/>
    <dgm:cxn modelId="{DFA4A121-5E0C-4C40-96FF-36D3BE17C40A}" type="presParOf" srcId="{FF48D2D8-AB26-4701-B9F0-9A02CB1AFE0A}" destId="{8966BB4D-F9D6-4646-9291-B5906418D410}" srcOrd="33" destOrd="0" presId="urn:microsoft.com/office/officeart/2005/8/layout/default"/>
    <dgm:cxn modelId="{2F555497-3FA1-431D-A015-084FF49C313D}" type="presParOf" srcId="{FF48D2D8-AB26-4701-B9F0-9A02CB1AFE0A}" destId="{6674736E-CD2B-42B6-85F4-FA077E58F7EC}" srcOrd="34" destOrd="0" presId="urn:microsoft.com/office/officeart/2005/8/layout/default"/>
    <dgm:cxn modelId="{9B7AF875-03E2-454A-8B6F-2C1C05357B26}" type="presParOf" srcId="{FF48D2D8-AB26-4701-B9F0-9A02CB1AFE0A}" destId="{1C45C3EB-8C39-4387-BD7B-850D2DF45C49}" srcOrd="35" destOrd="0" presId="urn:microsoft.com/office/officeart/2005/8/layout/default"/>
    <dgm:cxn modelId="{88083866-AB4A-4401-BF45-2A8F21229801}" type="presParOf" srcId="{FF48D2D8-AB26-4701-B9F0-9A02CB1AFE0A}" destId="{A0A02417-FECD-4A03-BA70-BF735D30AB79}" srcOrd="36" destOrd="0" presId="urn:microsoft.com/office/officeart/2005/8/layout/default"/>
    <dgm:cxn modelId="{E57F9630-F931-4D78-B850-A3C3A812524B}" type="presParOf" srcId="{FF48D2D8-AB26-4701-B9F0-9A02CB1AFE0A}" destId="{6BD9284A-FFD4-4A6A-B8EF-545E1548F96A}" srcOrd="37" destOrd="0" presId="urn:microsoft.com/office/officeart/2005/8/layout/default"/>
    <dgm:cxn modelId="{284C9A7F-9A53-4798-8C82-9F4234EC0B8B}" type="presParOf" srcId="{FF48D2D8-AB26-4701-B9F0-9A02CB1AFE0A}" destId="{26968101-DD4A-4F3D-9A28-1DB9EC0108D5}" srcOrd="3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A0593DC-339D-4D94-AFE2-12496B518FA9}"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BC2D78AC-9D4B-4ED4-A9C0-E32803482DD4}">
      <dgm:prSet/>
      <dgm:spPr/>
      <dgm:t>
        <a:bodyPr/>
        <a:lstStyle/>
        <a:p>
          <a:r>
            <a:rPr lang="fa-IR"/>
            <a:t>موافقت نامه </a:t>
          </a:r>
          <a:endParaRPr lang="en-US" dirty="0"/>
        </a:p>
      </dgm:t>
    </dgm:pt>
    <dgm:pt modelId="{0B4DB695-2B3C-4DC1-9D7B-A2CF746FC700}" type="parTrans" cxnId="{02EFA218-80F9-4A71-A457-12E0838FF1BC}">
      <dgm:prSet/>
      <dgm:spPr/>
      <dgm:t>
        <a:bodyPr/>
        <a:lstStyle/>
        <a:p>
          <a:endParaRPr lang="en-US"/>
        </a:p>
      </dgm:t>
    </dgm:pt>
    <dgm:pt modelId="{D7EF6BAF-F19F-451F-AB28-DF5E750667A8}" type="sibTrans" cxnId="{02EFA218-80F9-4A71-A457-12E0838FF1BC}">
      <dgm:prSet/>
      <dgm:spPr/>
      <dgm:t>
        <a:bodyPr/>
        <a:lstStyle/>
        <a:p>
          <a:endParaRPr lang="en-US"/>
        </a:p>
      </dgm:t>
    </dgm:pt>
    <dgm:pt modelId="{231A398B-12EA-45B6-82AB-E1F32A6F66DF}">
      <dgm:prSet/>
      <dgm:spPr/>
      <dgm:t>
        <a:bodyPr/>
        <a:lstStyle/>
        <a:p>
          <a:r>
            <a:rPr lang="fa-IR"/>
            <a:t>پیوست ها </a:t>
          </a:r>
          <a:endParaRPr lang="en-US" dirty="0"/>
        </a:p>
      </dgm:t>
    </dgm:pt>
    <dgm:pt modelId="{D3788295-4FE7-4AB6-A1B7-E464B413365E}" type="parTrans" cxnId="{42031809-5CA1-418B-B931-BAB8FF668990}">
      <dgm:prSet/>
      <dgm:spPr/>
      <dgm:t>
        <a:bodyPr/>
        <a:lstStyle/>
        <a:p>
          <a:endParaRPr lang="en-US"/>
        </a:p>
      </dgm:t>
    </dgm:pt>
    <dgm:pt modelId="{716A21CB-083E-4A27-A06F-17DEAE18A475}" type="sibTrans" cxnId="{42031809-5CA1-418B-B931-BAB8FF668990}">
      <dgm:prSet/>
      <dgm:spPr/>
      <dgm:t>
        <a:bodyPr/>
        <a:lstStyle/>
        <a:p>
          <a:endParaRPr lang="en-US"/>
        </a:p>
      </dgm:t>
    </dgm:pt>
    <dgm:pt modelId="{81FB8655-7485-4274-8803-B5B00B4290EE}">
      <dgm:prSet/>
      <dgm:spPr/>
      <dgm:t>
        <a:bodyPr/>
        <a:lstStyle/>
        <a:p>
          <a:r>
            <a:rPr lang="fa-IR"/>
            <a:t>شرایط عمومی </a:t>
          </a:r>
          <a:endParaRPr lang="en-US" dirty="0"/>
        </a:p>
      </dgm:t>
    </dgm:pt>
    <dgm:pt modelId="{AE119BC0-1C19-41B5-82B3-24750D36C09F}" type="parTrans" cxnId="{66EB4C7A-B861-41B9-81D4-05DA4A58F2AE}">
      <dgm:prSet/>
      <dgm:spPr/>
      <dgm:t>
        <a:bodyPr/>
        <a:lstStyle/>
        <a:p>
          <a:endParaRPr lang="en-US"/>
        </a:p>
      </dgm:t>
    </dgm:pt>
    <dgm:pt modelId="{5D788515-18B9-4F77-8600-EA9611500342}" type="sibTrans" cxnId="{66EB4C7A-B861-41B9-81D4-05DA4A58F2AE}">
      <dgm:prSet/>
      <dgm:spPr/>
      <dgm:t>
        <a:bodyPr/>
        <a:lstStyle/>
        <a:p>
          <a:endParaRPr lang="en-US"/>
        </a:p>
      </dgm:t>
    </dgm:pt>
    <dgm:pt modelId="{0A97C7FB-A764-4E61-9963-30984A7652E6}">
      <dgm:prSet/>
      <dgm:spPr/>
      <dgm:t>
        <a:bodyPr/>
        <a:lstStyle/>
        <a:p>
          <a:r>
            <a:rPr lang="fa-IR"/>
            <a:t>شرایط خصوصی </a:t>
          </a:r>
          <a:endParaRPr lang="en-US" dirty="0"/>
        </a:p>
      </dgm:t>
    </dgm:pt>
    <dgm:pt modelId="{A59F718D-015F-4914-AB00-9305AAAE0625}" type="parTrans" cxnId="{596B275D-B7A7-4084-95D4-B5BF5D493158}">
      <dgm:prSet/>
      <dgm:spPr/>
      <dgm:t>
        <a:bodyPr/>
        <a:lstStyle/>
        <a:p>
          <a:endParaRPr lang="en-US"/>
        </a:p>
      </dgm:t>
    </dgm:pt>
    <dgm:pt modelId="{8EBDD5F5-C2F0-4399-A5A0-2102073D1D9A}" type="sibTrans" cxnId="{596B275D-B7A7-4084-95D4-B5BF5D493158}">
      <dgm:prSet/>
      <dgm:spPr/>
      <dgm:t>
        <a:bodyPr/>
        <a:lstStyle/>
        <a:p>
          <a:endParaRPr lang="en-US"/>
        </a:p>
      </dgm:t>
    </dgm:pt>
    <dgm:pt modelId="{459112F3-DC9E-44EF-867E-5AB7C2299BEE}" type="pres">
      <dgm:prSet presAssocID="{AA0593DC-339D-4D94-AFE2-12496B518FA9}" presName="linear" presStyleCnt="0">
        <dgm:presLayoutVars>
          <dgm:animLvl val="lvl"/>
          <dgm:resizeHandles val="exact"/>
        </dgm:presLayoutVars>
      </dgm:prSet>
      <dgm:spPr/>
    </dgm:pt>
    <dgm:pt modelId="{FCC56932-E2D5-4898-9B15-6B9A8545B43A}" type="pres">
      <dgm:prSet presAssocID="{BC2D78AC-9D4B-4ED4-A9C0-E32803482DD4}" presName="parentText" presStyleLbl="node1" presStyleIdx="0" presStyleCnt="4">
        <dgm:presLayoutVars>
          <dgm:chMax val="0"/>
          <dgm:bulletEnabled val="1"/>
        </dgm:presLayoutVars>
      </dgm:prSet>
      <dgm:spPr/>
    </dgm:pt>
    <dgm:pt modelId="{4BB59DB4-B86D-440E-8AAE-38EF5DA340BB}" type="pres">
      <dgm:prSet presAssocID="{D7EF6BAF-F19F-451F-AB28-DF5E750667A8}" presName="spacer" presStyleCnt="0"/>
      <dgm:spPr/>
    </dgm:pt>
    <dgm:pt modelId="{F4F43B7B-2B16-4792-BF28-5DC6428DFB12}" type="pres">
      <dgm:prSet presAssocID="{231A398B-12EA-45B6-82AB-E1F32A6F66DF}" presName="parentText" presStyleLbl="node1" presStyleIdx="1" presStyleCnt="4">
        <dgm:presLayoutVars>
          <dgm:chMax val="0"/>
          <dgm:bulletEnabled val="1"/>
        </dgm:presLayoutVars>
      </dgm:prSet>
      <dgm:spPr/>
    </dgm:pt>
    <dgm:pt modelId="{A800ED63-81A9-424D-8B42-8E040FA521D0}" type="pres">
      <dgm:prSet presAssocID="{716A21CB-083E-4A27-A06F-17DEAE18A475}" presName="spacer" presStyleCnt="0"/>
      <dgm:spPr/>
    </dgm:pt>
    <dgm:pt modelId="{80A18A5A-8FA7-4BC4-B4FA-2DF2270C0976}" type="pres">
      <dgm:prSet presAssocID="{81FB8655-7485-4274-8803-B5B00B4290EE}" presName="parentText" presStyleLbl="node1" presStyleIdx="2" presStyleCnt="4">
        <dgm:presLayoutVars>
          <dgm:chMax val="0"/>
          <dgm:bulletEnabled val="1"/>
        </dgm:presLayoutVars>
      </dgm:prSet>
      <dgm:spPr/>
    </dgm:pt>
    <dgm:pt modelId="{85492A32-211F-4FA0-94CD-6AF2B74CB1E4}" type="pres">
      <dgm:prSet presAssocID="{5D788515-18B9-4F77-8600-EA9611500342}" presName="spacer" presStyleCnt="0"/>
      <dgm:spPr/>
    </dgm:pt>
    <dgm:pt modelId="{6CD3FAA5-31A4-4341-A13A-A5C64F61A782}" type="pres">
      <dgm:prSet presAssocID="{0A97C7FB-A764-4E61-9963-30984A7652E6}" presName="parentText" presStyleLbl="node1" presStyleIdx="3" presStyleCnt="4">
        <dgm:presLayoutVars>
          <dgm:chMax val="0"/>
          <dgm:bulletEnabled val="1"/>
        </dgm:presLayoutVars>
      </dgm:prSet>
      <dgm:spPr/>
    </dgm:pt>
  </dgm:ptLst>
  <dgm:cxnLst>
    <dgm:cxn modelId="{42031809-5CA1-418B-B931-BAB8FF668990}" srcId="{AA0593DC-339D-4D94-AFE2-12496B518FA9}" destId="{231A398B-12EA-45B6-82AB-E1F32A6F66DF}" srcOrd="1" destOrd="0" parTransId="{D3788295-4FE7-4AB6-A1B7-E464B413365E}" sibTransId="{716A21CB-083E-4A27-A06F-17DEAE18A475}"/>
    <dgm:cxn modelId="{F12A3510-96E7-43C4-ABD5-5BCA151C1014}" type="presOf" srcId="{0A97C7FB-A764-4E61-9963-30984A7652E6}" destId="{6CD3FAA5-31A4-4341-A13A-A5C64F61A782}" srcOrd="0" destOrd="0" presId="urn:microsoft.com/office/officeart/2005/8/layout/vList2"/>
    <dgm:cxn modelId="{02EFA218-80F9-4A71-A457-12E0838FF1BC}" srcId="{AA0593DC-339D-4D94-AFE2-12496B518FA9}" destId="{BC2D78AC-9D4B-4ED4-A9C0-E32803482DD4}" srcOrd="0" destOrd="0" parTransId="{0B4DB695-2B3C-4DC1-9D7B-A2CF746FC700}" sibTransId="{D7EF6BAF-F19F-451F-AB28-DF5E750667A8}"/>
    <dgm:cxn modelId="{596B275D-B7A7-4084-95D4-B5BF5D493158}" srcId="{AA0593DC-339D-4D94-AFE2-12496B518FA9}" destId="{0A97C7FB-A764-4E61-9963-30984A7652E6}" srcOrd="3" destOrd="0" parTransId="{A59F718D-015F-4914-AB00-9305AAAE0625}" sibTransId="{8EBDD5F5-C2F0-4399-A5A0-2102073D1D9A}"/>
    <dgm:cxn modelId="{66EB4C7A-B861-41B9-81D4-05DA4A58F2AE}" srcId="{AA0593DC-339D-4D94-AFE2-12496B518FA9}" destId="{81FB8655-7485-4274-8803-B5B00B4290EE}" srcOrd="2" destOrd="0" parTransId="{AE119BC0-1C19-41B5-82B3-24750D36C09F}" sibTransId="{5D788515-18B9-4F77-8600-EA9611500342}"/>
    <dgm:cxn modelId="{4870117F-9C4C-4E71-9D18-F435F75C3841}" type="presOf" srcId="{AA0593DC-339D-4D94-AFE2-12496B518FA9}" destId="{459112F3-DC9E-44EF-867E-5AB7C2299BEE}" srcOrd="0" destOrd="0" presId="urn:microsoft.com/office/officeart/2005/8/layout/vList2"/>
    <dgm:cxn modelId="{CB6B4E91-119C-4D6F-BF67-223D22BC7AF2}" type="presOf" srcId="{231A398B-12EA-45B6-82AB-E1F32A6F66DF}" destId="{F4F43B7B-2B16-4792-BF28-5DC6428DFB12}" srcOrd="0" destOrd="0" presId="urn:microsoft.com/office/officeart/2005/8/layout/vList2"/>
    <dgm:cxn modelId="{5EBF2192-5993-48C9-A437-07755B73BD4D}" type="presOf" srcId="{81FB8655-7485-4274-8803-B5B00B4290EE}" destId="{80A18A5A-8FA7-4BC4-B4FA-2DF2270C0976}" srcOrd="0" destOrd="0" presId="urn:microsoft.com/office/officeart/2005/8/layout/vList2"/>
    <dgm:cxn modelId="{712169AD-A7A7-4EE7-8D05-B5578C9EB275}" type="presOf" srcId="{BC2D78AC-9D4B-4ED4-A9C0-E32803482DD4}" destId="{FCC56932-E2D5-4898-9B15-6B9A8545B43A}" srcOrd="0" destOrd="0" presId="urn:microsoft.com/office/officeart/2005/8/layout/vList2"/>
    <dgm:cxn modelId="{0C6AEC0B-CE65-4740-A38A-8AC4644B125D}" type="presParOf" srcId="{459112F3-DC9E-44EF-867E-5AB7C2299BEE}" destId="{FCC56932-E2D5-4898-9B15-6B9A8545B43A}" srcOrd="0" destOrd="0" presId="urn:microsoft.com/office/officeart/2005/8/layout/vList2"/>
    <dgm:cxn modelId="{4998B683-184F-4D55-ADE0-8F5E24AA2B03}" type="presParOf" srcId="{459112F3-DC9E-44EF-867E-5AB7C2299BEE}" destId="{4BB59DB4-B86D-440E-8AAE-38EF5DA340BB}" srcOrd="1" destOrd="0" presId="urn:microsoft.com/office/officeart/2005/8/layout/vList2"/>
    <dgm:cxn modelId="{4270EEF2-0146-4CFA-AEBF-4A2FC33B49FB}" type="presParOf" srcId="{459112F3-DC9E-44EF-867E-5AB7C2299BEE}" destId="{F4F43B7B-2B16-4792-BF28-5DC6428DFB12}" srcOrd="2" destOrd="0" presId="urn:microsoft.com/office/officeart/2005/8/layout/vList2"/>
    <dgm:cxn modelId="{6D14C605-B6BD-4FAB-A5C9-3EFDAFC0E51D}" type="presParOf" srcId="{459112F3-DC9E-44EF-867E-5AB7C2299BEE}" destId="{A800ED63-81A9-424D-8B42-8E040FA521D0}" srcOrd="3" destOrd="0" presId="urn:microsoft.com/office/officeart/2005/8/layout/vList2"/>
    <dgm:cxn modelId="{492C13CA-ED9F-4237-AEA3-3CD05BAECFB3}" type="presParOf" srcId="{459112F3-DC9E-44EF-867E-5AB7C2299BEE}" destId="{80A18A5A-8FA7-4BC4-B4FA-2DF2270C0976}" srcOrd="4" destOrd="0" presId="urn:microsoft.com/office/officeart/2005/8/layout/vList2"/>
    <dgm:cxn modelId="{4D3B0B6B-EC36-4648-8AE3-2D30F2190110}" type="presParOf" srcId="{459112F3-DC9E-44EF-867E-5AB7C2299BEE}" destId="{85492A32-211F-4FA0-94CD-6AF2B74CB1E4}" srcOrd="5" destOrd="0" presId="urn:microsoft.com/office/officeart/2005/8/layout/vList2"/>
    <dgm:cxn modelId="{5B0A705A-2150-4716-9D13-13969E4920A9}" type="presParOf" srcId="{459112F3-DC9E-44EF-867E-5AB7C2299BEE}" destId="{6CD3FAA5-31A4-4341-A13A-A5C64F61A78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197AEF-41D2-424F-B76F-1191C54FBDA9}"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890C2FD6-3B04-4973-9D42-C1EEC990280F}">
      <dgm:prSet custT="1"/>
      <dgm:spPr/>
      <dgm:t>
        <a:bodyPr/>
        <a:lstStyle/>
        <a:p>
          <a:pPr algn="r" rtl="1"/>
          <a:r>
            <a:rPr lang="fa-IR" sz="1800" kern="1200"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شماره کل بسته </a:t>
          </a:r>
          <a:endParaRPr lang="en-US" sz="1800" kern="1200"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endParaRPr>
        </a:p>
      </dgm:t>
    </dgm:pt>
    <dgm:pt modelId="{02BDF608-6F2D-4FA4-9B61-301BB42C47FC}" type="parTrans" cxnId="{CFFED88B-B7B0-4092-B020-CFB4E95C665E}">
      <dgm:prSet/>
      <dgm:spPr/>
      <dgm:t>
        <a:bodyPr/>
        <a:lstStyle/>
        <a:p>
          <a:endParaRPr lang="en-US"/>
        </a:p>
      </dgm:t>
    </dgm:pt>
    <dgm:pt modelId="{4FF0A82B-5B7D-4514-B0E6-468BB31E9C3A}" type="sibTrans" cxnId="{CFFED88B-B7B0-4092-B020-CFB4E95C665E}">
      <dgm:prSet/>
      <dgm:spPr/>
      <dgm:t>
        <a:bodyPr/>
        <a:lstStyle/>
        <a:p>
          <a:endParaRPr lang="en-US"/>
        </a:p>
      </dgm:t>
    </dgm:pt>
    <dgm:pt modelId="{CAB06918-C4A6-4358-8CAF-EA4DE896D7B4}">
      <dgm:prSet custT="1"/>
      <dgm:spPr/>
      <dgm:t>
        <a:bodyPr/>
        <a:lstStyle/>
        <a:p>
          <a:pPr algn="r" rtl="1"/>
          <a:r>
            <a:rPr lang="fa-IR"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کمیت تجهیزات موجود در بسته </a:t>
          </a:r>
          <a:endParaRPr lang="en-US"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dgm:t>
    </dgm:pt>
    <dgm:pt modelId="{87EF55B1-6096-452A-8B46-0D2CECB8DB86}" type="parTrans" cxnId="{A2CED1C6-3933-426D-83DA-F2C59CF4A429}">
      <dgm:prSet/>
      <dgm:spPr/>
      <dgm:t>
        <a:bodyPr/>
        <a:lstStyle/>
        <a:p>
          <a:endParaRPr lang="en-US"/>
        </a:p>
      </dgm:t>
    </dgm:pt>
    <dgm:pt modelId="{0668AC12-2105-4670-9E4D-BEAE2B452976}" type="sibTrans" cxnId="{A2CED1C6-3933-426D-83DA-F2C59CF4A429}">
      <dgm:prSet/>
      <dgm:spPr/>
      <dgm:t>
        <a:bodyPr/>
        <a:lstStyle/>
        <a:p>
          <a:endParaRPr lang="en-US"/>
        </a:p>
      </dgm:t>
    </dgm:pt>
    <dgm:pt modelId="{B4758B90-9A03-4621-9FB2-530EC9AF2E24}">
      <dgm:prSet custT="1"/>
      <dgm:spPr/>
      <dgm:t>
        <a:bodyPr/>
        <a:lstStyle/>
        <a:p>
          <a:pPr algn="r" rtl="1"/>
          <a:r>
            <a:rPr lang="fa-IR"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متناسب بودن بسته بندی ها </a:t>
          </a:r>
          <a:endParaRPr lang="en-US"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dgm:t>
    </dgm:pt>
    <dgm:pt modelId="{DFD908BE-DD5A-4D10-9AA0-148B21DB9336}" type="parTrans" cxnId="{D6013EE6-237A-4130-800E-42CFEA350FDD}">
      <dgm:prSet/>
      <dgm:spPr/>
      <dgm:t>
        <a:bodyPr/>
        <a:lstStyle/>
        <a:p>
          <a:endParaRPr lang="en-US"/>
        </a:p>
      </dgm:t>
    </dgm:pt>
    <dgm:pt modelId="{49A49E82-C138-46F5-A52F-04959B2D7C53}" type="sibTrans" cxnId="{D6013EE6-237A-4130-800E-42CFEA350FDD}">
      <dgm:prSet/>
      <dgm:spPr/>
      <dgm:t>
        <a:bodyPr/>
        <a:lstStyle/>
        <a:p>
          <a:endParaRPr lang="en-US"/>
        </a:p>
      </dgm:t>
    </dgm:pt>
    <dgm:pt modelId="{C10315B8-CD9B-4F9E-A474-778476F92474}">
      <dgm:prSet custT="1"/>
      <dgm:spPr/>
      <dgm:t>
        <a:bodyPr/>
        <a:lstStyle/>
        <a:p>
          <a:pPr marL="0" lvl="0" indent="0" algn="r" defTabSz="800100" rtl="1">
            <a:lnSpc>
              <a:spcPct val="90000"/>
            </a:lnSpc>
            <a:spcBef>
              <a:spcPct val="0"/>
            </a:spcBef>
            <a:spcAft>
              <a:spcPct val="35000"/>
            </a:spcAft>
            <a:buNone/>
          </a:pPr>
          <a:r>
            <a:rPr lang="fa-IR"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علامتگذاری و بارگیری صحیح بسته </a:t>
          </a:r>
          <a:endParaRPr lang="en-US"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dgm:t>
    </dgm:pt>
    <dgm:pt modelId="{6F558A86-7389-413D-A9B2-F30104E37FB2}" type="parTrans" cxnId="{1249AEDF-832E-40F2-8350-18858DD44066}">
      <dgm:prSet/>
      <dgm:spPr/>
      <dgm:t>
        <a:bodyPr/>
        <a:lstStyle/>
        <a:p>
          <a:endParaRPr lang="en-US"/>
        </a:p>
      </dgm:t>
    </dgm:pt>
    <dgm:pt modelId="{B3E4264F-D461-478A-808B-AB4204D4AFED}" type="sibTrans" cxnId="{1249AEDF-832E-40F2-8350-18858DD44066}">
      <dgm:prSet/>
      <dgm:spPr/>
      <dgm:t>
        <a:bodyPr/>
        <a:lstStyle/>
        <a:p>
          <a:endParaRPr lang="en-US"/>
        </a:p>
      </dgm:t>
    </dgm:pt>
    <dgm:pt modelId="{D9F02B3E-DDB7-4CA6-B543-C2DC9BC14C95}">
      <dgm:prSet custT="1"/>
      <dgm:spPr/>
      <dgm:t>
        <a:bodyPr/>
        <a:lstStyle/>
        <a:p>
          <a:pPr marL="0" lvl="0" indent="0" algn="r" defTabSz="800100" rtl="1">
            <a:lnSpc>
              <a:spcPct val="90000"/>
            </a:lnSpc>
            <a:spcBef>
              <a:spcPct val="0"/>
            </a:spcBef>
            <a:spcAft>
              <a:spcPct val="35000"/>
            </a:spcAft>
            <a:buNone/>
          </a:pPr>
          <a:r>
            <a:rPr lang="fa-IR"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بازرسی چشمی و ظاهری کیفیت تجهیزات </a:t>
          </a:r>
          <a:endParaRPr lang="en-US"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dgm:t>
    </dgm:pt>
    <dgm:pt modelId="{59D15FD4-A42F-4F0D-A39D-4401AA87B2FE}" type="parTrans" cxnId="{47A5494F-0B78-4A39-99C5-ABAD8C3BDA6C}">
      <dgm:prSet/>
      <dgm:spPr/>
      <dgm:t>
        <a:bodyPr/>
        <a:lstStyle/>
        <a:p>
          <a:endParaRPr lang="en-US"/>
        </a:p>
      </dgm:t>
    </dgm:pt>
    <dgm:pt modelId="{DD5EEDE3-8E76-4297-AE67-773DE50969AB}" type="sibTrans" cxnId="{47A5494F-0B78-4A39-99C5-ABAD8C3BDA6C}">
      <dgm:prSet/>
      <dgm:spPr/>
      <dgm:t>
        <a:bodyPr/>
        <a:lstStyle/>
        <a:p>
          <a:endParaRPr lang="en-US"/>
        </a:p>
      </dgm:t>
    </dgm:pt>
    <dgm:pt modelId="{665152AF-CBD9-4F46-B2E1-801A5B781A5A}" type="pres">
      <dgm:prSet presAssocID="{09197AEF-41D2-424F-B76F-1191C54FBDA9}" presName="linear" presStyleCnt="0">
        <dgm:presLayoutVars>
          <dgm:dir/>
          <dgm:animLvl val="lvl"/>
          <dgm:resizeHandles val="exact"/>
        </dgm:presLayoutVars>
      </dgm:prSet>
      <dgm:spPr/>
    </dgm:pt>
    <dgm:pt modelId="{F5719B8A-45B9-4C03-BEDB-4AAB9225466B}" type="pres">
      <dgm:prSet presAssocID="{890C2FD6-3B04-4973-9D42-C1EEC990280F}" presName="parentLin" presStyleCnt="0"/>
      <dgm:spPr/>
    </dgm:pt>
    <dgm:pt modelId="{0D934188-285C-47DB-BE21-516655524927}" type="pres">
      <dgm:prSet presAssocID="{890C2FD6-3B04-4973-9D42-C1EEC990280F}" presName="parentLeftMargin" presStyleLbl="node1" presStyleIdx="0" presStyleCnt="5"/>
      <dgm:spPr/>
    </dgm:pt>
    <dgm:pt modelId="{A835A977-B9EC-41F1-A6BF-5A14F3A28CA9}" type="pres">
      <dgm:prSet presAssocID="{890C2FD6-3B04-4973-9D42-C1EEC990280F}" presName="parentText" presStyleLbl="node1" presStyleIdx="0" presStyleCnt="5" custLinFactX="28571" custLinFactNeighborX="100000">
        <dgm:presLayoutVars>
          <dgm:chMax val="0"/>
          <dgm:bulletEnabled val="1"/>
        </dgm:presLayoutVars>
      </dgm:prSet>
      <dgm:spPr/>
    </dgm:pt>
    <dgm:pt modelId="{136D1078-6873-4A25-A7C8-BEA5D6D2A774}" type="pres">
      <dgm:prSet presAssocID="{890C2FD6-3B04-4973-9D42-C1EEC990280F}" presName="negativeSpace" presStyleCnt="0"/>
      <dgm:spPr/>
    </dgm:pt>
    <dgm:pt modelId="{2E2F917A-25A9-41F2-8FA8-76778CFBDEA3}" type="pres">
      <dgm:prSet presAssocID="{890C2FD6-3B04-4973-9D42-C1EEC990280F}" presName="childText" presStyleLbl="conFgAcc1" presStyleIdx="0" presStyleCnt="5">
        <dgm:presLayoutVars>
          <dgm:bulletEnabled val="1"/>
        </dgm:presLayoutVars>
      </dgm:prSet>
      <dgm:spPr/>
    </dgm:pt>
    <dgm:pt modelId="{17F6CBC4-BE96-4BBA-B6E8-7CBC2BF9362A}" type="pres">
      <dgm:prSet presAssocID="{4FF0A82B-5B7D-4514-B0E6-468BB31E9C3A}" presName="spaceBetweenRectangles" presStyleCnt="0"/>
      <dgm:spPr/>
    </dgm:pt>
    <dgm:pt modelId="{BFF53C24-64FF-4405-857A-2759901386C8}" type="pres">
      <dgm:prSet presAssocID="{CAB06918-C4A6-4358-8CAF-EA4DE896D7B4}" presName="parentLin" presStyleCnt="0"/>
      <dgm:spPr/>
    </dgm:pt>
    <dgm:pt modelId="{925BA54A-F18E-43DF-AC6B-71D2EAEB4B31}" type="pres">
      <dgm:prSet presAssocID="{CAB06918-C4A6-4358-8CAF-EA4DE896D7B4}" presName="parentLeftMargin" presStyleLbl="node1" presStyleIdx="0" presStyleCnt="5"/>
      <dgm:spPr/>
    </dgm:pt>
    <dgm:pt modelId="{1644CBB2-1EB9-4782-B359-F2E487F6C4B8}" type="pres">
      <dgm:prSet presAssocID="{CAB06918-C4A6-4358-8CAF-EA4DE896D7B4}" presName="parentText" presStyleLbl="node1" presStyleIdx="1" presStyleCnt="5" custLinFactX="32529" custLinFactNeighborX="100000" custLinFactNeighborY="-19183">
        <dgm:presLayoutVars>
          <dgm:chMax val="0"/>
          <dgm:bulletEnabled val="1"/>
        </dgm:presLayoutVars>
      </dgm:prSet>
      <dgm:spPr/>
    </dgm:pt>
    <dgm:pt modelId="{E2B01A92-F1B5-47EF-A5D3-4D27FE6EDE28}" type="pres">
      <dgm:prSet presAssocID="{CAB06918-C4A6-4358-8CAF-EA4DE896D7B4}" presName="negativeSpace" presStyleCnt="0"/>
      <dgm:spPr/>
    </dgm:pt>
    <dgm:pt modelId="{18FA7260-8F44-4ED7-BB10-526236E177FC}" type="pres">
      <dgm:prSet presAssocID="{CAB06918-C4A6-4358-8CAF-EA4DE896D7B4}" presName="childText" presStyleLbl="conFgAcc1" presStyleIdx="1" presStyleCnt="5">
        <dgm:presLayoutVars>
          <dgm:bulletEnabled val="1"/>
        </dgm:presLayoutVars>
      </dgm:prSet>
      <dgm:spPr/>
    </dgm:pt>
    <dgm:pt modelId="{59BD51AA-0F46-496D-92ED-2FE2F75735A3}" type="pres">
      <dgm:prSet presAssocID="{0668AC12-2105-4670-9E4D-BEAE2B452976}" presName="spaceBetweenRectangles" presStyleCnt="0"/>
      <dgm:spPr/>
    </dgm:pt>
    <dgm:pt modelId="{0A29BE5F-522C-4558-8636-A0FEB7D8BA9C}" type="pres">
      <dgm:prSet presAssocID="{B4758B90-9A03-4621-9FB2-530EC9AF2E24}" presName="parentLin" presStyleCnt="0"/>
      <dgm:spPr/>
    </dgm:pt>
    <dgm:pt modelId="{944B9E32-CBC4-4EC6-AB10-ACD6A0355081}" type="pres">
      <dgm:prSet presAssocID="{B4758B90-9A03-4621-9FB2-530EC9AF2E24}" presName="parentLeftMargin" presStyleLbl="node1" presStyleIdx="1" presStyleCnt="5"/>
      <dgm:spPr/>
    </dgm:pt>
    <dgm:pt modelId="{B8DDE4BE-C6BD-4A72-91FF-E0ACE5AC54CE}" type="pres">
      <dgm:prSet presAssocID="{B4758B90-9A03-4621-9FB2-530EC9AF2E24}" presName="parentText" presStyleLbl="node1" presStyleIdx="2" presStyleCnt="5" custLinFactX="28571" custLinFactNeighborX="100000" custLinFactNeighborY="-2379">
        <dgm:presLayoutVars>
          <dgm:chMax val="0"/>
          <dgm:bulletEnabled val="1"/>
        </dgm:presLayoutVars>
      </dgm:prSet>
      <dgm:spPr/>
    </dgm:pt>
    <dgm:pt modelId="{8C87C965-6E6A-4810-8B9E-A683B10AB647}" type="pres">
      <dgm:prSet presAssocID="{B4758B90-9A03-4621-9FB2-530EC9AF2E24}" presName="negativeSpace" presStyleCnt="0"/>
      <dgm:spPr/>
    </dgm:pt>
    <dgm:pt modelId="{90CA01DF-0F9A-4BDD-BE4F-1760E671993B}" type="pres">
      <dgm:prSet presAssocID="{B4758B90-9A03-4621-9FB2-530EC9AF2E24}" presName="childText" presStyleLbl="conFgAcc1" presStyleIdx="2" presStyleCnt="5">
        <dgm:presLayoutVars>
          <dgm:bulletEnabled val="1"/>
        </dgm:presLayoutVars>
      </dgm:prSet>
      <dgm:spPr/>
    </dgm:pt>
    <dgm:pt modelId="{BD373D3C-9006-48AF-85C4-DDED35B91E86}" type="pres">
      <dgm:prSet presAssocID="{49A49E82-C138-46F5-A52F-04959B2D7C53}" presName="spaceBetweenRectangles" presStyleCnt="0"/>
      <dgm:spPr/>
    </dgm:pt>
    <dgm:pt modelId="{2FE893EF-4680-49F1-A4DB-2D9C3A06DDD4}" type="pres">
      <dgm:prSet presAssocID="{C10315B8-CD9B-4F9E-A474-778476F92474}" presName="parentLin" presStyleCnt="0"/>
      <dgm:spPr/>
    </dgm:pt>
    <dgm:pt modelId="{3DF95BE5-90C6-460C-B94E-FF168FAAC69A}" type="pres">
      <dgm:prSet presAssocID="{C10315B8-CD9B-4F9E-A474-778476F92474}" presName="parentLeftMargin" presStyleLbl="node1" presStyleIdx="2" presStyleCnt="5"/>
      <dgm:spPr/>
    </dgm:pt>
    <dgm:pt modelId="{D4B35E85-BF60-4115-89D0-6DCF0C6DBB43}" type="pres">
      <dgm:prSet presAssocID="{C10315B8-CD9B-4F9E-A474-778476F92474}" presName="parentText" presStyleLbl="node1" presStyleIdx="3" presStyleCnt="5" custLinFactX="28571" custLinFactNeighborX="100000" custLinFactNeighborY="68">
        <dgm:presLayoutVars>
          <dgm:chMax val="0"/>
          <dgm:bulletEnabled val="1"/>
        </dgm:presLayoutVars>
      </dgm:prSet>
      <dgm:spPr/>
    </dgm:pt>
    <dgm:pt modelId="{9FA62094-F6B8-41B0-8C88-0B91E1C89539}" type="pres">
      <dgm:prSet presAssocID="{C10315B8-CD9B-4F9E-A474-778476F92474}" presName="negativeSpace" presStyleCnt="0"/>
      <dgm:spPr/>
    </dgm:pt>
    <dgm:pt modelId="{652981B6-DB7F-483B-849C-5C5F9A2C82AA}" type="pres">
      <dgm:prSet presAssocID="{C10315B8-CD9B-4F9E-A474-778476F92474}" presName="childText" presStyleLbl="conFgAcc1" presStyleIdx="3" presStyleCnt="5">
        <dgm:presLayoutVars>
          <dgm:bulletEnabled val="1"/>
        </dgm:presLayoutVars>
      </dgm:prSet>
      <dgm:spPr/>
    </dgm:pt>
    <dgm:pt modelId="{E9BB2267-2E94-4C20-954B-8D8BFFDAC046}" type="pres">
      <dgm:prSet presAssocID="{B3E4264F-D461-478A-808B-AB4204D4AFED}" presName="spaceBetweenRectangles" presStyleCnt="0"/>
      <dgm:spPr/>
    </dgm:pt>
    <dgm:pt modelId="{A161A125-A227-4B35-A705-F97AF18D4B4F}" type="pres">
      <dgm:prSet presAssocID="{D9F02B3E-DDB7-4CA6-B543-C2DC9BC14C95}" presName="parentLin" presStyleCnt="0"/>
      <dgm:spPr/>
    </dgm:pt>
    <dgm:pt modelId="{75548268-15B1-463C-8192-16B866DB8059}" type="pres">
      <dgm:prSet presAssocID="{D9F02B3E-DDB7-4CA6-B543-C2DC9BC14C95}" presName="parentLeftMargin" presStyleLbl="node1" presStyleIdx="3" presStyleCnt="5"/>
      <dgm:spPr/>
    </dgm:pt>
    <dgm:pt modelId="{7929D388-4FB2-4C8B-AEF9-196C14BD766A}" type="pres">
      <dgm:prSet presAssocID="{D9F02B3E-DDB7-4CA6-B543-C2DC9BC14C95}" presName="parentText" presStyleLbl="node1" presStyleIdx="4" presStyleCnt="5" custLinFactX="28571" custLinFactNeighborX="100000" custLinFactNeighborY="4758">
        <dgm:presLayoutVars>
          <dgm:chMax val="0"/>
          <dgm:bulletEnabled val="1"/>
        </dgm:presLayoutVars>
      </dgm:prSet>
      <dgm:spPr/>
    </dgm:pt>
    <dgm:pt modelId="{DA9AF0A4-AEF2-48A2-9B67-8D024E1ED09D}" type="pres">
      <dgm:prSet presAssocID="{D9F02B3E-DDB7-4CA6-B543-C2DC9BC14C95}" presName="negativeSpace" presStyleCnt="0"/>
      <dgm:spPr/>
    </dgm:pt>
    <dgm:pt modelId="{62DB26EC-24EA-46FB-B65E-5A0837083906}" type="pres">
      <dgm:prSet presAssocID="{D9F02B3E-DDB7-4CA6-B543-C2DC9BC14C95}" presName="childText" presStyleLbl="conFgAcc1" presStyleIdx="4" presStyleCnt="5">
        <dgm:presLayoutVars>
          <dgm:bulletEnabled val="1"/>
        </dgm:presLayoutVars>
      </dgm:prSet>
      <dgm:spPr/>
    </dgm:pt>
  </dgm:ptLst>
  <dgm:cxnLst>
    <dgm:cxn modelId="{F16AC808-3395-4C38-8E42-7B3AA969B4D2}" type="presOf" srcId="{CAB06918-C4A6-4358-8CAF-EA4DE896D7B4}" destId="{925BA54A-F18E-43DF-AC6B-71D2EAEB4B31}" srcOrd="0" destOrd="0" presId="urn:microsoft.com/office/officeart/2005/8/layout/list1"/>
    <dgm:cxn modelId="{3D53532C-CA56-4954-B812-94DCB060F16A}" type="presOf" srcId="{C10315B8-CD9B-4F9E-A474-778476F92474}" destId="{D4B35E85-BF60-4115-89D0-6DCF0C6DBB43}" srcOrd="1" destOrd="0" presId="urn:microsoft.com/office/officeart/2005/8/layout/list1"/>
    <dgm:cxn modelId="{47A5494F-0B78-4A39-99C5-ABAD8C3BDA6C}" srcId="{09197AEF-41D2-424F-B76F-1191C54FBDA9}" destId="{D9F02B3E-DDB7-4CA6-B543-C2DC9BC14C95}" srcOrd="4" destOrd="0" parTransId="{59D15FD4-A42F-4F0D-A39D-4401AA87B2FE}" sibTransId="{DD5EEDE3-8E76-4297-AE67-773DE50969AB}"/>
    <dgm:cxn modelId="{D73B9750-1E4B-4AAB-B18C-30F4F72971C3}" type="presOf" srcId="{CAB06918-C4A6-4358-8CAF-EA4DE896D7B4}" destId="{1644CBB2-1EB9-4782-B359-F2E487F6C4B8}" srcOrd="1" destOrd="0" presId="urn:microsoft.com/office/officeart/2005/8/layout/list1"/>
    <dgm:cxn modelId="{CFFED88B-B7B0-4092-B020-CFB4E95C665E}" srcId="{09197AEF-41D2-424F-B76F-1191C54FBDA9}" destId="{890C2FD6-3B04-4973-9D42-C1EEC990280F}" srcOrd="0" destOrd="0" parTransId="{02BDF608-6F2D-4FA4-9B61-301BB42C47FC}" sibTransId="{4FF0A82B-5B7D-4514-B0E6-468BB31E9C3A}"/>
    <dgm:cxn modelId="{E4216094-1729-44AE-BEEA-BAEC40EE530D}" type="presOf" srcId="{D9F02B3E-DDB7-4CA6-B543-C2DC9BC14C95}" destId="{75548268-15B1-463C-8192-16B866DB8059}" srcOrd="0" destOrd="0" presId="urn:microsoft.com/office/officeart/2005/8/layout/list1"/>
    <dgm:cxn modelId="{EC3F8199-65C1-4CD5-9808-E6E15E495158}" type="presOf" srcId="{B4758B90-9A03-4621-9FB2-530EC9AF2E24}" destId="{B8DDE4BE-C6BD-4A72-91FF-E0ACE5AC54CE}" srcOrd="1" destOrd="0" presId="urn:microsoft.com/office/officeart/2005/8/layout/list1"/>
    <dgm:cxn modelId="{5DAE6E9F-34B6-4908-85A9-A66296CA1C4C}" type="presOf" srcId="{09197AEF-41D2-424F-B76F-1191C54FBDA9}" destId="{665152AF-CBD9-4F46-B2E1-801A5B781A5A}" srcOrd="0" destOrd="0" presId="urn:microsoft.com/office/officeart/2005/8/layout/list1"/>
    <dgm:cxn modelId="{2A3A40C4-4254-4166-96B7-9963FE99762C}" type="presOf" srcId="{D9F02B3E-DDB7-4CA6-B543-C2DC9BC14C95}" destId="{7929D388-4FB2-4C8B-AEF9-196C14BD766A}" srcOrd="1" destOrd="0" presId="urn:microsoft.com/office/officeart/2005/8/layout/list1"/>
    <dgm:cxn modelId="{A2CED1C6-3933-426D-83DA-F2C59CF4A429}" srcId="{09197AEF-41D2-424F-B76F-1191C54FBDA9}" destId="{CAB06918-C4A6-4358-8CAF-EA4DE896D7B4}" srcOrd="1" destOrd="0" parTransId="{87EF55B1-6096-452A-8B46-0D2CECB8DB86}" sibTransId="{0668AC12-2105-4670-9E4D-BEAE2B452976}"/>
    <dgm:cxn modelId="{73AAD0D5-6BFD-46E3-A8D1-C11EE3E535A8}" type="presOf" srcId="{C10315B8-CD9B-4F9E-A474-778476F92474}" destId="{3DF95BE5-90C6-460C-B94E-FF168FAAC69A}" srcOrd="0" destOrd="0" presId="urn:microsoft.com/office/officeart/2005/8/layout/list1"/>
    <dgm:cxn modelId="{1249AEDF-832E-40F2-8350-18858DD44066}" srcId="{09197AEF-41D2-424F-B76F-1191C54FBDA9}" destId="{C10315B8-CD9B-4F9E-A474-778476F92474}" srcOrd="3" destOrd="0" parTransId="{6F558A86-7389-413D-A9B2-F30104E37FB2}" sibTransId="{B3E4264F-D461-478A-808B-AB4204D4AFED}"/>
    <dgm:cxn modelId="{AB2098E5-A64A-4764-A8BD-11E4A42CA055}" type="presOf" srcId="{890C2FD6-3B04-4973-9D42-C1EEC990280F}" destId="{0D934188-285C-47DB-BE21-516655524927}" srcOrd="0" destOrd="0" presId="urn:microsoft.com/office/officeart/2005/8/layout/list1"/>
    <dgm:cxn modelId="{D6013EE6-237A-4130-800E-42CFEA350FDD}" srcId="{09197AEF-41D2-424F-B76F-1191C54FBDA9}" destId="{B4758B90-9A03-4621-9FB2-530EC9AF2E24}" srcOrd="2" destOrd="0" parTransId="{DFD908BE-DD5A-4D10-9AA0-148B21DB9336}" sibTransId="{49A49E82-C138-46F5-A52F-04959B2D7C53}"/>
    <dgm:cxn modelId="{863C2FEB-92ED-4ECB-8A0F-9F5A64432003}" type="presOf" srcId="{B4758B90-9A03-4621-9FB2-530EC9AF2E24}" destId="{944B9E32-CBC4-4EC6-AB10-ACD6A0355081}" srcOrd="0" destOrd="0" presId="urn:microsoft.com/office/officeart/2005/8/layout/list1"/>
    <dgm:cxn modelId="{82A65CFD-BF03-433F-A920-F7B18A179C30}" type="presOf" srcId="{890C2FD6-3B04-4973-9D42-C1EEC990280F}" destId="{A835A977-B9EC-41F1-A6BF-5A14F3A28CA9}" srcOrd="1" destOrd="0" presId="urn:microsoft.com/office/officeart/2005/8/layout/list1"/>
    <dgm:cxn modelId="{D77FD7F9-A192-4D6A-89B5-BC7C49DD1EF4}" type="presParOf" srcId="{665152AF-CBD9-4F46-B2E1-801A5B781A5A}" destId="{F5719B8A-45B9-4C03-BEDB-4AAB9225466B}" srcOrd="0" destOrd="0" presId="urn:microsoft.com/office/officeart/2005/8/layout/list1"/>
    <dgm:cxn modelId="{9BAD207A-4621-4D2A-B7DE-785C35105E61}" type="presParOf" srcId="{F5719B8A-45B9-4C03-BEDB-4AAB9225466B}" destId="{0D934188-285C-47DB-BE21-516655524927}" srcOrd="0" destOrd="0" presId="urn:microsoft.com/office/officeart/2005/8/layout/list1"/>
    <dgm:cxn modelId="{EE62FA02-43E4-439F-8D91-9338EB84FCEF}" type="presParOf" srcId="{F5719B8A-45B9-4C03-BEDB-4AAB9225466B}" destId="{A835A977-B9EC-41F1-A6BF-5A14F3A28CA9}" srcOrd="1" destOrd="0" presId="urn:microsoft.com/office/officeart/2005/8/layout/list1"/>
    <dgm:cxn modelId="{C9485D13-AA7E-4FFE-8584-6A6E14433B58}" type="presParOf" srcId="{665152AF-CBD9-4F46-B2E1-801A5B781A5A}" destId="{136D1078-6873-4A25-A7C8-BEA5D6D2A774}" srcOrd="1" destOrd="0" presId="urn:microsoft.com/office/officeart/2005/8/layout/list1"/>
    <dgm:cxn modelId="{7CBBE25A-E3FD-489E-8857-7B96C5AD644E}" type="presParOf" srcId="{665152AF-CBD9-4F46-B2E1-801A5B781A5A}" destId="{2E2F917A-25A9-41F2-8FA8-76778CFBDEA3}" srcOrd="2" destOrd="0" presId="urn:microsoft.com/office/officeart/2005/8/layout/list1"/>
    <dgm:cxn modelId="{8BBAF242-5CB2-41A1-9FB7-68C8102A3C9A}" type="presParOf" srcId="{665152AF-CBD9-4F46-B2E1-801A5B781A5A}" destId="{17F6CBC4-BE96-4BBA-B6E8-7CBC2BF9362A}" srcOrd="3" destOrd="0" presId="urn:microsoft.com/office/officeart/2005/8/layout/list1"/>
    <dgm:cxn modelId="{EA80668C-076C-4A8D-9D7D-514468A425B8}" type="presParOf" srcId="{665152AF-CBD9-4F46-B2E1-801A5B781A5A}" destId="{BFF53C24-64FF-4405-857A-2759901386C8}" srcOrd="4" destOrd="0" presId="urn:microsoft.com/office/officeart/2005/8/layout/list1"/>
    <dgm:cxn modelId="{8F93840E-43F7-45F2-B835-57BC9F742CFD}" type="presParOf" srcId="{BFF53C24-64FF-4405-857A-2759901386C8}" destId="{925BA54A-F18E-43DF-AC6B-71D2EAEB4B31}" srcOrd="0" destOrd="0" presId="urn:microsoft.com/office/officeart/2005/8/layout/list1"/>
    <dgm:cxn modelId="{F115AFD6-0A84-4A47-B2F2-68A17CC361C8}" type="presParOf" srcId="{BFF53C24-64FF-4405-857A-2759901386C8}" destId="{1644CBB2-1EB9-4782-B359-F2E487F6C4B8}" srcOrd="1" destOrd="0" presId="urn:microsoft.com/office/officeart/2005/8/layout/list1"/>
    <dgm:cxn modelId="{12CA6FB5-D950-4FD3-AC9B-8DC974917D6E}" type="presParOf" srcId="{665152AF-CBD9-4F46-B2E1-801A5B781A5A}" destId="{E2B01A92-F1B5-47EF-A5D3-4D27FE6EDE28}" srcOrd="5" destOrd="0" presId="urn:microsoft.com/office/officeart/2005/8/layout/list1"/>
    <dgm:cxn modelId="{D046739E-4EF4-4426-BBB9-508CA45EBBEA}" type="presParOf" srcId="{665152AF-CBD9-4F46-B2E1-801A5B781A5A}" destId="{18FA7260-8F44-4ED7-BB10-526236E177FC}" srcOrd="6" destOrd="0" presId="urn:microsoft.com/office/officeart/2005/8/layout/list1"/>
    <dgm:cxn modelId="{A2D6DAC7-D2A9-4416-9CA8-D09677A663A7}" type="presParOf" srcId="{665152AF-CBD9-4F46-B2E1-801A5B781A5A}" destId="{59BD51AA-0F46-496D-92ED-2FE2F75735A3}" srcOrd="7" destOrd="0" presId="urn:microsoft.com/office/officeart/2005/8/layout/list1"/>
    <dgm:cxn modelId="{E209C663-23FB-454C-9283-DBAF8318E025}" type="presParOf" srcId="{665152AF-CBD9-4F46-B2E1-801A5B781A5A}" destId="{0A29BE5F-522C-4558-8636-A0FEB7D8BA9C}" srcOrd="8" destOrd="0" presId="urn:microsoft.com/office/officeart/2005/8/layout/list1"/>
    <dgm:cxn modelId="{C8C328BA-45F6-43F6-9D98-A2DB9A0752FD}" type="presParOf" srcId="{0A29BE5F-522C-4558-8636-A0FEB7D8BA9C}" destId="{944B9E32-CBC4-4EC6-AB10-ACD6A0355081}" srcOrd="0" destOrd="0" presId="urn:microsoft.com/office/officeart/2005/8/layout/list1"/>
    <dgm:cxn modelId="{24816F88-6126-4A68-8CD9-0D6952A63E95}" type="presParOf" srcId="{0A29BE5F-522C-4558-8636-A0FEB7D8BA9C}" destId="{B8DDE4BE-C6BD-4A72-91FF-E0ACE5AC54CE}" srcOrd="1" destOrd="0" presId="urn:microsoft.com/office/officeart/2005/8/layout/list1"/>
    <dgm:cxn modelId="{A2819CAF-4628-4E52-9597-9070BF2630D4}" type="presParOf" srcId="{665152AF-CBD9-4F46-B2E1-801A5B781A5A}" destId="{8C87C965-6E6A-4810-8B9E-A683B10AB647}" srcOrd="9" destOrd="0" presId="urn:microsoft.com/office/officeart/2005/8/layout/list1"/>
    <dgm:cxn modelId="{5FDE4818-9F90-4705-B5DE-F381C3325C72}" type="presParOf" srcId="{665152AF-CBD9-4F46-B2E1-801A5B781A5A}" destId="{90CA01DF-0F9A-4BDD-BE4F-1760E671993B}" srcOrd="10" destOrd="0" presId="urn:microsoft.com/office/officeart/2005/8/layout/list1"/>
    <dgm:cxn modelId="{C5B526EC-A7F0-4E9D-81CE-01699A7C0EB0}" type="presParOf" srcId="{665152AF-CBD9-4F46-B2E1-801A5B781A5A}" destId="{BD373D3C-9006-48AF-85C4-DDED35B91E86}" srcOrd="11" destOrd="0" presId="urn:microsoft.com/office/officeart/2005/8/layout/list1"/>
    <dgm:cxn modelId="{602E6945-9531-4DB2-B352-2AEF54F0221D}" type="presParOf" srcId="{665152AF-CBD9-4F46-B2E1-801A5B781A5A}" destId="{2FE893EF-4680-49F1-A4DB-2D9C3A06DDD4}" srcOrd="12" destOrd="0" presId="urn:microsoft.com/office/officeart/2005/8/layout/list1"/>
    <dgm:cxn modelId="{4892A15C-1DFD-4001-A37D-4E8E4BC07B62}" type="presParOf" srcId="{2FE893EF-4680-49F1-A4DB-2D9C3A06DDD4}" destId="{3DF95BE5-90C6-460C-B94E-FF168FAAC69A}" srcOrd="0" destOrd="0" presId="urn:microsoft.com/office/officeart/2005/8/layout/list1"/>
    <dgm:cxn modelId="{3A9157B0-BE81-4459-9498-E5D30665714B}" type="presParOf" srcId="{2FE893EF-4680-49F1-A4DB-2D9C3A06DDD4}" destId="{D4B35E85-BF60-4115-89D0-6DCF0C6DBB43}" srcOrd="1" destOrd="0" presId="urn:microsoft.com/office/officeart/2005/8/layout/list1"/>
    <dgm:cxn modelId="{D1AAC04F-85E6-486C-834F-06CF97D61ED9}" type="presParOf" srcId="{665152AF-CBD9-4F46-B2E1-801A5B781A5A}" destId="{9FA62094-F6B8-41B0-8C88-0B91E1C89539}" srcOrd="13" destOrd="0" presId="urn:microsoft.com/office/officeart/2005/8/layout/list1"/>
    <dgm:cxn modelId="{E3527C3C-35B4-4C26-9FB5-644295EA794C}" type="presParOf" srcId="{665152AF-CBD9-4F46-B2E1-801A5B781A5A}" destId="{652981B6-DB7F-483B-849C-5C5F9A2C82AA}" srcOrd="14" destOrd="0" presId="urn:microsoft.com/office/officeart/2005/8/layout/list1"/>
    <dgm:cxn modelId="{D852DB37-CBAA-4DDE-BB94-1DB365EBACFD}" type="presParOf" srcId="{665152AF-CBD9-4F46-B2E1-801A5B781A5A}" destId="{E9BB2267-2E94-4C20-954B-8D8BFFDAC046}" srcOrd="15" destOrd="0" presId="urn:microsoft.com/office/officeart/2005/8/layout/list1"/>
    <dgm:cxn modelId="{B990B4E4-EC2B-4BE9-AE22-04947B8E64EA}" type="presParOf" srcId="{665152AF-CBD9-4F46-B2E1-801A5B781A5A}" destId="{A161A125-A227-4B35-A705-F97AF18D4B4F}" srcOrd="16" destOrd="0" presId="urn:microsoft.com/office/officeart/2005/8/layout/list1"/>
    <dgm:cxn modelId="{2981DDE0-0334-46EF-9861-FFC9753502EB}" type="presParOf" srcId="{A161A125-A227-4B35-A705-F97AF18D4B4F}" destId="{75548268-15B1-463C-8192-16B866DB8059}" srcOrd="0" destOrd="0" presId="urn:microsoft.com/office/officeart/2005/8/layout/list1"/>
    <dgm:cxn modelId="{CEA1973F-202E-456C-9251-DDDA6571BB47}" type="presParOf" srcId="{A161A125-A227-4B35-A705-F97AF18D4B4F}" destId="{7929D388-4FB2-4C8B-AEF9-196C14BD766A}" srcOrd="1" destOrd="0" presId="urn:microsoft.com/office/officeart/2005/8/layout/list1"/>
    <dgm:cxn modelId="{8620EA67-AEA6-4862-BBC2-1870C4F652CD}" type="presParOf" srcId="{665152AF-CBD9-4F46-B2E1-801A5B781A5A}" destId="{DA9AF0A4-AEF2-48A2-9B67-8D024E1ED09D}" srcOrd="17" destOrd="0" presId="urn:microsoft.com/office/officeart/2005/8/layout/list1"/>
    <dgm:cxn modelId="{A04C17E0-686F-4675-9443-A8DDA868C038}" type="presParOf" srcId="{665152AF-CBD9-4F46-B2E1-801A5B781A5A}" destId="{62DB26EC-24EA-46FB-B65E-5A0837083906}"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CC57A06-DBFA-40C4-917C-CB5BB283ED3E}"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721036A6-AB0C-4746-9BBA-D50285870479}">
      <dgm:prSet custT="1"/>
      <dgm:spPr/>
      <dgm:t>
        <a:bodyPr/>
        <a:lstStyle/>
        <a:p>
          <a:pPr algn="r" rtl="1"/>
          <a:r>
            <a:rPr lang="fa-IR" sz="17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1</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نوع نظام (سیستم) انجام پروژه، با توجه به ضوابط مربوط، روش طرح و ساخت، انتخاب شده باش</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د.</a:t>
          </a:r>
          <a:endParaRPr lang="en-US" sz="1900" kern="1200" dirty="0"/>
        </a:p>
      </dgm:t>
    </dgm:pt>
    <dgm:pt modelId="{2C8CF071-6B65-4BF1-BA59-D2419C3FBAF2}" type="parTrans" cxnId="{A3CA4092-E6F8-4573-B2A0-7959CDFC2EA4}">
      <dgm:prSet/>
      <dgm:spPr/>
      <dgm:t>
        <a:bodyPr/>
        <a:lstStyle/>
        <a:p>
          <a:endParaRPr lang="en-US"/>
        </a:p>
      </dgm:t>
    </dgm:pt>
    <dgm:pt modelId="{C9900F2D-F034-4F73-A81A-EDD63D8D0358}" type="sibTrans" cxnId="{A3CA4092-E6F8-4573-B2A0-7959CDFC2EA4}">
      <dgm:prSet/>
      <dgm:spPr/>
      <dgm:t>
        <a:bodyPr/>
        <a:lstStyle/>
        <a:p>
          <a:endParaRPr lang="en-US" dirty="0"/>
        </a:p>
      </dgm:t>
    </dgm:pt>
    <dgm:pt modelId="{6AA1EF4B-2659-4337-A007-31F83CE4C19B}">
      <dgm:prSet custT="1"/>
      <dgm:spPr/>
      <dgm:t>
        <a:bodyPr/>
        <a:lstStyle/>
        <a:p>
          <a:pPr algn="r" rtl="1"/>
          <a:r>
            <a:rPr lang="fa-IR" sz="17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2</a:t>
          </a:r>
          <a:r>
            <a:rPr lang="fa-IR"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a:t>
          </a:r>
          <a:r>
            <a:rPr lang="ar-SA"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گزارشهای مهندس مشاور، حاوی مطالعات توجیهی و سایر اسناد و مدارک مورد نیاز، با توجه به </a:t>
          </a:r>
          <a:r>
            <a:rPr lang="en-US"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a:t>
          </a:r>
          <a:r>
            <a:rPr lang="ar-SA"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دستورالعمل تهیه اسناد و مدارک طرح در کارهای طرح و ساخت"، تکمیل شده باشد</a:t>
          </a:r>
          <a:r>
            <a:rPr lang="fa-IR"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a:t>
          </a:r>
          <a:endParaRPr lang="en-US" sz="1900" kern="1200" dirty="0"/>
        </a:p>
      </dgm:t>
    </dgm:pt>
    <dgm:pt modelId="{899EC5BA-787E-4F34-B27B-88DE8AFCD370}" type="parTrans" cxnId="{E2BC41B8-5BC5-480C-A22B-8A931EC92014}">
      <dgm:prSet/>
      <dgm:spPr/>
      <dgm:t>
        <a:bodyPr/>
        <a:lstStyle/>
        <a:p>
          <a:endParaRPr lang="en-US"/>
        </a:p>
      </dgm:t>
    </dgm:pt>
    <dgm:pt modelId="{1DBA92FA-AF1B-468B-804E-10F96F82CC18}" type="sibTrans" cxnId="{E2BC41B8-5BC5-480C-A22B-8A931EC92014}">
      <dgm:prSet/>
      <dgm:spPr/>
      <dgm:t>
        <a:bodyPr/>
        <a:lstStyle/>
        <a:p>
          <a:endParaRPr lang="en-US"/>
        </a:p>
      </dgm:t>
    </dgm:pt>
    <dgm:pt modelId="{2A319CE5-9811-45AA-97FD-8658206AE836}">
      <dgm:prSet custT="1"/>
      <dgm:spPr/>
      <dgm:t>
        <a:bodyPr/>
        <a:lstStyle/>
        <a:p>
          <a:pPr algn="r"/>
          <a:r>
            <a:rPr lang="fa-IR"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3.  </a:t>
          </a:r>
          <a:r>
            <a:rPr lang="ar-SA" sz="12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مراجع مربوط، اجرای پروژه را تصویب کرده و اعتبار آن تامین شده باشد</a:t>
          </a:r>
          <a:r>
            <a:rPr lang="fa-IR" sz="12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a:t>
          </a:r>
          <a:r>
            <a:rPr lang="ar-SA" sz="12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a:t>
          </a:r>
          <a:endParaRPr lang="en-US"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gm:t>
    </dgm:pt>
    <dgm:pt modelId="{20E239FD-F40A-47A2-AD7C-C93C1CBD48AD}" type="parTrans" cxnId="{792F1FDD-BC4E-4488-8F59-DF07A11EAD0B}">
      <dgm:prSet/>
      <dgm:spPr/>
      <dgm:t>
        <a:bodyPr/>
        <a:lstStyle/>
        <a:p>
          <a:endParaRPr lang="en-US"/>
        </a:p>
      </dgm:t>
    </dgm:pt>
    <dgm:pt modelId="{5E6804CA-47C4-4F91-AE6A-D9A7E9BD918F}" type="sibTrans" cxnId="{792F1FDD-BC4E-4488-8F59-DF07A11EAD0B}">
      <dgm:prSet/>
      <dgm:spPr/>
      <dgm:t>
        <a:bodyPr/>
        <a:lstStyle/>
        <a:p>
          <a:endParaRPr lang="en-US"/>
        </a:p>
      </dgm:t>
    </dgm:pt>
    <dgm:pt modelId="{FE723DD9-A6DD-428F-9EAF-0769C9CF1D39}" type="pres">
      <dgm:prSet presAssocID="{FCC57A06-DBFA-40C4-917C-CB5BB283ED3E}" presName="linear" presStyleCnt="0">
        <dgm:presLayoutVars>
          <dgm:animLvl val="lvl"/>
          <dgm:resizeHandles val="exact"/>
        </dgm:presLayoutVars>
      </dgm:prSet>
      <dgm:spPr/>
    </dgm:pt>
    <dgm:pt modelId="{8F67EE39-316B-4960-BAE1-8B1FD5380875}" type="pres">
      <dgm:prSet presAssocID="{721036A6-AB0C-4746-9BBA-D50285870479}" presName="parentText" presStyleLbl="node1" presStyleIdx="0" presStyleCnt="3">
        <dgm:presLayoutVars>
          <dgm:chMax val="0"/>
          <dgm:bulletEnabled val="1"/>
        </dgm:presLayoutVars>
      </dgm:prSet>
      <dgm:spPr/>
    </dgm:pt>
    <dgm:pt modelId="{24B64608-4AEF-48BC-B767-641D8C33DF9D}" type="pres">
      <dgm:prSet presAssocID="{C9900F2D-F034-4F73-A81A-EDD63D8D0358}" presName="spacer" presStyleCnt="0"/>
      <dgm:spPr/>
    </dgm:pt>
    <dgm:pt modelId="{A9AF5269-BF02-4305-BB55-689A25A7EC80}" type="pres">
      <dgm:prSet presAssocID="{6AA1EF4B-2659-4337-A007-31F83CE4C19B}" presName="parentText" presStyleLbl="node1" presStyleIdx="1" presStyleCnt="3">
        <dgm:presLayoutVars>
          <dgm:chMax val="0"/>
          <dgm:bulletEnabled val="1"/>
        </dgm:presLayoutVars>
      </dgm:prSet>
      <dgm:spPr/>
    </dgm:pt>
    <dgm:pt modelId="{60D506EB-F8AE-42EE-BB60-61E57C617FC1}" type="pres">
      <dgm:prSet presAssocID="{1DBA92FA-AF1B-468B-804E-10F96F82CC18}" presName="spacer" presStyleCnt="0"/>
      <dgm:spPr/>
    </dgm:pt>
    <dgm:pt modelId="{BC833BCC-BE5F-4517-8A61-FEBB87C98EB1}" type="pres">
      <dgm:prSet presAssocID="{2A319CE5-9811-45AA-97FD-8658206AE836}" presName="parentText" presStyleLbl="node1" presStyleIdx="2" presStyleCnt="3">
        <dgm:presLayoutVars>
          <dgm:chMax val="0"/>
          <dgm:bulletEnabled val="1"/>
        </dgm:presLayoutVars>
      </dgm:prSet>
      <dgm:spPr/>
    </dgm:pt>
  </dgm:ptLst>
  <dgm:cxnLst>
    <dgm:cxn modelId="{615B8632-68E4-45A6-962E-6FF6692D040E}" type="presOf" srcId="{2A319CE5-9811-45AA-97FD-8658206AE836}" destId="{BC833BCC-BE5F-4517-8A61-FEBB87C98EB1}" srcOrd="0" destOrd="0" presId="urn:microsoft.com/office/officeart/2005/8/layout/vList2"/>
    <dgm:cxn modelId="{A3CA4092-E6F8-4573-B2A0-7959CDFC2EA4}" srcId="{FCC57A06-DBFA-40C4-917C-CB5BB283ED3E}" destId="{721036A6-AB0C-4746-9BBA-D50285870479}" srcOrd="0" destOrd="0" parTransId="{2C8CF071-6B65-4BF1-BA59-D2419C3FBAF2}" sibTransId="{C9900F2D-F034-4F73-A81A-EDD63D8D0358}"/>
    <dgm:cxn modelId="{7213A6B2-21FA-4887-BF6E-ED53270EAA57}" type="presOf" srcId="{721036A6-AB0C-4746-9BBA-D50285870479}" destId="{8F67EE39-316B-4960-BAE1-8B1FD5380875}" srcOrd="0" destOrd="0" presId="urn:microsoft.com/office/officeart/2005/8/layout/vList2"/>
    <dgm:cxn modelId="{E2BC41B8-5BC5-480C-A22B-8A931EC92014}" srcId="{FCC57A06-DBFA-40C4-917C-CB5BB283ED3E}" destId="{6AA1EF4B-2659-4337-A007-31F83CE4C19B}" srcOrd="1" destOrd="0" parTransId="{899EC5BA-787E-4F34-B27B-88DE8AFCD370}" sibTransId="{1DBA92FA-AF1B-468B-804E-10F96F82CC18}"/>
    <dgm:cxn modelId="{30A31BC8-E91C-45FF-BD5C-5F213F223818}" type="presOf" srcId="{6AA1EF4B-2659-4337-A007-31F83CE4C19B}" destId="{A9AF5269-BF02-4305-BB55-689A25A7EC80}" srcOrd="0" destOrd="0" presId="urn:microsoft.com/office/officeart/2005/8/layout/vList2"/>
    <dgm:cxn modelId="{792F1FDD-BC4E-4488-8F59-DF07A11EAD0B}" srcId="{FCC57A06-DBFA-40C4-917C-CB5BB283ED3E}" destId="{2A319CE5-9811-45AA-97FD-8658206AE836}" srcOrd="2" destOrd="0" parTransId="{20E239FD-F40A-47A2-AD7C-C93C1CBD48AD}" sibTransId="{5E6804CA-47C4-4F91-AE6A-D9A7E9BD918F}"/>
    <dgm:cxn modelId="{1A6D64F6-3312-49E4-9626-32C4750C76A7}" type="presOf" srcId="{FCC57A06-DBFA-40C4-917C-CB5BB283ED3E}" destId="{FE723DD9-A6DD-428F-9EAF-0769C9CF1D39}" srcOrd="0" destOrd="0" presId="urn:microsoft.com/office/officeart/2005/8/layout/vList2"/>
    <dgm:cxn modelId="{C31A1E6C-F80E-4E75-AAAE-165AA40FB474}" type="presParOf" srcId="{FE723DD9-A6DD-428F-9EAF-0769C9CF1D39}" destId="{8F67EE39-316B-4960-BAE1-8B1FD5380875}" srcOrd="0" destOrd="0" presId="urn:microsoft.com/office/officeart/2005/8/layout/vList2"/>
    <dgm:cxn modelId="{85E22EFF-77F1-482E-8C0A-038B6DF42E94}" type="presParOf" srcId="{FE723DD9-A6DD-428F-9EAF-0769C9CF1D39}" destId="{24B64608-4AEF-48BC-B767-641D8C33DF9D}" srcOrd="1" destOrd="0" presId="urn:microsoft.com/office/officeart/2005/8/layout/vList2"/>
    <dgm:cxn modelId="{EF53FD1B-8FB0-49EF-A137-C555403660EB}" type="presParOf" srcId="{FE723DD9-A6DD-428F-9EAF-0769C9CF1D39}" destId="{A9AF5269-BF02-4305-BB55-689A25A7EC80}" srcOrd="2" destOrd="0" presId="urn:microsoft.com/office/officeart/2005/8/layout/vList2"/>
    <dgm:cxn modelId="{984D0AEF-3512-4DA2-9FCE-0B59B9A94780}" type="presParOf" srcId="{FE723DD9-A6DD-428F-9EAF-0769C9CF1D39}" destId="{60D506EB-F8AE-42EE-BB60-61E57C617FC1}" srcOrd="3" destOrd="0" presId="urn:microsoft.com/office/officeart/2005/8/layout/vList2"/>
    <dgm:cxn modelId="{57F9CDDE-25EF-48A9-BD4F-83EE90FC09F1}" type="presParOf" srcId="{FE723DD9-A6DD-428F-9EAF-0769C9CF1D39}" destId="{BC833BCC-BE5F-4517-8A61-FEBB87C98EB1}"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9DC9D7B-C5E4-41E4-A948-6527AA9E6170}" type="doc">
      <dgm:prSet loTypeId="urn:microsoft.com/office/officeart/2005/8/layout/target3" loCatId="list" qsTypeId="urn:microsoft.com/office/officeart/2005/8/quickstyle/simple4" qsCatId="simple" csTypeId="urn:microsoft.com/office/officeart/2005/8/colors/colorful5" csCatId="colorful" phldr="1"/>
      <dgm:spPr/>
      <dgm:t>
        <a:bodyPr/>
        <a:lstStyle/>
        <a:p>
          <a:endParaRPr lang="en-US"/>
        </a:p>
      </dgm:t>
    </dgm:pt>
    <dgm:pt modelId="{A9F4EEDC-47AE-46B0-8922-21CA784DDD84}">
      <dgm:prSet custT="1"/>
      <dgm:spPr/>
      <dgm:t>
        <a:bodyPr/>
        <a:lstStyle/>
        <a:p>
          <a:pPr marL="0" marR="0" indent="-285750" algn="just" defTabSz="457200" rtl="1" eaLnBrk="1" latinLnBrk="0" hangingPunct="1">
            <a:lnSpc>
              <a:spcPct val="87000"/>
            </a:lnSpc>
            <a:spcBef>
              <a:spcPts val="0"/>
            </a:spcBef>
            <a:spcAft>
              <a:spcPts val="800"/>
            </a:spcAft>
            <a:buClr>
              <a:schemeClr val="accent1"/>
            </a:buClr>
            <a:buSzPct val="115000"/>
            <a:buFont typeface="Arial"/>
            <a:buChar char="•"/>
          </a:pPr>
          <a:r>
            <a:rPr lang="ar-SA"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اطلاعات، مدارک و اسناد پروژه را از دستگاه اجرایی دریافت نموده و کفایت آنها را با توجه به دستورالعمل تهیه اسناد و مدارک پروژه</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های طرح و</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ساخت، ارزیابی و تایید کند</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endParaRPr lang="en-US"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3857E5B0-5387-49F1-B5AC-83087B0DB6F1}" type="parTrans" cxnId="{CC4C0EDA-2B6F-4F62-8589-080E87B902E4}">
      <dgm:prSet/>
      <dgm:spPr/>
      <dgm:t>
        <a:bodyPr/>
        <a:lstStyle/>
        <a:p>
          <a:endParaRPr lang="en-US"/>
        </a:p>
      </dgm:t>
    </dgm:pt>
    <dgm:pt modelId="{2F635D9B-1F64-4702-B703-3AF0B9B774D6}" type="sibTrans" cxnId="{CC4C0EDA-2B6F-4F62-8589-080E87B902E4}">
      <dgm:prSet/>
      <dgm:spPr/>
      <dgm:t>
        <a:bodyPr/>
        <a:lstStyle/>
        <a:p>
          <a:endParaRPr lang="en-US"/>
        </a:p>
      </dgm:t>
    </dgm:pt>
    <dgm:pt modelId="{D0745D32-518D-4376-9EE2-6442F5709AF2}">
      <dgm:prSet custT="1"/>
      <dgm:spPr/>
      <dgm:t>
        <a:bodyPr/>
        <a:lstStyle/>
        <a:p>
          <a:pPr algn="just" rtl="1"/>
          <a:r>
            <a:rPr lang="ar-SA"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با توجه به موضوع و برآورد پروژه و بر اساس "آیین نامه تشخیص صلاحیت پیمانکاران طرح و ساخت"، رشته، تخصص و پایه لازم را برای پیمانکاران تعیین کند</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endParaRPr lang="en-US"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FE9724B4-DCF7-45D4-A71E-DAC674556DA7}" type="parTrans" cxnId="{A5E96D22-4493-4FBB-8F99-0BF472ED9E38}">
      <dgm:prSet/>
      <dgm:spPr/>
      <dgm:t>
        <a:bodyPr/>
        <a:lstStyle/>
        <a:p>
          <a:endParaRPr lang="en-US"/>
        </a:p>
      </dgm:t>
    </dgm:pt>
    <dgm:pt modelId="{3920DBCA-7CA9-4D9B-A645-D98D3C9492B1}" type="sibTrans" cxnId="{A5E96D22-4493-4FBB-8F99-0BF472ED9E38}">
      <dgm:prSet/>
      <dgm:spPr/>
      <dgm:t>
        <a:bodyPr/>
        <a:lstStyle/>
        <a:p>
          <a:endParaRPr lang="en-US"/>
        </a:p>
      </dgm:t>
    </dgm:pt>
    <dgm:pt modelId="{1DEA5454-C7A4-4288-BF82-2127B0D35876}">
      <dgm:prSet custT="1"/>
      <dgm:spPr/>
      <dgm:t>
        <a:bodyPr/>
        <a:lstStyle/>
        <a:p>
          <a:pPr marL="0" marR="0" indent="-285750" algn="just" defTabSz="457200" rtl="1" eaLnBrk="1" latinLnBrk="0" hangingPunct="1">
            <a:lnSpc>
              <a:spcPct val="87000"/>
            </a:lnSpc>
            <a:spcBef>
              <a:spcPts val="0"/>
            </a:spcBef>
            <a:spcAft>
              <a:spcPts val="800"/>
            </a:spcAft>
            <a:buClr>
              <a:schemeClr val="accent1"/>
            </a:buClr>
            <a:buSzPct val="115000"/>
            <a:buFont typeface="Arial"/>
            <a:buChar char="•"/>
          </a:pP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در صورت صلاح دانستن، هیئت می</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تواند پای</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ه </a:t>
          </a: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های بالاتر از پایه مشخص شده در آیین نامه یاد</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شده درخواست کند</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endParaRPr lang="en-US"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gm:t>
    </dgm:pt>
    <dgm:pt modelId="{0991641E-DE12-4F7D-B8AB-11E1328314E0}" type="parTrans" cxnId="{7F34BA19-EC1D-4810-A18F-0E0B879E355D}">
      <dgm:prSet/>
      <dgm:spPr/>
      <dgm:t>
        <a:bodyPr/>
        <a:lstStyle/>
        <a:p>
          <a:endParaRPr lang="en-US"/>
        </a:p>
      </dgm:t>
    </dgm:pt>
    <dgm:pt modelId="{EBD1A185-B32B-4646-8D75-3944BCEF3761}" type="sibTrans" cxnId="{7F34BA19-EC1D-4810-A18F-0E0B879E355D}">
      <dgm:prSet/>
      <dgm:spPr/>
      <dgm:t>
        <a:bodyPr/>
        <a:lstStyle/>
        <a:p>
          <a:endParaRPr lang="en-US"/>
        </a:p>
      </dgm:t>
    </dgm:pt>
    <dgm:pt modelId="{228A0E39-ED2B-4A38-B8A0-B1C3C59B6EE4}" type="pres">
      <dgm:prSet presAssocID="{39DC9D7B-C5E4-41E4-A948-6527AA9E6170}" presName="Name0" presStyleCnt="0">
        <dgm:presLayoutVars>
          <dgm:chMax val="7"/>
          <dgm:dir/>
          <dgm:animLvl val="lvl"/>
          <dgm:resizeHandles val="exact"/>
        </dgm:presLayoutVars>
      </dgm:prSet>
      <dgm:spPr/>
    </dgm:pt>
    <dgm:pt modelId="{C48BE764-2C07-4B8D-BD1C-A288F9F4A26B}" type="pres">
      <dgm:prSet presAssocID="{A9F4EEDC-47AE-46B0-8922-21CA784DDD84}" presName="circle1" presStyleLbl="node1" presStyleIdx="0" presStyleCnt="3"/>
      <dgm:spPr/>
    </dgm:pt>
    <dgm:pt modelId="{F73D2B23-D7C2-46BB-8CE3-EF0E95FDD2EE}" type="pres">
      <dgm:prSet presAssocID="{A9F4EEDC-47AE-46B0-8922-21CA784DDD84}" presName="space" presStyleCnt="0"/>
      <dgm:spPr/>
    </dgm:pt>
    <dgm:pt modelId="{C750E732-E21A-4A54-BBCC-D6DB1BC51290}" type="pres">
      <dgm:prSet presAssocID="{A9F4EEDC-47AE-46B0-8922-21CA784DDD84}" presName="rect1" presStyleLbl="alignAcc1" presStyleIdx="0" presStyleCnt="3"/>
      <dgm:spPr/>
    </dgm:pt>
    <dgm:pt modelId="{8BF05D62-6644-4EA5-ACE8-4B8EF4ED7602}" type="pres">
      <dgm:prSet presAssocID="{D0745D32-518D-4376-9EE2-6442F5709AF2}" presName="vertSpace2" presStyleLbl="node1" presStyleIdx="0" presStyleCnt="3"/>
      <dgm:spPr/>
    </dgm:pt>
    <dgm:pt modelId="{C92B9B72-64B8-4323-9056-048AADB26577}" type="pres">
      <dgm:prSet presAssocID="{D0745D32-518D-4376-9EE2-6442F5709AF2}" presName="circle2" presStyleLbl="node1" presStyleIdx="1" presStyleCnt="3"/>
      <dgm:spPr/>
    </dgm:pt>
    <dgm:pt modelId="{010F10A6-6AF2-41B0-AC3A-3903BD32150A}" type="pres">
      <dgm:prSet presAssocID="{D0745D32-518D-4376-9EE2-6442F5709AF2}" presName="rect2" presStyleLbl="alignAcc1" presStyleIdx="1" presStyleCnt="3"/>
      <dgm:spPr/>
    </dgm:pt>
    <dgm:pt modelId="{64FA5102-E903-4B73-BC9E-6CC1D78D2615}" type="pres">
      <dgm:prSet presAssocID="{1DEA5454-C7A4-4288-BF82-2127B0D35876}" presName="vertSpace3" presStyleLbl="node1" presStyleIdx="1" presStyleCnt="3"/>
      <dgm:spPr/>
    </dgm:pt>
    <dgm:pt modelId="{0473F5DA-1690-4FD8-9A54-EF47164F70E6}" type="pres">
      <dgm:prSet presAssocID="{1DEA5454-C7A4-4288-BF82-2127B0D35876}" presName="circle3" presStyleLbl="node1" presStyleIdx="2" presStyleCnt="3"/>
      <dgm:spPr/>
    </dgm:pt>
    <dgm:pt modelId="{CB4EB366-A37B-4ADA-8A87-BA4DD219204B}" type="pres">
      <dgm:prSet presAssocID="{1DEA5454-C7A4-4288-BF82-2127B0D35876}" presName="rect3" presStyleLbl="alignAcc1" presStyleIdx="2" presStyleCnt="3"/>
      <dgm:spPr/>
    </dgm:pt>
    <dgm:pt modelId="{CAB20EDA-34D6-4B01-A399-F6DE0CB0EE22}" type="pres">
      <dgm:prSet presAssocID="{A9F4EEDC-47AE-46B0-8922-21CA784DDD84}" presName="rect1ParTxNoCh" presStyleLbl="alignAcc1" presStyleIdx="2" presStyleCnt="3">
        <dgm:presLayoutVars>
          <dgm:chMax val="1"/>
          <dgm:bulletEnabled val="1"/>
        </dgm:presLayoutVars>
      </dgm:prSet>
      <dgm:spPr/>
    </dgm:pt>
    <dgm:pt modelId="{421FFBE5-508F-4F86-861B-EBF3A78A5DDC}" type="pres">
      <dgm:prSet presAssocID="{D0745D32-518D-4376-9EE2-6442F5709AF2}" presName="rect2ParTxNoCh" presStyleLbl="alignAcc1" presStyleIdx="2" presStyleCnt="3">
        <dgm:presLayoutVars>
          <dgm:chMax val="1"/>
          <dgm:bulletEnabled val="1"/>
        </dgm:presLayoutVars>
      </dgm:prSet>
      <dgm:spPr/>
    </dgm:pt>
    <dgm:pt modelId="{8E7FB1AE-E248-40D6-BA25-BA84C4961998}" type="pres">
      <dgm:prSet presAssocID="{1DEA5454-C7A4-4288-BF82-2127B0D35876}" presName="rect3ParTxNoCh" presStyleLbl="alignAcc1" presStyleIdx="2" presStyleCnt="3">
        <dgm:presLayoutVars>
          <dgm:chMax val="1"/>
          <dgm:bulletEnabled val="1"/>
        </dgm:presLayoutVars>
      </dgm:prSet>
      <dgm:spPr/>
    </dgm:pt>
  </dgm:ptLst>
  <dgm:cxnLst>
    <dgm:cxn modelId="{7F34BA19-EC1D-4810-A18F-0E0B879E355D}" srcId="{39DC9D7B-C5E4-41E4-A948-6527AA9E6170}" destId="{1DEA5454-C7A4-4288-BF82-2127B0D35876}" srcOrd="2" destOrd="0" parTransId="{0991641E-DE12-4F7D-B8AB-11E1328314E0}" sibTransId="{EBD1A185-B32B-4646-8D75-3944BCEF3761}"/>
    <dgm:cxn modelId="{A5E96D22-4493-4FBB-8F99-0BF472ED9E38}" srcId="{39DC9D7B-C5E4-41E4-A948-6527AA9E6170}" destId="{D0745D32-518D-4376-9EE2-6442F5709AF2}" srcOrd="1" destOrd="0" parTransId="{FE9724B4-DCF7-45D4-A71E-DAC674556DA7}" sibTransId="{3920DBCA-7CA9-4D9B-A645-D98D3C9492B1}"/>
    <dgm:cxn modelId="{F08BFD68-D2A0-4126-AEF8-D794C0109B04}" type="presOf" srcId="{A9F4EEDC-47AE-46B0-8922-21CA784DDD84}" destId="{C750E732-E21A-4A54-BBCC-D6DB1BC51290}" srcOrd="0" destOrd="0" presId="urn:microsoft.com/office/officeart/2005/8/layout/target3"/>
    <dgm:cxn modelId="{EA368049-F30C-4ED4-BE8D-E2994DF2CE46}" type="presOf" srcId="{1DEA5454-C7A4-4288-BF82-2127B0D35876}" destId="{8E7FB1AE-E248-40D6-BA25-BA84C4961998}" srcOrd="1" destOrd="0" presId="urn:microsoft.com/office/officeart/2005/8/layout/target3"/>
    <dgm:cxn modelId="{9562EB69-CB26-4008-87DF-4194A0E3220F}" type="presOf" srcId="{1DEA5454-C7A4-4288-BF82-2127B0D35876}" destId="{CB4EB366-A37B-4ADA-8A87-BA4DD219204B}" srcOrd="0" destOrd="0" presId="urn:microsoft.com/office/officeart/2005/8/layout/target3"/>
    <dgm:cxn modelId="{824591A3-6C49-4FD3-9A79-B580B3D7B4AC}" type="presOf" srcId="{D0745D32-518D-4376-9EE2-6442F5709AF2}" destId="{421FFBE5-508F-4F86-861B-EBF3A78A5DDC}" srcOrd="1" destOrd="0" presId="urn:microsoft.com/office/officeart/2005/8/layout/target3"/>
    <dgm:cxn modelId="{F13E22B9-3340-479C-8C5A-BC5974FD5AEB}" type="presOf" srcId="{39DC9D7B-C5E4-41E4-A948-6527AA9E6170}" destId="{228A0E39-ED2B-4A38-B8A0-B1C3C59B6EE4}" srcOrd="0" destOrd="0" presId="urn:microsoft.com/office/officeart/2005/8/layout/target3"/>
    <dgm:cxn modelId="{D0776FBD-9DC1-44E2-B71F-6B5664AEE37F}" type="presOf" srcId="{D0745D32-518D-4376-9EE2-6442F5709AF2}" destId="{010F10A6-6AF2-41B0-AC3A-3903BD32150A}" srcOrd="0" destOrd="0" presId="urn:microsoft.com/office/officeart/2005/8/layout/target3"/>
    <dgm:cxn modelId="{CC4C0EDA-2B6F-4F62-8589-080E87B902E4}" srcId="{39DC9D7B-C5E4-41E4-A948-6527AA9E6170}" destId="{A9F4EEDC-47AE-46B0-8922-21CA784DDD84}" srcOrd="0" destOrd="0" parTransId="{3857E5B0-5387-49F1-B5AC-83087B0DB6F1}" sibTransId="{2F635D9B-1F64-4702-B703-3AF0B9B774D6}"/>
    <dgm:cxn modelId="{652E5EDE-A11F-4E3C-96EC-A0BF7B10ED0C}" type="presOf" srcId="{A9F4EEDC-47AE-46B0-8922-21CA784DDD84}" destId="{CAB20EDA-34D6-4B01-A399-F6DE0CB0EE22}" srcOrd="1" destOrd="0" presId="urn:microsoft.com/office/officeart/2005/8/layout/target3"/>
    <dgm:cxn modelId="{CC79A5F2-EDFE-4D97-BE7A-032C7308AB1A}" type="presParOf" srcId="{228A0E39-ED2B-4A38-B8A0-B1C3C59B6EE4}" destId="{C48BE764-2C07-4B8D-BD1C-A288F9F4A26B}" srcOrd="0" destOrd="0" presId="urn:microsoft.com/office/officeart/2005/8/layout/target3"/>
    <dgm:cxn modelId="{85057588-4E14-4170-957A-52741349862D}" type="presParOf" srcId="{228A0E39-ED2B-4A38-B8A0-B1C3C59B6EE4}" destId="{F73D2B23-D7C2-46BB-8CE3-EF0E95FDD2EE}" srcOrd="1" destOrd="0" presId="urn:microsoft.com/office/officeart/2005/8/layout/target3"/>
    <dgm:cxn modelId="{47AE5351-EE93-496A-BE47-6642E227193A}" type="presParOf" srcId="{228A0E39-ED2B-4A38-B8A0-B1C3C59B6EE4}" destId="{C750E732-E21A-4A54-BBCC-D6DB1BC51290}" srcOrd="2" destOrd="0" presId="urn:microsoft.com/office/officeart/2005/8/layout/target3"/>
    <dgm:cxn modelId="{7CD18713-FBE7-499F-AB1E-6765651C36D1}" type="presParOf" srcId="{228A0E39-ED2B-4A38-B8A0-B1C3C59B6EE4}" destId="{8BF05D62-6644-4EA5-ACE8-4B8EF4ED7602}" srcOrd="3" destOrd="0" presId="urn:microsoft.com/office/officeart/2005/8/layout/target3"/>
    <dgm:cxn modelId="{BBF46641-09DC-477E-9785-9C24B0E4960B}" type="presParOf" srcId="{228A0E39-ED2B-4A38-B8A0-B1C3C59B6EE4}" destId="{C92B9B72-64B8-4323-9056-048AADB26577}" srcOrd="4" destOrd="0" presId="urn:microsoft.com/office/officeart/2005/8/layout/target3"/>
    <dgm:cxn modelId="{1F8C7650-4CB2-4E7B-A98C-00035C9BA6D5}" type="presParOf" srcId="{228A0E39-ED2B-4A38-B8A0-B1C3C59B6EE4}" destId="{010F10A6-6AF2-41B0-AC3A-3903BD32150A}" srcOrd="5" destOrd="0" presId="urn:microsoft.com/office/officeart/2005/8/layout/target3"/>
    <dgm:cxn modelId="{0D72A691-4F86-4C6C-8B0C-E08EC313717B}" type="presParOf" srcId="{228A0E39-ED2B-4A38-B8A0-B1C3C59B6EE4}" destId="{64FA5102-E903-4B73-BC9E-6CC1D78D2615}" srcOrd="6" destOrd="0" presId="urn:microsoft.com/office/officeart/2005/8/layout/target3"/>
    <dgm:cxn modelId="{C6D1FE7E-83CC-4819-A5F3-96E619C4B085}" type="presParOf" srcId="{228A0E39-ED2B-4A38-B8A0-B1C3C59B6EE4}" destId="{0473F5DA-1690-4FD8-9A54-EF47164F70E6}" srcOrd="7" destOrd="0" presId="urn:microsoft.com/office/officeart/2005/8/layout/target3"/>
    <dgm:cxn modelId="{8E98E670-7054-4713-A77E-09A0DF02B289}" type="presParOf" srcId="{228A0E39-ED2B-4A38-B8A0-B1C3C59B6EE4}" destId="{CB4EB366-A37B-4ADA-8A87-BA4DD219204B}" srcOrd="8" destOrd="0" presId="urn:microsoft.com/office/officeart/2005/8/layout/target3"/>
    <dgm:cxn modelId="{A4E8755B-5150-4BF9-B9D1-5C8012EAE0EF}" type="presParOf" srcId="{228A0E39-ED2B-4A38-B8A0-B1C3C59B6EE4}" destId="{CAB20EDA-34D6-4B01-A399-F6DE0CB0EE22}" srcOrd="9" destOrd="0" presId="urn:microsoft.com/office/officeart/2005/8/layout/target3"/>
    <dgm:cxn modelId="{7CF57E7D-9B77-4CA7-A7B3-0D0B01FEB20D}" type="presParOf" srcId="{228A0E39-ED2B-4A38-B8A0-B1C3C59B6EE4}" destId="{421FFBE5-508F-4F86-861B-EBF3A78A5DDC}" srcOrd="10" destOrd="0" presId="urn:microsoft.com/office/officeart/2005/8/layout/target3"/>
    <dgm:cxn modelId="{5C1D7483-712D-4BD9-B29A-3A9C89AE2E6A}" type="presParOf" srcId="{228A0E39-ED2B-4A38-B8A0-B1C3C59B6EE4}" destId="{8E7FB1AE-E248-40D6-BA25-BA84C4961998}"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649669-6111-4FA2-AFAB-4318248B6352}">
      <dsp:nvSpPr>
        <dsp:cNvPr id="0" name=""/>
        <dsp:cNvSpPr/>
      </dsp:nvSpPr>
      <dsp:spPr>
        <a:xfrm>
          <a:off x="271908" y="121"/>
          <a:ext cx="3881733" cy="246490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4287A4-6B06-406B-9B98-C76670F71A85}">
      <dsp:nvSpPr>
        <dsp:cNvPr id="0" name=""/>
        <dsp:cNvSpPr/>
      </dsp:nvSpPr>
      <dsp:spPr>
        <a:xfrm>
          <a:off x="703212" y="409860"/>
          <a:ext cx="3881733" cy="24649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fa-IR" sz="2600" kern="1200"/>
            <a:t>موافقت نامه: سندی است که بین کارفرما و پیمانکار مبادله می شود ومشخصات اصلی پیمان ، مانند مشخصات دو طرف ، موضوع ، مبلغ و مدت پیمان ، در آن بیان شده است.</a:t>
          </a:r>
          <a:endParaRPr lang="en-US" sz="2600" kern="1200" dirty="0"/>
        </a:p>
      </dsp:txBody>
      <dsp:txXfrm>
        <a:off x="775406" y="482054"/>
        <a:ext cx="3737345" cy="2320513"/>
      </dsp:txXfrm>
    </dsp:sp>
    <dsp:sp modelId="{268A94AF-F056-4D27-99E8-E169691C98A9}">
      <dsp:nvSpPr>
        <dsp:cNvPr id="0" name=""/>
        <dsp:cNvSpPr/>
      </dsp:nvSpPr>
      <dsp:spPr>
        <a:xfrm>
          <a:off x="5016250" y="121"/>
          <a:ext cx="3881733" cy="246490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3E9C71-FF94-47AA-AA14-4FC5134C8770}">
      <dsp:nvSpPr>
        <dsp:cNvPr id="0" name=""/>
        <dsp:cNvSpPr/>
      </dsp:nvSpPr>
      <dsp:spPr>
        <a:xfrm>
          <a:off x="5447554" y="409860"/>
          <a:ext cx="3881733" cy="24649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ar-SA" sz="2600" kern="1200" dirty="0"/>
            <a:t>شرایط عمومی: </a:t>
          </a:r>
          <a:r>
            <a:rPr lang="fa-IR" sz="2600" kern="1200" dirty="0"/>
            <a:t>مشخصات و مدارک تکمیلی است که اختصاصأ در این پیمان ، به منظور تکمیل مفاد موافقتنامه پیمان تنظیم شده است.</a:t>
          </a:r>
          <a:endParaRPr lang="en-US" sz="2600" kern="1200" dirty="0"/>
        </a:p>
      </dsp:txBody>
      <dsp:txXfrm>
        <a:off x="5519748" y="482054"/>
        <a:ext cx="3737345" cy="23205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EFB561-E9CF-427B-B995-C4881FE8A38F}">
      <dsp:nvSpPr>
        <dsp:cNvPr id="0" name=""/>
        <dsp:cNvSpPr/>
      </dsp:nvSpPr>
      <dsp:spPr>
        <a:xfrm>
          <a:off x="0" y="30107"/>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None/>
          </a:pPr>
          <a:r>
            <a:rPr lang="fa-IR" sz="18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مرحلۀ تهیه اطلاعات و مدارک طرح</a:t>
          </a:r>
          <a:r>
            <a:rPr lang="en-US" sz="18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p>
      </dsp:txBody>
      <dsp:txXfrm>
        <a:off x="28329" y="58436"/>
        <a:ext cx="9544538" cy="523662"/>
      </dsp:txXfrm>
    </dsp:sp>
    <dsp:sp modelId="{AFCA6C14-BE6D-4508-B104-2C0B0EB7F773}">
      <dsp:nvSpPr>
        <dsp:cNvPr id="0" name=""/>
        <dsp:cNvSpPr/>
      </dsp:nvSpPr>
      <dsp:spPr>
        <a:xfrm>
          <a:off x="0" y="699707"/>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مرحلۀ ارجاع کار به پیمانکار (طراح – سازنده .)</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728036"/>
        <a:ext cx="9544538" cy="523662"/>
      </dsp:txXfrm>
    </dsp:sp>
    <dsp:sp modelId="{EAEA757E-420D-474D-8B32-1C2AAAF457D7}">
      <dsp:nvSpPr>
        <dsp:cNvPr id="0" name=""/>
        <dsp:cNvSpPr/>
      </dsp:nvSpPr>
      <dsp:spPr>
        <a:xfrm>
          <a:off x="0" y="1369307"/>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مرحلۀ طراحی – ساخت</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1397636"/>
        <a:ext cx="9544538" cy="523662"/>
      </dsp:txXfrm>
    </dsp:sp>
    <dsp:sp modelId="{EF3E5D13-0DBF-455F-9B4A-E9C68494C2E8}">
      <dsp:nvSpPr>
        <dsp:cNvPr id="0" name=""/>
        <dsp:cNvSpPr/>
      </dsp:nvSpPr>
      <dsp:spPr>
        <a:xfrm>
          <a:off x="0" y="2038908"/>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مهندسی</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2067237"/>
        <a:ext cx="9544538" cy="523662"/>
      </dsp:txXfrm>
    </dsp:sp>
    <dsp:sp modelId="{A4002D95-A9C3-4B11-B374-E649497AD572}">
      <dsp:nvSpPr>
        <dsp:cNvPr id="0" name=""/>
        <dsp:cNvSpPr/>
      </dsp:nvSpPr>
      <dsp:spPr>
        <a:xfrm>
          <a:off x="0" y="2708508"/>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تدارک کالا (مواد، مصالح و تجهیزات)</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2736837"/>
        <a:ext cx="9544538" cy="5236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EFB561-E9CF-427B-B995-C4881FE8A38F}">
      <dsp:nvSpPr>
        <dsp:cNvPr id="0" name=""/>
        <dsp:cNvSpPr/>
      </dsp:nvSpPr>
      <dsp:spPr>
        <a:xfrm>
          <a:off x="0" y="30107"/>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Font typeface="+mj-l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مربوط به کارهای اجرایی</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58436"/>
        <a:ext cx="9544538" cy="523662"/>
      </dsp:txXfrm>
    </dsp:sp>
    <dsp:sp modelId="{AFCA6C14-BE6D-4508-B104-2C0B0EB7F773}">
      <dsp:nvSpPr>
        <dsp:cNvPr id="0" name=""/>
        <dsp:cNvSpPr/>
      </dsp:nvSpPr>
      <dsp:spPr>
        <a:xfrm>
          <a:off x="0" y="699707"/>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Font typeface="+mj-l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نظارت ( کنترل کیفیت )</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728036"/>
        <a:ext cx="9544538" cy="523662"/>
      </dsp:txXfrm>
    </dsp:sp>
    <dsp:sp modelId="{EAEA757E-420D-474D-8B32-1C2AAAF457D7}">
      <dsp:nvSpPr>
        <dsp:cNvPr id="0" name=""/>
        <dsp:cNvSpPr/>
      </dsp:nvSpPr>
      <dsp:spPr>
        <a:xfrm>
          <a:off x="0" y="1369307"/>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Font typeface="+mj-l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راه اندازی و تحویل</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1397636"/>
        <a:ext cx="9544538" cy="523662"/>
      </dsp:txXfrm>
    </dsp:sp>
    <dsp:sp modelId="{EF3E5D13-0DBF-455F-9B4A-E9C68494C2E8}">
      <dsp:nvSpPr>
        <dsp:cNvPr id="0" name=""/>
        <dsp:cNvSpPr/>
      </dsp:nvSpPr>
      <dsp:spPr>
        <a:xfrm>
          <a:off x="0" y="2038908"/>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Font typeface="+mj-l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مربوط به دوره بهره بردای</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2067237"/>
        <a:ext cx="9544538" cy="523662"/>
      </dsp:txXfrm>
    </dsp:sp>
    <dsp:sp modelId="{A4002D95-A9C3-4B11-B374-E649497AD572}">
      <dsp:nvSpPr>
        <dsp:cNvPr id="0" name=""/>
        <dsp:cNvSpPr/>
      </dsp:nvSpPr>
      <dsp:spPr>
        <a:xfrm>
          <a:off x="0" y="2708508"/>
          <a:ext cx="9601196" cy="580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r" defTabSz="800100" rtl="1">
            <a:lnSpc>
              <a:spcPct val="90000"/>
            </a:lnSpc>
            <a:spcBef>
              <a:spcPct val="0"/>
            </a:spcBef>
            <a:spcAft>
              <a:spcPct val="35000"/>
            </a:spcAft>
            <a:buNone/>
          </a:pPr>
          <a:r>
            <a:rPr lang="fa-IR"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خدمات برآورد هزینه ها ، کنترل پرداختها ، امور حقوقی قراردادها</a:t>
          </a:r>
          <a:endParaRPr lang="en-US" sz="1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8329" y="2736837"/>
        <a:ext cx="9544538" cy="5236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047BB-59B6-4BBD-A86D-8AE4BE0F0AE6}">
      <dsp:nvSpPr>
        <dsp:cNvPr id="0" name=""/>
        <dsp:cNvSpPr/>
      </dsp:nvSpPr>
      <dsp:spPr>
        <a:xfrm>
          <a:off x="0" y="79848"/>
          <a:ext cx="5914209" cy="575639"/>
        </a:xfrm>
        <a:prstGeom prst="roundRect">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fa-IR" sz="2400" kern="1200" dirty="0"/>
            <a:t>تسلیم ضمانتنامه</a:t>
          </a:r>
          <a:endParaRPr lang="en-US" sz="2400" kern="1200" dirty="0"/>
        </a:p>
      </dsp:txBody>
      <dsp:txXfrm>
        <a:off x="28100" y="107948"/>
        <a:ext cx="5858009" cy="519439"/>
      </dsp:txXfrm>
    </dsp:sp>
    <dsp:sp modelId="{E66D4F0B-CE02-4EC2-A1B8-8C3F5FCFF2A1}">
      <dsp:nvSpPr>
        <dsp:cNvPr id="0" name=""/>
        <dsp:cNvSpPr/>
      </dsp:nvSpPr>
      <dsp:spPr>
        <a:xfrm>
          <a:off x="0" y="724608"/>
          <a:ext cx="5914209" cy="575639"/>
        </a:xfrm>
        <a:prstGeom prst="roundRect">
          <a:avLst/>
        </a:prstGeom>
        <a:blipFill>
          <a:blip xmlns:r="http://schemas.openxmlformats.org/officeDocument/2006/relationships" r:embed="rId1">
            <a:duotone>
              <a:schemeClr val="accent5">
                <a:hueOff val="141881"/>
                <a:satOff val="82"/>
                <a:lumOff val="812"/>
                <a:alphaOff val="0"/>
                <a:shade val="74000"/>
                <a:satMod val="130000"/>
                <a:lumMod val="90000"/>
              </a:schemeClr>
              <a:schemeClr val="accent5">
                <a:hueOff val="141881"/>
                <a:satOff val="82"/>
                <a:lumOff val="812"/>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fa-IR" sz="2400" kern="1200"/>
            <a:t>شروع به کار</a:t>
          </a:r>
          <a:endParaRPr lang="en-US" sz="2400" kern="1200" dirty="0"/>
        </a:p>
      </dsp:txBody>
      <dsp:txXfrm>
        <a:off x="28100" y="752708"/>
        <a:ext cx="5858009" cy="519439"/>
      </dsp:txXfrm>
    </dsp:sp>
    <dsp:sp modelId="{3AFB5C9A-72B7-4645-BA7D-66D94AECF8E3}">
      <dsp:nvSpPr>
        <dsp:cNvPr id="0" name=""/>
        <dsp:cNvSpPr/>
      </dsp:nvSpPr>
      <dsp:spPr>
        <a:xfrm>
          <a:off x="0" y="1369368"/>
          <a:ext cx="5914209" cy="575639"/>
        </a:xfrm>
        <a:prstGeom prst="roundRect">
          <a:avLst/>
        </a:prstGeom>
        <a:blipFill>
          <a:blip xmlns:r="http://schemas.openxmlformats.org/officeDocument/2006/relationships" r:embed="rId1">
            <a:duotone>
              <a:schemeClr val="accent5">
                <a:hueOff val="283761"/>
                <a:satOff val="165"/>
                <a:lumOff val="1625"/>
                <a:alphaOff val="0"/>
                <a:shade val="74000"/>
                <a:satMod val="130000"/>
                <a:lumMod val="90000"/>
              </a:schemeClr>
              <a:schemeClr val="accent5">
                <a:hueOff val="283761"/>
                <a:satOff val="165"/>
                <a:lumOff val="1625"/>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fa-IR" sz="2400" kern="1200"/>
            <a:t>برنامه ریزی زمانی اجرای فعالیت ها</a:t>
          </a:r>
          <a:endParaRPr lang="en-US" sz="2400" kern="1200" dirty="0"/>
        </a:p>
      </dsp:txBody>
      <dsp:txXfrm>
        <a:off x="28100" y="1397468"/>
        <a:ext cx="5858009" cy="519439"/>
      </dsp:txXfrm>
    </dsp:sp>
    <dsp:sp modelId="{8EC11019-DAAC-4C91-B495-8EA696D91ECE}">
      <dsp:nvSpPr>
        <dsp:cNvPr id="0" name=""/>
        <dsp:cNvSpPr/>
      </dsp:nvSpPr>
      <dsp:spPr>
        <a:xfrm>
          <a:off x="0" y="2014128"/>
          <a:ext cx="5914209" cy="575639"/>
        </a:xfrm>
        <a:prstGeom prst="roundRect">
          <a:avLst/>
        </a:prstGeom>
        <a:blipFill>
          <a:blip xmlns:r="http://schemas.openxmlformats.org/officeDocument/2006/relationships" r:embed="rId1">
            <a:duotone>
              <a:schemeClr val="accent5">
                <a:hueOff val="425642"/>
                <a:satOff val="247"/>
                <a:lumOff val="2437"/>
                <a:alphaOff val="0"/>
                <a:shade val="74000"/>
                <a:satMod val="130000"/>
                <a:lumMod val="90000"/>
              </a:schemeClr>
              <a:schemeClr val="accent5">
                <a:hueOff val="425642"/>
                <a:satOff val="247"/>
                <a:lumOff val="2437"/>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fa-IR" sz="2400" kern="1200"/>
            <a:t>برنامه زمانی تحویل مدارک</a:t>
          </a:r>
          <a:endParaRPr lang="en-US" sz="2400" kern="1200" dirty="0"/>
        </a:p>
      </dsp:txBody>
      <dsp:txXfrm>
        <a:off x="28100" y="2042228"/>
        <a:ext cx="5858009" cy="519439"/>
      </dsp:txXfrm>
    </dsp:sp>
    <dsp:sp modelId="{DF4BBA22-E405-4910-8617-EFE0881E5FC3}">
      <dsp:nvSpPr>
        <dsp:cNvPr id="0" name=""/>
        <dsp:cNvSpPr/>
      </dsp:nvSpPr>
      <dsp:spPr>
        <a:xfrm>
          <a:off x="0" y="2658888"/>
          <a:ext cx="5914209" cy="575639"/>
        </a:xfrm>
        <a:prstGeom prst="roundRect">
          <a:avLst/>
        </a:prstGeom>
        <a:blipFill>
          <a:blip xmlns:r="http://schemas.openxmlformats.org/officeDocument/2006/relationships" r:embed="rId1">
            <a:duotone>
              <a:schemeClr val="accent5">
                <a:hueOff val="567523"/>
                <a:satOff val="329"/>
                <a:lumOff val="3249"/>
                <a:alphaOff val="0"/>
                <a:shade val="74000"/>
                <a:satMod val="130000"/>
                <a:lumMod val="90000"/>
              </a:schemeClr>
              <a:schemeClr val="accent5">
                <a:hueOff val="567523"/>
                <a:satOff val="329"/>
                <a:lumOff val="3249"/>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fa-IR" sz="2400" kern="1200"/>
            <a:t>برنامه ریزی جدول درصد وزنی کارها</a:t>
          </a:r>
          <a:endParaRPr lang="en-US" sz="2400" kern="1200" dirty="0"/>
        </a:p>
      </dsp:txBody>
      <dsp:txXfrm>
        <a:off x="28100" y="2686988"/>
        <a:ext cx="5858009" cy="519439"/>
      </dsp:txXfrm>
    </dsp:sp>
    <dsp:sp modelId="{7E3A3750-375B-4A1F-8D3C-6427B2D1E6F3}">
      <dsp:nvSpPr>
        <dsp:cNvPr id="0" name=""/>
        <dsp:cNvSpPr/>
      </dsp:nvSpPr>
      <dsp:spPr>
        <a:xfrm>
          <a:off x="0" y="3303648"/>
          <a:ext cx="5914209" cy="575639"/>
        </a:xfrm>
        <a:prstGeom prst="roundRect">
          <a:avLst/>
        </a:prstGeom>
        <a:blipFill>
          <a:blip xmlns:r="http://schemas.openxmlformats.org/officeDocument/2006/relationships" r:embed="rId1">
            <a:duotone>
              <a:schemeClr val="accent5">
                <a:hueOff val="709404"/>
                <a:satOff val="411"/>
                <a:lumOff val="4061"/>
                <a:alphaOff val="0"/>
                <a:shade val="74000"/>
                <a:satMod val="130000"/>
                <a:lumMod val="90000"/>
              </a:schemeClr>
              <a:schemeClr val="accent5">
                <a:hueOff val="709404"/>
                <a:satOff val="411"/>
                <a:lumOff val="4061"/>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fa-IR" sz="2400" kern="1200"/>
            <a:t>برنامه ریزی زمانی پرداخت ها</a:t>
          </a:r>
          <a:endParaRPr lang="en-US" sz="2400" kern="1200" dirty="0"/>
        </a:p>
      </dsp:txBody>
      <dsp:txXfrm>
        <a:off x="28100" y="3331748"/>
        <a:ext cx="5858009" cy="519439"/>
      </dsp:txXfrm>
    </dsp:sp>
    <dsp:sp modelId="{96CD7668-2037-4173-8FA7-8C45B353B421}">
      <dsp:nvSpPr>
        <dsp:cNvPr id="0" name=""/>
        <dsp:cNvSpPr/>
      </dsp:nvSpPr>
      <dsp:spPr>
        <a:xfrm>
          <a:off x="0" y="3948408"/>
          <a:ext cx="5914209" cy="575639"/>
        </a:xfrm>
        <a:prstGeom prst="roundRect">
          <a:avLst/>
        </a:prstGeom>
        <a:blipFill>
          <a:blip xmlns:r="http://schemas.openxmlformats.org/officeDocument/2006/relationships" r:embed="rId1">
            <a:duotone>
              <a:schemeClr val="accent5">
                <a:hueOff val="851284"/>
                <a:satOff val="494"/>
                <a:lumOff val="4874"/>
                <a:alphaOff val="0"/>
                <a:shade val="74000"/>
                <a:satMod val="130000"/>
                <a:lumMod val="90000"/>
              </a:schemeClr>
              <a:schemeClr val="accent5">
                <a:hueOff val="851284"/>
                <a:satOff val="494"/>
                <a:lumOff val="4874"/>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fa-IR" sz="2400" kern="1200"/>
            <a:t>تهیه بیمه نامه ها</a:t>
          </a:r>
          <a:endParaRPr lang="en-US" sz="2400" kern="1200" dirty="0"/>
        </a:p>
      </dsp:txBody>
      <dsp:txXfrm>
        <a:off x="28100" y="3976508"/>
        <a:ext cx="5858009" cy="519439"/>
      </dsp:txXfrm>
    </dsp:sp>
    <dsp:sp modelId="{14FA4C66-EC2E-4642-AE7E-6B37C32A342C}">
      <dsp:nvSpPr>
        <dsp:cNvPr id="0" name=""/>
        <dsp:cNvSpPr/>
      </dsp:nvSpPr>
      <dsp:spPr>
        <a:xfrm>
          <a:off x="0" y="4593168"/>
          <a:ext cx="5914209" cy="575639"/>
        </a:xfrm>
        <a:prstGeom prst="roundRect">
          <a:avLst/>
        </a:prstGeom>
        <a:blipFill>
          <a:blip xmlns:r="http://schemas.openxmlformats.org/officeDocument/2006/relationships" r:embed="rId1">
            <a:duotone>
              <a:schemeClr val="accent5">
                <a:hueOff val="993165"/>
                <a:satOff val="576"/>
                <a:lumOff val="5686"/>
                <a:alphaOff val="0"/>
                <a:shade val="74000"/>
                <a:satMod val="130000"/>
                <a:lumMod val="90000"/>
              </a:schemeClr>
              <a:schemeClr val="accent5">
                <a:hueOff val="993165"/>
                <a:satOff val="576"/>
                <a:lumOff val="5686"/>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fa-IR" sz="2400" kern="1200"/>
            <a:t>برنامه ریزی نحوه گردش کارها</a:t>
          </a:r>
          <a:endParaRPr lang="en-US" sz="2400" kern="1200" dirty="0"/>
        </a:p>
      </dsp:txBody>
      <dsp:txXfrm>
        <a:off x="28100" y="4621268"/>
        <a:ext cx="5858009" cy="5194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9A748F-D3A5-48F4-A7A2-91BE17F23883}">
      <dsp:nvSpPr>
        <dsp:cNvPr id="0" name=""/>
        <dsp:cNvSpPr/>
      </dsp:nvSpPr>
      <dsp:spPr>
        <a:xfrm>
          <a:off x="1172" y="751809"/>
          <a:ext cx="2742529" cy="1371264"/>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a-IR" sz="2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طراحی مفهومی </a:t>
          </a:r>
          <a:endParaRPr lang="en-US" sz="2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41335" y="791972"/>
        <a:ext cx="2662203" cy="1290938"/>
      </dsp:txXfrm>
    </dsp:sp>
    <dsp:sp modelId="{3F4E36C5-E67C-4E08-97EE-80EDF83E63EA}">
      <dsp:nvSpPr>
        <dsp:cNvPr id="0" name=""/>
        <dsp:cNvSpPr/>
      </dsp:nvSpPr>
      <dsp:spPr>
        <a:xfrm>
          <a:off x="3429333" y="751809"/>
          <a:ext cx="2742529" cy="1371264"/>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a-IR" sz="2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طراحی اولیه </a:t>
          </a:r>
          <a:endParaRPr lang="en-US" sz="28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3469496" y="791972"/>
        <a:ext cx="2662203" cy="1290938"/>
      </dsp:txXfrm>
    </dsp:sp>
    <dsp:sp modelId="{644386BA-415A-40E8-958A-E56931C9BBF2}">
      <dsp:nvSpPr>
        <dsp:cNvPr id="0" name=""/>
        <dsp:cNvSpPr/>
      </dsp:nvSpPr>
      <dsp:spPr>
        <a:xfrm>
          <a:off x="6857495" y="751809"/>
          <a:ext cx="2742529" cy="137126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a-IR" sz="28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طراحی تفصیلی </a:t>
          </a:r>
          <a:endParaRPr lang="en-US" sz="28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6897658" y="791972"/>
        <a:ext cx="2662203" cy="12909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13D50-2D2B-4926-9DFE-9B019C01696A}">
      <dsp:nvSpPr>
        <dsp:cNvPr id="0" name=""/>
        <dsp:cNvSpPr/>
      </dsp:nvSpPr>
      <dsp:spPr>
        <a:xfrm>
          <a:off x="0" y="2467881"/>
          <a:ext cx="9601196" cy="6709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r" defTabSz="622300" rtl="1">
            <a:lnSpc>
              <a:spcPct val="90000"/>
            </a:lnSpc>
            <a:spcBef>
              <a:spcPct val="0"/>
            </a:spcBef>
            <a:spcAft>
              <a:spcPct val="35000"/>
            </a:spcAft>
            <a:buNone/>
          </a:pP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3. بیمه کارکنان</a:t>
          </a:r>
          <a:endParaRPr lang="en-US"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0" y="2467881"/>
        <a:ext cx="2880358" cy="670939"/>
      </dsp:txXfrm>
    </dsp:sp>
    <dsp:sp modelId="{A2841E99-FCAE-4920-BE43-EE52E62C8E03}">
      <dsp:nvSpPr>
        <dsp:cNvPr id="0" name=""/>
        <dsp:cNvSpPr/>
      </dsp:nvSpPr>
      <dsp:spPr>
        <a:xfrm>
          <a:off x="0" y="1323998"/>
          <a:ext cx="9601196" cy="6709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r" defTabSz="488950" rtl="1">
            <a:lnSpc>
              <a:spcPct val="90000"/>
            </a:lnSpc>
            <a:spcBef>
              <a:spcPct val="0"/>
            </a:spcBef>
            <a:spcAft>
              <a:spcPct val="35000"/>
            </a:spcAft>
            <a:buNone/>
          </a:pPr>
          <a:r>
            <a:rPr lang="fa-IR" sz="11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2. بیمه کردن مصالح و تجهیزات و کارها ، تنها به منظور تامین خسارتهای وارده است و  پیمانکار را به هیچ وجه از تعهدات خود مبری نمی کند.</a:t>
          </a:r>
          <a:endParaRPr lang="en-US" sz="11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0" y="1323998"/>
        <a:ext cx="2880358" cy="670939"/>
      </dsp:txXfrm>
    </dsp:sp>
    <dsp:sp modelId="{45D89896-883D-4680-98F3-8EA83783ABC9}">
      <dsp:nvSpPr>
        <dsp:cNvPr id="0" name=""/>
        <dsp:cNvSpPr/>
      </dsp:nvSpPr>
      <dsp:spPr>
        <a:xfrm>
          <a:off x="0" y="180114"/>
          <a:ext cx="9601196" cy="6709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r" defTabSz="533400" rtl="1">
            <a:lnSpc>
              <a:spcPct val="90000"/>
            </a:lnSpc>
            <a:spcBef>
              <a:spcPct val="0"/>
            </a:spcBef>
            <a:spcAft>
              <a:spcPct val="35000"/>
            </a:spcAft>
            <a:buNone/>
          </a:pPr>
          <a:r>
            <a:rPr lang="fa-IR" sz="1200" kern="1200" dirty="0"/>
            <a:t> </a:t>
          </a:r>
          <a:r>
            <a:rPr lang="fa-IR" sz="1400" kern="1200" cap="none" dirty="0">
              <a:ln w="3175" cmpd="sng">
                <a:noFill/>
              </a:ln>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1.</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بیمه حمل مصالح و تجهیزات پروژه ، از محلهای تولید یا فروش ، تا انبارهای کارگاه</a:t>
          </a:r>
          <a:r>
            <a:rPr lang="en-US"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endParaRPr lang="en-US"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0" y="180114"/>
        <a:ext cx="2880358" cy="670939"/>
      </dsp:txXfrm>
    </dsp:sp>
    <dsp:sp modelId="{9C229DB4-BB34-46FA-AC7D-D8F33002C436}">
      <dsp:nvSpPr>
        <dsp:cNvPr id="0" name=""/>
        <dsp:cNvSpPr/>
      </dsp:nvSpPr>
      <dsp:spPr>
        <a:xfrm>
          <a:off x="6054120" y="6024"/>
          <a:ext cx="3547075" cy="236471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457200" rtl="0" eaLnBrk="1" latinLnBrk="0" hangingPunct="1">
            <a:lnSpc>
              <a:spcPct val="90000"/>
            </a:lnSpc>
            <a:spcBef>
              <a:spcPct val="0"/>
            </a:spcBef>
            <a:spcAft>
              <a:spcPct val="35000"/>
            </a:spcAft>
            <a:buNone/>
          </a:pPr>
          <a:r>
            <a:rPr lang="fa-IR" sz="2400" kern="1200" cap="none" dirty="0">
              <a:ln w="3175" cmpd="sng">
                <a:noFill/>
              </a:ln>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انواع بیمه نامه:   پیمانکار ، موظف به تهیه بیمه نامه های لازم برای پوشش موارد تعهدات عمومی خود در رابطه با پیمان با کارفرما است.  </a:t>
          </a:r>
          <a:endParaRPr lang="en-US" sz="2400" kern="1200" cap="none" dirty="0">
            <a:ln w="3175" cmpd="sng">
              <a:noFill/>
            </a:ln>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6123380" y="75284"/>
        <a:ext cx="3408555" cy="22261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86EB3-B9CC-4839-8881-E1EF446F71D1}">
      <dsp:nvSpPr>
        <dsp:cNvPr id="0" name=""/>
        <dsp:cNvSpPr/>
      </dsp:nvSpPr>
      <dsp:spPr>
        <a:xfrm>
          <a:off x="656616" y="0"/>
          <a:ext cx="3959158" cy="3959158"/>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288099-B30E-4F84-A4B0-723CEF0E2BAD}">
      <dsp:nvSpPr>
        <dsp:cNvPr id="0" name=""/>
        <dsp:cNvSpPr/>
      </dsp:nvSpPr>
      <dsp:spPr>
        <a:xfrm>
          <a:off x="1032737" y="376120"/>
          <a:ext cx="1544071" cy="1544071"/>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قصور در انجام دادن به موقع کارهای فنی و مهندسی</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108112" y="451495"/>
        <a:ext cx="1393321" cy="1393321"/>
      </dsp:txXfrm>
    </dsp:sp>
    <dsp:sp modelId="{8C7559F8-95FF-448F-A5E0-F491BD8D5F2E}">
      <dsp:nvSpPr>
        <dsp:cNvPr id="0" name=""/>
        <dsp:cNvSpPr/>
      </dsp:nvSpPr>
      <dsp:spPr>
        <a:xfrm>
          <a:off x="2695583" y="376120"/>
          <a:ext cx="1544071" cy="1544071"/>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a-IR" sz="1600" kern="12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قصور در تأمین به موقع مصالح و تجهیزات ، از نظر کمی و کیفی</a:t>
          </a:r>
          <a:endParaRPr lang="en-US" sz="1600" kern="12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770958" y="451495"/>
        <a:ext cx="1393321" cy="1393321"/>
      </dsp:txXfrm>
    </dsp:sp>
    <dsp:sp modelId="{B1A90530-1D04-48A1-867D-A240982E8C55}">
      <dsp:nvSpPr>
        <dsp:cNvPr id="0" name=""/>
        <dsp:cNvSpPr/>
      </dsp:nvSpPr>
      <dsp:spPr>
        <a:xfrm>
          <a:off x="1032737" y="2038966"/>
          <a:ext cx="1544071" cy="1544071"/>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711200">
            <a:lnSpc>
              <a:spcPct val="90000"/>
            </a:lnSpc>
            <a:spcBef>
              <a:spcPct val="0"/>
            </a:spcBef>
            <a:spcAft>
              <a:spcPct val="35000"/>
            </a:spcAft>
            <a:buNone/>
          </a:pP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تأخیر در شروع و اتمام قسمتهای مختلف کار و عقب ماندن از برنامه زمانی کارهـا</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108112" y="2114341"/>
        <a:ext cx="1393321" cy="1393321"/>
      </dsp:txXfrm>
    </dsp:sp>
    <dsp:sp modelId="{6CC4A6C9-48BB-40AD-81DA-107D0E981B16}">
      <dsp:nvSpPr>
        <dsp:cNvPr id="0" name=""/>
        <dsp:cNvSpPr/>
      </dsp:nvSpPr>
      <dsp:spPr>
        <a:xfrm>
          <a:off x="2695583" y="2038966"/>
          <a:ext cx="1544071" cy="1544071"/>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711200">
            <a:lnSpc>
              <a:spcPct val="90000"/>
            </a:lnSpc>
            <a:spcBef>
              <a:spcPct val="0"/>
            </a:spcBef>
            <a:spcAft>
              <a:spcPct val="35000"/>
            </a:spcAft>
            <a:buNone/>
          </a:pP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توقف تمام یا قسمتی از کار ، بدون دلیل موجه یا به علت توقیف اموال پیمانکـار از سوی محاکم قضایی</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770958" y="2114341"/>
        <a:ext cx="1393321" cy="139332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86EB3-B9CC-4839-8881-E1EF446F71D1}">
      <dsp:nvSpPr>
        <dsp:cNvPr id="0" name=""/>
        <dsp:cNvSpPr/>
      </dsp:nvSpPr>
      <dsp:spPr>
        <a:xfrm>
          <a:off x="656616" y="0"/>
          <a:ext cx="3959158" cy="3959158"/>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288099-B30E-4F84-A4B0-723CEF0E2BAD}">
      <dsp:nvSpPr>
        <dsp:cNvPr id="0" name=""/>
        <dsp:cNvSpPr/>
      </dsp:nvSpPr>
      <dsp:spPr>
        <a:xfrm>
          <a:off x="1032737" y="376120"/>
          <a:ext cx="1544071" cy="1544071"/>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بهره برداری و تصرف تمام یا قسمتی از کارها به وسیله کارفرما</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108112" y="451495"/>
        <a:ext cx="1393321" cy="1393321"/>
      </dsp:txXfrm>
    </dsp:sp>
    <dsp:sp modelId="{8C7559F8-95FF-448F-A5E0-F491BD8D5F2E}">
      <dsp:nvSpPr>
        <dsp:cNvPr id="0" name=""/>
        <dsp:cNvSpPr/>
      </dsp:nvSpPr>
      <dsp:spPr>
        <a:xfrm>
          <a:off x="2695583" y="376120"/>
          <a:ext cx="1544071" cy="1544071"/>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وقوع شرایط قهری </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770958" y="451495"/>
        <a:ext cx="1393321" cy="1393321"/>
      </dsp:txXfrm>
    </dsp:sp>
    <dsp:sp modelId="{B1A90530-1D04-48A1-867D-A240982E8C55}">
      <dsp:nvSpPr>
        <dsp:cNvPr id="0" name=""/>
        <dsp:cNvSpPr/>
      </dsp:nvSpPr>
      <dsp:spPr>
        <a:xfrm>
          <a:off x="1032737" y="2038966"/>
          <a:ext cx="1544071" cy="1544071"/>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تغییر در قوانین و مقررات داخلی توسط کارفرما</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108112" y="2114341"/>
        <a:ext cx="1393321" cy="1393321"/>
      </dsp:txXfrm>
    </dsp:sp>
    <dsp:sp modelId="{6CC4A6C9-48BB-40AD-81DA-107D0E981B16}">
      <dsp:nvSpPr>
        <dsp:cNvPr id="0" name=""/>
        <dsp:cNvSpPr/>
      </dsp:nvSpPr>
      <dsp:spPr>
        <a:xfrm>
          <a:off x="2695583" y="2038966"/>
          <a:ext cx="1544071" cy="1544071"/>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بروز زیان های کاری توسط کارفرما</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770958" y="2114341"/>
        <a:ext cx="1393321" cy="13933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EA915-240F-4618-8183-1DE9DAF37DA3}">
      <dsp:nvSpPr>
        <dsp:cNvPr id="0" name=""/>
        <dsp:cNvSpPr/>
      </dsp:nvSpPr>
      <dsp:spPr>
        <a:xfrm>
          <a:off x="1315774" y="0"/>
          <a:ext cx="8114701" cy="63851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موضع پیمان: عبارت است از تامین مصالح و تجهیزات، انجام کارهای ساختمانی و نصب و وراه اندازی و سایر خدمات است.</a:t>
          </a:r>
          <a:endParaRPr lang="en-US" sz="1000" kern="1200" dirty="0"/>
        </a:p>
      </dsp:txBody>
      <dsp:txXfrm>
        <a:off x="1315774" y="0"/>
        <a:ext cx="8114701" cy="638517"/>
      </dsp:txXfrm>
    </dsp:sp>
    <dsp:sp modelId="{CE56C625-DB5A-40DE-8A58-536946F5CBF7}">
      <dsp:nvSpPr>
        <dsp:cNvPr id="0" name=""/>
        <dsp:cNvSpPr/>
      </dsp:nvSpPr>
      <dsp:spPr>
        <a:xfrm>
          <a:off x="162665" y="18100"/>
          <a:ext cx="1064195" cy="63851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جدول تفکیک مبلغ پیمان </a:t>
          </a:r>
          <a:endParaRPr lang="en-US"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62665" y="18100"/>
        <a:ext cx="1064195" cy="638517"/>
      </dsp:txXfrm>
    </dsp:sp>
    <dsp:sp modelId="{008A630C-CF24-4CFD-AEC6-39CABB035CD8}">
      <dsp:nvSpPr>
        <dsp:cNvPr id="0" name=""/>
        <dsp:cNvSpPr/>
      </dsp:nvSpPr>
      <dsp:spPr>
        <a:xfrm>
          <a:off x="164230" y="762309"/>
          <a:ext cx="1064195" cy="63851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fa-IR" sz="800" kern="1200" dirty="0"/>
            <a:t> </a:t>
          </a:r>
          <a:r>
            <a:rPr lang="fa-IR" sz="11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فهرست مقادیر و بهای واحد کار ها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64230" y="762309"/>
        <a:ext cx="1064195" cy="638517"/>
      </dsp:txXfrm>
    </dsp:sp>
    <dsp:sp modelId="{8DA8C0C9-FBE2-4A0A-A501-4074AF148445}">
      <dsp:nvSpPr>
        <dsp:cNvPr id="0" name=""/>
        <dsp:cNvSpPr/>
      </dsp:nvSpPr>
      <dsp:spPr>
        <a:xfrm>
          <a:off x="1334844" y="762309"/>
          <a:ext cx="1064195" cy="63851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فهرست بهای کار های اضافی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334844" y="762309"/>
        <a:ext cx="1064195" cy="638517"/>
      </dsp:txXfrm>
    </dsp:sp>
    <dsp:sp modelId="{4E22B3B3-6DFA-4BB1-8540-3DE2D84A5137}">
      <dsp:nvSpPr>
        <dsp:cNvPr id="0" name=""/>
        <dsp:cNvSpPr/>
      </dsp:nvSpPr>
      <dsp:spPr>
        <a:xfrm>
          <a:off x="2505459" y="762309"/>
          <a:ext cx="1064195" cy="63851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a-IR" sz="900" kern="1200" dirty="0"/>
            <a:t> </a:t>
          </a: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روش تعدیل </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505459" y="762309"/>
        <a:ext cx="1064195" cy="638517"/>
      </dsp:txXfrm>
    </dsp:sp>
    <dsp:sp modelId="{43D77824-EE74-4096-8DA3-775402A03CCB}">
      <dsp:nvSpPr>
        <dsp:cNvPr id="0" name=""/>
        <dsp:cNvSpPr/>
      </dsp:nvSpPr>
      <dsp:spPr>
        <a:xfrm>
          <a:off x="3676074" y="762309"/>
          <a:ext cx="1064195" cy="63851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a-IR" sz="18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a:t>
          </a: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پرداخت ها </a:t>
          </a:r>
          <a:endParaRPr lang="en-US" sz="18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3676074" y="762309"/>
        <a:ext cx="1064195" cy="638517"/>
      </dsp:txXfrm>
    </dsp:sp>
    <dsp:sp modelId="{1A88A1B2-8230-4320-B5DB-DDC700A2DF7C}">
      <dsp:nvSpPr>
        <dsp:cNvPr id="0" name=""/>
        <dsp:cNvSpPr/>
      </dsp:nvSpPr>
      <dsp:spPr>
        <a:xfrm>
          <a:off x="4846688" y="762309"/>
          <a:ext cx="1064195" cy="63851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800" kern="12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بیمه </a:t>
          </a:r>
          <a:endParaRPr lang="en-US" sz="1800" kern="12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4846688" y="762309"/>
        <a:ext cx="1064195" cy="638517"/>
      </dsp:txXfrm>
    </dsp:sp>
    <dsp:sp modelId="{76443C0A-D158-4A5F-A0A0-4ECDFF5BDBED}">
      <dsp:nvSpPr>
        <dsp:cNvPr id="0" name=""/>
        <dsp:cNvSpPr/>
      </dsp:nvSpPr>
      <dsp:spPr>
        <a:xfrm>
          <a:off x="6017303" y="762309"/>
          <a:ext cx="1064195" cy="63851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ضمانتنامه و اعتبار سنجی</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6017303" y="762309"/>
        <a:ext cx="1064195" cy="638517"/>
      </dsp:txXfrm>
    </dsp:sp>
    <dsp:sp modelId="{6FFE77E0-01E3-4AC5-AE36-CBC9A8CD08D6}">
      <dsp:nvSpPr>
        <dsp:cNvPr id="0" name=""/>
        <dsp:cNvSpPr/>
      </dsp:nvSpPr>
      <dsp:spPr>
        <a:xfrm>
          <a:off x="7187918" y="762309"/>
          <a:ext cx="1064195" cy="63851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a-IR" sz="900" kern="1200" dirty="0"/>
            <a:t> </a:t>
          </a:r>
          <a:r>
            <a:rPr lang="fa-IR" sz="11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وظایف و اختیارات مهندس مشاور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7187918" y="762309"/>
        <a:ext cx="1064195" cy="638517"/>
      </dsp:txXfrm>
    </dsp:sp>
    <dsp:sp modelId="{18DAA9D8-B56E-4CFF-A15A-C0BEC89D537C}">
      <dsp:nvSpPr>
        <dsp:cNvPr id="0" name=""/>
        <dsp:cNvSpPr/>
      </dsp:nvSpPr>
      <dsp:spPr>
        <a:xfrm>
          <a:off x="8358532" y="762309"/>
          <a:ext cx="1064195" cy="63851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راه اندازی و آزمایش عملکرد </a:t>
          </a:r>
          <a:endParaRPr lang="en-US"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8358532" y="762309"/>
        <a:ext cx="1064195" cy="638517"/>
      </dsp:txXfrm>
    </dsp:sp>
    <dsp:sp modelId="{7E1B36D8-5E9D-4DA1-8566-B26DF677757B}">
      <dsp:nvSpPr>
        <dsp:cNvPr id="0" name=""/>
        <dsp:cNvSpPr/>
      </dsp:nvSpPr>
      <dsp:spPr>
        <a:xfrm>
          <a:off x="164230" y="1507246"/>
          <a:ext cx="1064195" cy="63851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شرح کار های پیمانکار</a:t>
          </a:r>
          <a:endParaRPr lang="en-US"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64230" y="1507246"/>
        <a:ext cx="1064195" cy="638517"/>
      </dsp:txXfrm>
    </dsp:sp>
    <dsp:sp modelId="{6B096AE0-DC56-445B-9180-C823B6A762F4}">
      <dsp:nvSpPr>
        <dsp:cNvPr id="0" name=""/>
        <dsp:cNvSpPr/>
      </dsp:nvSpPr>
      <dsp:spPr>
        <a:xfrm>
          <a:off x="1334844" y="1507246"/>
          <a:ext cx="1064195" cy="63851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فهرست عمومی لوازم </a:t>
          </a:r>
          <a:endParaRPr lang="en-US"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334844" y="1507246"/>
        <a:ext cx="1064195" cy="638517"/>
      </dsp:txXfrm>
    </dsp:sp>
    <dsp:sp modelId="{28803041-91D5-4265-A055-74BF9357A3FA}">
      <dsp:nvSpPr>
        <dsp:cNvPr id="0" name=""/>
        <dsp:cNvSpPr/>
      </dsp:nvSpPr>
      <dsp:spPr>
        <a:xfrm>
          <a:off x="2505459" y="1507246"/>
          <a:ext cx="1064195" cy="63851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انتقال تکنولوژی و آموزش </a:t>
          </a:r>
          <a:endParaRPr lang="en-US"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2505459" y="1507246"/>
        <a:ext cx="1064195" cy="638517"/>
      </dsp:txXfrm>
    </dsp:sp>
    <dsp:sp modelId="{D2DA084A-8480-4FC9-87F0-AC7FDAACEF8A}">
      <dsp:nvSpPr>
        <dsp:cNvPr id="0" name=""/>
        <dsp:cNvSpPr/>
      </dsp:nvSpPr>
      <dsp:spPr>
        <a:xfrm>
          <a:off x="3676074" y="1507246"/>
          <a:ext cx="1064195" cy="63851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a-IR" sz="900" kern="1200" dirty="0"/>
            <a:t> </a:t>
          </a:r>
          <a:r>
            <a:rPr lang="fa-IR" sz="16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تعهدات </a:t>
          </a:r>
          <a:r>
            <a:rPr lang="fa-IR" sz="14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کارفرما</a:t>
          </a:r>
          <a:r>
            <a:rPr lang="fa-IR" sz="900" kern="1200" dirty="0"/>
            <a:t> </a:t>
          </a:r>
          <a:endParaRPr lang="en-US" sz="900" kern="1200" dirty="0"/>
        </a:p>
      </dsp:txBody>
      <dsp:txXfrm>
        <a:off x="3676074" y="1507246"/>
        <a:ext cx="1064195" cy="638517"/>
      </dsp:txXfrm>
    </dsp:sp>
    <dsp:sp modelId="{0BA21CFD-DF6E-484D-955D-1FECEDC65B7C}">
      <dsp:nvSpPr>
        <dsp:cNvPr id="0" name=""/>
        <dsp:cNvSpPr/>
      </dsp:nvSpPr>
      <dsp:spPr>
        <a:xfrm>
          <a:off x="4853808" y="1490651"/>
          <a:ext cx="1064195" cy="63851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برنامه زمانی کلی اجرای کار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4853808" y="1490651"/>
        <a:ext cx="1064195" cy="638517"/>
      </dsp:txXfrm>
    </dsp:sp>
    <dsp:sp modelId="{3C182D97-40C8-4CDB-B7EB-9913424B81AD}">
      <dsp:nvSpPr>
        <dsp:cNvPr id="0" name=""/>
        <dsp:cNvSpPr/>
      </dsp:nvSpPr>
      <dsp:spPr>
        <a:xfrm>
          <a:off x="6024422" y="1490651"/>
          <a:ext cx="1064195" cy="63851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فهرست فروشندگان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6024422" y="1490651"/>
        <a:ext cx="1064195" cy="638517"/>
      </dsp:txXfrm>
    </dsp:sp>
    <dsp:sp modelId="{F18D2856-D493-4BE4-A0BF-99F668AD6CDA}">
      <dsp:nvSpPr>
        <dsp:cNvPr id="0" name=""/>
        <dsp:cNvSpPr/>
      </dsp:nvSpPr>
      <dsp:spPr>
        <a:xfrm>
          <a:off x="7195037" y="1490651"/>
          <a:ext cx="1064195" cy="63851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اقلام کار ها و خدمات و ...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7195037" y="1490651"/>
        <a:ext cx="1064195" cy="638517"/>
      </dsp:txXfrm>
    </dsp:sp>
    <dsp:sp modelId="{6674736E-CD2B-42B6-85F4-FA077E58F7EC}">
      <dsp:nvSpPr>
        <dsp:cNvPr id="0" name=""/>
        <dsp:cNvSpPr/>
      </dsp:nvSpPr>
      <dsp:spPr>
        <a:xfrm>
          <a:off x="8365652" y="1490651"/>
          <a:ext cx="1064195" cy="63851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اسناد و مدارک فنی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8365652" y="1490651"/>
        <a:ext cx="1064195" cy="638517"/>
      </dsp:txXfrm>
    </dsp:sp>
    <dsp:sp modelId="{A0A02417-FECD-4A03-BA70-BF735D30AB79}">
      <dsp:nvSpPr>
        <dsp:cNvPr id="0" name=""/>
        <dsp:cNvSpPr/>
      </dsp:nvSpPr>
      <dsp:spPr>
        <a:xfrm>
          <a:off x="3683193" y="2235587"/>
          <a:ext cx="1064195" cy="63851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قوانین مراکز بارگیری و ...</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3683193" y="2235587"/>
        <a:ext cx="1064195" cy="638517"/>
      </dsp:txXfrm>
    </dsp:sp>
    <dsp:sp modelId="{26968101-DD4A-4F3D-9A28-1DB9EC0108D5}">
      <dsp:nvSpPr>
        <dsp:cNvPr id="0" name=""/>
        <dsp:cNvSpPr/>
      </dsp:nvSpPr>
      <dsp:spPr>
        <a:xfrm>
          <a:off x="4846688" y="2236365"/>
          <a:ext cx="1064195" cy="63851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 </a:t>
          </a:r>
          <a:r>
            <a:rPr lang="fa-IR"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نحوه گردش کار</a:t>
          </a:r>
          <a:endParaRPr lang="en-US" sz="1200" kern="12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4846688" y="2236365"/>
        <a:ext cx="1064195" cy="6385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C56932-E2D5-4898-9B15-6B9A8545B43A}">
      <dsp:nvSpPr>
        <dsp:cNvPr id="0" name=""/>
        <dsp:cNvSpPr/>
      </dsp:nvSpPr>
      <dsp:spPr>
        <a:xfrm>
          <a:off x="0" y="9828"/>
          <a:ext cx="5914209" cy="1199250"/>
        </a:xfrm>
        <a:prstGeom prst="roundRect">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fa-IR" sz="5000" kern="1200"/>
            <a:t>موافقت نامه </a:t>
          </a:r>
          <a:endParaRPr lang="en-US" sz="5000" kern="1200" dirty="0"/>
        </a:p>
      </dsp:txBody>
      <dsp:txXfrm>
        <a:off x="58543" y="68371"/>
        <a:ext cx="5797123" cy="1082164"/>
      </dsp:txXfrm>
    </dsp:sp>
    <dsp:sp modelId="{F4F43B7B-2B16-4792-BF28-5DC6428DFB12}">
      <dsp:nvSpPr>
        <dsp:cNvPr id="0" name=""/>
        <dsp:cNvSpPr/>
      </dsp:nvSpPr>
      <dsp:spPr>
        <a:xfrm>
          <a:off x="0" y="1353078"/>
          <a:ext cx="5914209" cy="1199250"/>
        </a:xfrm>
        <a:prstGeom prst="roundRect">
          <a:avLst/>
        </a:prstGeom>
        <a:blipFill>
          <a:blip xmlns:r="http://schemas.openxmlformats.org/officeDocument/2006/relationships" r:embed="rId1">
            <a:duotone>
              <a:schemeClr val="accent5">
                <a:hueOff val="331055"/>
                <a:satOff val="192"/>
                <a:lumOff val="1895"/>
                <a:alphaOff val="0"/>
                <a:shade val="74000"/>
                <a:satMod val="130000"/>
                <a:lumMod val="90000"/>
              </a:schemeClr>
              <a:schemeClr val="accent5">
                <a:hueOff val="331055"/>
                <a:satOff val="192"/>
                <a:lumOff val="1895"/>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fa-IR" sz="5000" kern="1200"/>
            <a:t>پیوست ها </a:t>
          </a:r>
          <a:endParaRPr lang="en-US" sz="5000" kern="1200" dirty="0"/>
        </a:p>
      </dsp:txBody>
      <dsp:txXfrm>
        <a:off x="58543" y="1411621"/>
        <a:ext cx="5797123" cy="1082164"/>
      </dsp:txXfrm>
    </dsp:sp>
    <dsp:sp modelId="{80A18A5A-8FA7-4BC4-B4FA-2DF2270C0976}">
      <dsp:nvSpPr>
        <dsp:cNvPr id="0" name=""/>
        <dsp:cNvSpPr/>
      </dsp:nvSpPr>
      <dsp:spPr>
        <a:xfrm>
          <a:off x="0" y="2696328"/>
          <a:ext cx="5914209" cy="1199250"/>
        </a:xfrm>
        <a:prstGeom prst="roundRect">
          <a:avLst/>
        </a:prstGeom>
        <a:blipFill>
          <a:blip xmlns:r="http://schemas.openxmlformats.org/officeDocument/2006/relationships" r:embed="rId1">
            <a:duotone>
              <a:schemeClr val="accent5">
                <a:hueOff val="662110"/>
                <a:satOff val="384"/>
                <a:lumOff val="3791"/>
                <a:alphaOff val="0"/>
                <a:shade val="74000"/>
                <a:satMod val="130000"/>
                <a:lumMod val="90000"/>
              </a:schemeClr>
              <a:schemeClr val="accent5">
                <a:hueOff val="662110"/>
                <a:satOff val="384"/>
                <a:lumOff val="3791"/>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fa-IR" sz="5000" kern="1200"/>
            <a:t>شرایط عمومی </a:t>
          </a:r>
          <a:endParaRPr lang="en-US" sz="5000" kern="1200" dirty="0"/>
        </a:p>
      </dsp:txBody>
      <dsp:txXfrm>
        <a:off x="58543" y="2754871"/>
        <a:ext cx="5797123" cy="1082164"/>
      </dsp:txXfrm>
    </dsp:sp>
    <dsp:sp modelId="{6CD3FAA5-31A4-4341-A13A-A5C64F61A782}">
      <dsp:nvSpPr>
        <dsp:cNvPr id="0" name=""/>
        <dsp:cNvSpPr/>
      </dsp:nvSpPr>
      <dsp:spPr>
        <a:xfrm>
          <a:off x="0" y="4039578"/>
          <a:ext cx="5914209" cy="1199250"/>
        </a:xfrm>
        <a:prstGeom prst="roundRect">
          <a:avLst/>
        </a:prstGeom>
        <a:blipFill>
          <a:blip xmlns:r="http://schemas.openxmlformats.org/officeDocument/2006/relationships" r:embed="rId1">
            <a:duotone>
              <a:schemeClr val="accent5">
                <a:hueOff val="993165"/>
                <a:satOff val="576"/>
                <a:lumOff val="5686"/>
                <a:alphaOff val="0"/>
                <a:shade val="74000"/>
                <a:satMod val="130000"/>
                <a:lumMod val="90000"/>
              </a:schemeClr>
              <a:schemeClr val="accent5">
                <a:hueOff val="993165"/>
                <a:satOff val="576"/>
                <a:lumOff val="5686"/>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fa-IR" sz="5000" kern="1200"/>
            <a:t>شرایط خصوصی </a:t>
          </a:r>
          <a:endParaRPr lang="en-US" sz="5000" kern="1200" dirty="0"/>
        </a:p>
      </dsp:txBody>
      <dsp:txXfrm>
        <a:off x="58543" y="4098121"/>
        <a:ext cx="5797123" cy="108216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2F917A-25A9-41F2-8FA8-76778CFBDEA3}">
      <dsp:nvSpPr>
        <dsp:cNvPr id="0" name=""/>
        <dsp:cNvSpPr/>
      </dsp:nvSpPr>
      <dsp:spPr>
        <a:xfrm>
          <a:off x="0" y="316307"/>
          <a:ext cx="9601196" cy="352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835A977-B9EC-41F1-A6BF-5A14F3A28CA9}">
      <dsp:nvSpPr>
        <dsp:cNvPr id="0" name=""/>
        <dsp:cNvSpPr/>
      </dsp:nvSpPr>
      <dsp:spPr>
        <a:xfrm>
          <a:off x="2880329" y="109667"/>
          <a:ext cx="6720837" cy="4132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32" tIns="0" rIns="254032" bIns="0" numCol="1" spcCol="1270" anchor="ctr" anchorCtr="0">
          <a:noAutofit/>
        </a:bodyPr>
        <a:lstStyle/>
        <a:p>
          <a:pPr marL="0" lvl="0" indent="0" algn="r" defTabSz="800100" rtl="1">
            <a:lnSpc>
              <a:spcPct val="90000"/>
            </a:lnSpc>
            <a:spcBef>
              <a:spcPct val="0"/>
            </a:spcBef>
            <a:spcAft>
              <a:spcPct val="35000"/>
            </a:spcAft>
            <a:buNone/>
          </a:pPr>
          <a:r>
            <a:rPr lang="fa-IR" sz="1800" kern="1200"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شماره کل بسته </a:t>
          </a:r>
          <a:endParaRPr lang="en-US" sz="1800" kern="1200"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endParaRPr>
        </a:p>
      </dsp:txBody>
      <dsp:txXfrm>
        <a:off x="2900504" y="129842"/>
        <a:ext cx="6680487" cy="372930"/>
      </dsp:txXfrm>
    </dsp:sp>
    <dsp:sp modelId="{18FA7260-8F44-4ED7-BB10-526236E177FC}">
      <dsp:nvSpPr>
        <dsp:cNvPr id="0" name=""/>
        <dsp:cNvSpPr/>
      </dsp:nvSpPr>
      <dsp:spPr>
        <a:xfrm>
          <a:off x="0" y="951348"/>
          <a:ext cx="9601196" cy="352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644CBB2-1EB9-4782-B359-F2E487F6C4B8}">
      <dsp:nvSpPr>
        <dsp:cNvPr id="0" name=""/>
        <dsp:cNvSpPr/>
      </dsp:nvSpPr>
      <dsp:spPr>
        <a:xfrm>
          <a:off x="2880358" y="665428"/>
          <a:ext cx="6720837" cy="4132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32" tIns="0" rIns="254032" bIns="0" numCol="1" spcCol="1270" anchor="ctr" anchorCtr="0">
          <a:noAutofit/>
        </a:bodyPr>
        <a:lstStyle/>
        <a:p>
          <a:pPr marL="0" lvl="0" indent="0" algn="r" defTabSz="800100" rtl="1">
            <a:lnSpc>
              <a:spcPct val="90000"/>
            </a:lnSpc>
            <a:spcBef>
              <a:spcPct val="0"/>
            </a:spcBef>
            <a:spcAft>
              <a:spcPct val="35000"/>
            </a:spcAft>
            <a:buNone/>
          </a:pPr>
          <a:r>
            <a:rPr lang="fa-IR"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کمیت تجهیزات موجود در بسته </a:t>
          </a:r>
          <a:endParaRPr lang="en-US"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dsp:txBody>
      <dsp:txXfrm>
        <a:off x="2900533" y="685603"/>
        <a:ext cx="6680487" cy="372930"/>
      </dsp:txXfrm>
    </dsp:sp>
    <dsp:sp modelId="{90CA01DF-0F9A-4BDD-BE4F-1760E671993B}">
      <dsp:nvSpPr>
        <dsp:cNvPr id="0" name=""/>
        <dsp:cNvSpPr/>
      </dsp:nvSpPr>
      <dsp:spPr>
        <a:xfrm>
          <a:off x="0" y="1586388"/>
          <a:ext cx="9601196" cy="352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DDE4BE-C6BD-4A72-91FF-E0ACE5AC54CE}">
      <dsp:nvSpPr>
        <dsp:cNvPr id="0" name=""/>
        <dsp:cNvSpPr/>
      </dsp:nvSpPr>
      <dsp:spPr>
        <a:xfrm>
          <a:off x="2880329" y="1369916"/>
          <a:ext cx="6720837" cy="4132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32" tIns="0" rIns="254032" bIns="0" numCol="1" spcCol="1270" anchor="ctr" anchorCtr="0">
          <a:noAutofit/>
        </a:bodyPr>
        <a:lstStyle/>
        <a:p>
          <a:pPr marL="0" lvl="0" indent="0" algn="r" defTabSz="800100" rtl="1">
            <a:lnSpc>
              <a:spcPct val="90000"/>
            </a:lnSpc>
            <a:spcBef>
              <a:spcPct val="0"/>
            </a:spcBef>
            <a:spcAft>
              <a:spcPct val="35000"/>
            </a:spcAft>
            <a:buNone/>
          </a:pPr>
          <a:r>
            <a:rPr lang="fa-IR"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متناسب بودن بسته بندی ها </a:t>
          </a:r>
          <a:endParaRPr lang="en-US"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dsp:txBody>
      <dsp:txXfrm>
        <a:off x="2900504" y="1390091"/>
        <a:ext cx="6680487" cy="372930"/>
      </dsp:txXfrm>
    </dsp:sp>
    <dsp:sp modelId="{652981B6-DB7F-483B-849C-5C5F9A2C82AA}">
      <dsp:nvSpPr>
        <dsp:cNvPr id="0" name=""/>
        <dsp:cNvSpPr/>
      </dsp:nvSpPr>
      <dsp:spPr>
        <a:xfrm>
          <a:off x="0" y="2221428"/>
          <a:ext cx="9601196" cy="352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4B35E85-BF60-4115-89D0-6DCF0C6DBB43}">
      <dsp:nvSpPr>
        <dsp:cNvPr id="0" name=""/>
        <dsp:cNvSpPr/>
      </dsp:nvSpPr>
      <dsp:spPr>
        <a:xfrm>
          <a:off x="2880329" y="2015069"/>
          <a:ext cx="6720837" cy="4132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32" tIns="0" rIns="254032" bIns="0" numCol="1" spcCol="1270" anchor="ctr" anchorCtr="0">
          <a:noAutofit/>
        </a:bodyPr>
        <a:lstStyle/>
        <a:p>
          <a:pPr marL="0" lvl="0" indent="0" algn="r" defTabSz="800100" rtl="1">
            <a:lnSpc>
              <a:spcPct val="90000"/>
            </a:lnSpc>
            <a:spcBef>
              <a:spcPct val="0"/>
            </a:spcBef>
            <a:spcAft>
              <a:spcPct val="35000"/>
            </a:spcAft>
            <a:buNone/>
          </a:pPr>
          <a:r>
            <a:rPr lang="fa-IR"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علامتگذاری و بارگیری صحیح بسته </a:t>
          </a:r>
          <a:endParaRPr lang="en-US"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dsp:txBody>
      <dsp:txXfrm>
        <a:off x="2900504" y="2035244"/>
        <a:ext cx="6680487" cy="372930"/>
      </dsp:txXfrm>
    </dsp:sp>
    <dsp:sp modelId="{62DB26EC-24EA-46FB-B65E-5A0837083906}">
      <dsp:nvSpPr>
        <dsp:cNvPr id="0" name=""/>
        <dsp:cNvSpPr/>
      </dsp:nvSpPr>
      <dsp:spPr>
        <a:xfrm>
          <a:off x="0" y="2856468"/>
          <a:ext cx="9601196" cy="352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29D388-4FB2-4C8B-AEF9-196C14BD766A}">
      <dsp:nvSpPr>
        <dsp:cNvPr id="0" name=""/>
        <dsp:cNvSpPr/>
      </dsp:nvSpPr>
      <dsp:spPr>
        <a:xfrm>
          <a:off x="2880329" y="2669491"/>
          <a:ext cx="6720837" cy="4132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32" tIns="0" rIns="254032" bIns="0" numCol="1" spcCol="1270" anchor="ctr" anchorCtr="0">
          <a:noAutofit/>
        </a:bodyPr>
        <a:lstStyle/>
        <a:p>
          <a:pPr marL="0" lvl="0" indent="0" algn="r" defTabSz="800100" rtl="1">
            <a:lnSpc>
              <a:spcPct val="90000"/>
            </a:lnSpc>
            <a:spcBef>
              <a:spcPct val="0"/>
            </a:spcBef>
            <a:spcAft>
              <a:spcPct val="35000"/>
            </a:spcAft>
            <a:buNone/>
          </a:pPr>
          <a:r>
            <a:rPr lang="fa-IR"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بازرسی چشمی و ظاهری کیفیت تجهیزات </a:t>
          </a:r>
          <a:endParaRPr lang="en-US" sz="1800" kern="12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dsp:txBody>
      <dsp:txXfrm>
        <a:off x="2900504" y="2689666"/>
        <a:ext cx="6680487" cy="37293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67EE39-316B-4960-BAE1-8B1FD5380875}">
      <dsp:nvSpPr>
        <dsp:cNvPr id="0" name=""/>
        <dsp:cNvSpPr/>
      </dsp:nvSpPr>
      <dsp:spPr>
        <a:xfrm>
          <a:off x="0" y="29098"/>
          <a:ext cx="5272392" cy="117936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r" defTabSz="755650" rtl="1">
            <a:lnSpc>
              <a:spcPct val="90000"/>
            </a:lnSpc>
            <a:spcBef>
              <a:spcPct val="0"/>
            </a:spcBef>
            <a:spcAft>
              <a:spcPct val="35000"/>
            </a:spcAft>
            <a:buNone/>
          </a:pPr>
          <a:r>
            <a:rPr lang="fa-IR" sz="17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1</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نوع نظام (سیستم) انجام پروژه، با توجه به ضوابط مربوط، روش طرح و ساخت، انتخاب شده باش</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د.</a:t>
          </a:r>
          <a:endParaRPr lang="en-US" sz="1900" kern="1200" dirty="0"/>
        </a:p>
      </dsp:txBody>
      <dsp:txXfrm>
        <a:off x="57572" y="86670"/>
        <a:ext cx="5157248" cy="1064216"/>
      </dsp:txXfrm>
    </dsp:sp>
    <dsp:sp modelId="{A9AF5269-BF02-4305-BB55-689A25A7EC80}">
      <dsp:nvSpPr>
        <dsp:cNvPr id="0" name=""/>
        <dsp:cNvSpPr/>
      </dsp:nvSpPr>
      <dsp:spPr>
        <a:xfrm>
          <a:off x="0" y="1389898"/>
          <a:ext cx="5272392" cy="117936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r" defTabSz="755650" rtl="1">
            <a:lnSpc>
              <a:spcPct val="90000"/>
            </a:lnSpc>
            <a:spcBef>
              <a:spcPct val="0"/>
            </a:spcBef>
            <a:spcAft>
              <a:spcPct val="35000"/>
            </a:spcAft>
            <a:buNone/>
          </a:pPr>
          <a:r>
            <a:rPr lang="fa-IR" sz="17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2</a:t>
          </a:r>
          <a:r>
            <a:rPr lang="fa-IR"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a:t>
          </a:r>
          <a:r>
            <a:rPr lang="ar-SA"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گزارشهای مهندس مشاور، حاوی مطالعات توجیهی و سایر اسناد و مدارک مورد نیاز، با توجه به </a:t>
          </a:r>
          <a:r>
            <a:rPr lang="en-US"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a:t>
          </a:r>
          <a:r>
            <a:rPr lang="ar-SA"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دستورالعمل تهیه اسناد و مدارک طرح در کارهای طرح و ساخت"، تکمیل شده باشد</a:t>
          </a:r>
          <a:r>
            <a:rPr lang="fa-IR"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a:t>
          </a:r>
          <a:endParaRPr lang="en-US" sz="1900" kern="1200" dirty="0"/>
        </a:p>
      </dsp:txBody>
      <dsp:txXfrm>
        <a:off x="57572" y="1447470"/>
        <a:ext cx="5157248" cy="1064216"/>
      </dsp:txXfrm>
    </dsp:sp>
    <dsp:sp modelId="{BC833BCC-BE5F-4517-8A61-FEBB87C98EB1}">
      <dsp:nvSpPr>
        <dsp:cNvPr id="0" name=""/>
        <dsp:cNvSpPr/>
      </dsp:nvSpPr>
      <dsp:spPr>
        <a:xfrm>
          <a:off x="0" y="2750699"/>
          <a:ext cx="5272392" cy="1179360"/>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r" defTabSz="622300">
            <a:lnSpc>
              <a:spcPct val="90000"/>
            </a:lnSpc>
            <a:spcBef>
              <a:spcPct val="0"/>
            </a:spcBef>
            <a:spcAft>
              <a:spcPct val="35000"/>
            </a:spcAft>
            <a:buNone/>
          </a:pPr>
          <a:r>
            <a:rPr lang="fa-IR"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3.  </a:t>
          </a:r>
          <a:r>
            <a:rPr lang="ar-SA" sz="12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مراجع مربوط، اجرای پروژه را تصویب کرده و اعتبار آن تامین شده باشد</a:t>
          </a:r>
          <a:r>
            <a:rPr lang="fa-IR" sz="12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a:t>
          </a:r>
          <a:r>
            <a:rPr lang="ar-SA" sz="12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rPr>
            <a:t> </a:t>
          </a:r>
          <a:endParaRPr lang="en-US" sz="1400" kern="100" cap="none" dirty="0">
            <a:solidFill>
              <a:prstClr val="black">
                <a:lumMod val="85000"/>
                <a:lumOff val="15000"/>
              </a:prstClr>
            </a:solidFill>
            <a:effectLst/>
            <a:latin typeface="Calibri" panose="020F0502020204030204" pitchFamily="34" charset="0"/>
            <a:ea typeface="Calibri" panose="020F0502020204030204" pitchFamily="34" charset="0"/>
            <a:cs typeface="2  Titr" panose="00000700000000000000" pitchFamily="2" charset="-78"/>
          </a:endParaRPr>
        </a:p>
      </dsp:txBody>
      <dsp:txXfrm>
        <a:off x="57572" y="2808271"/>
        <a:ext cx="5157248" cy="106421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8BE764-2C07-4B8D-BD1C-A288F9F4A26B}">
      <dsp:nvSpPr>
        <dsp:cNvPr id="0" name=""/>
        <dsp:cNvSpPr/>
      </dsp:nvSpPr>
      <dsp:spPr>
        <a:xfrm>
          <a:off x="0" y="850065"/>
          <a:ext cx="3548525" cy="3548525"/>
        </a:xfrm>
        <a:prstGeom prst="pie">
          <a:avLst>
            <a:gd name="adj1" fmla="val 5400000"/>
            <a:gd name="adj2" fmla="val 1620000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C750E732-E21A-4A54-BBCC-D6DB1BC51290}">
      <dsp:nvSpPr>
        <dsp:cNvPr id="0" name=""/>
        <dsp:cNvSpPr/>
      </dsp:nvSpPr>
      <dsp:spPr>
        <a:xfrm>
          <a:off x="1774262" y="850065"/>
          <a:ext cx="4139946" cy="3548525"/>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marR="0" lvl="0" indent="-285750" algn="just" defTabSz="457200" rtl="1" eaLnBrk="1" latinLnBrk="0" hangingPunct="1">
            <a:lnSpc>
              <a:spcPct val="87000"/>
            </a:lnSpc>
            <a:spcBef>
              <a:spcPct val="0"/>
            </a:spcBef>
            <a:spcAft>
              <a:spcPts val="800"/>
            </a:spcAft>
            <a:buClr>
              <a:schemeClr val="accent1"/>
            </a:buClr>
            <a:buSzPct val="115000"/>
            <a:buFont typeface="Arial"/>
            <a:buNone/>
          </a:pPr>
          <a:r>
            <a:rPr lang="ar-SA"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اطلاعات، مدارک و اسناد پروژه را از دستگاه اجرایی دریافت نموده و کفایت آنها را با توجه به دستورالعمل تهیه اسناد و مدارک پروژه</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های طرح و</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ساخت، ارزیابی و تایید کند</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endParaRPr lang="en-US"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774262" y="850065"/>
        <a:ext cx="4139946" cy="1064559"/>
      </dsp:txXfrm>
    </dsp:sp>
    <dsp:sp modelId="{C92B9B72-64B8-4323-9056-048AADB26577}">
      <dsp:nvSpPr>
        <dsp:cNvPr id="0" name=""/>
        <dsp:cNvSpPr/>
      </dsp:nvSpPr>
      <dsp:spPr>
        <a:xfrm>
          <a:off x="620993" y="1914625"/>
          <a:ext cx="2306539" cy="2306539"/>
        </a:xfrm>
        <a:prstGeom prst="pie">
          <a:avLst>
            <a:gd name="adj1" fmla="val 5400000"/>
            <a:gd name="adj2" fmla="val 16200000"/>
          </a:avLst>
        </a:prstGeom>
        <a:blipFill>
          <a:blip xmlns:r="http://schemas.openxmlformats.org/officeDocument/2006/relationships" r:embed="rId1">
            <a:duotone>
              <a:schemeClr val="accent5">
                <a:hueOff val="496582"/>
                <a:satOff val="288"/>
                <a:lumOff val="2843"/>
                <a:alphaOff val="0"/>
                <a:shade val="74000"/>
                <a:satMod val="130000"/>
                <a:lumMod val="90000"/>
              </a:schemeClr>
              <a:schemeClr val="accent5">
                <a:hueOff val="496582"/>
                <a:satOff val="288"/>
                <a:lumOff val="2843"/>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010F10A6-6AF2-41B0-AC3A-3903BD32150A}">
      <dsp:nvSpPr>
        <dsp:cNvPr id="0" name=""/>
        <dsp:cNvSpPr/>
      </dsp:nvSpPr>
      <dsp:spPr>
        <a:xfrm>
          <a:off x="1774262" y="1914625"/>
          <a:ext cx="4139946" cy="2306539"/>
        </a:xfrm>
        <a:prstGeom prst="rect">
          <a:avLst/>
        </a:prstGeom>
        <a:solidFill>
          <a:schemeClr val="lt1">
            <a:alpha val="90000"/>
            <a:hueOff val="0"/>
            <a:satOff val="0"/>
            <a:lumOff val="0"/>
            <a:alphaOff val="0"/>
          </a:schemeClr>
        </a:solidFill>
        <a:ln w="9525" cap="flat" cmpd="sng" algn="ctr">
          <a:solidFill>
            <a:schemeClr val="accent5">
              <a:hueOff val="496582"/>
              <a:satOff val="288"/>
              <a:lumOff val="284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just" defTabSz="622300" rtl="1">
            <a:lnSpc>
              <a:spcPct val="90000"/>
            </a:lnSpc>
            <a:spcBef>
              <a:spcPct val="0"/>
            </a:spcBef>
            <a:spcAft>
              <a:spcPct val="35000"/>
            </a:spcAft>
            <a:buNone/>
          </a:pPr>
          <a:r>
            <a:rPr lang="ar-SA"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با توجه به موضوع و برآورد پروژه و بر اساس "آیین نامه تشخیص صلاحیت پیمانکاران طرح و ساخت"، رشته، تخصص و پایه لازم را برای پیمانکاران تعیین کند</a:t>
          </a:r>
          <a:r>
            <a:rPr lang="fa-IR"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endParaRPr lang="en-US" sz="14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774262" y="1914625"/>
        <a:ext cx="4139946" cy="1064556"/>
      </dsp:txXfrm>
    </dsp:sp>
    <dsp:sp modelId="{0473F5DA-1690-4FD8-9A54-EF47164F70E6}">
      <dsp:nvSpPr>
        <dsp:cNvPr id="0" name=""/>
        <dsp:cNvSpPr/>
      </dsp:nvSpPr>
      <dsp:spPr>
        <a:xfrm>
          <a:off x="1241984" y="2979182"/>
          <a:ext cx="1064556" cy="1064556"/>
        </a:xfrm>
        <a:prstGeom prst="pie">
          <a:avLst>
            <a:gd name="adj1" fmla="val 5400000"/>
            <a:gd name="adj2" fmla="val 16200000"/>
          </a:avLst>
        </a:prstGeom>
        <a:blipFill>
          <a:blip xmlns:r="http://schemas.openxmlformats.org/officeDocument/2006/relationships" r:embed="rId1">
            <a:duotone>
              <a:schemeClr val="accent5">
                <a:hueOff val="993165"/>
                <a:satOff val="576"/>
                <a:lumOff val="5686"/>
                <a:alphaOff val="0"/>
                <a:shade val="74000"/>
                <a:satMod val="130000"/>
                <a:lumMod val="90000"/>
              </a:schemeClr>
              <a:schemeClr val="accent5">
                <a:hueOff val="993165"/>
                <a:satOff val="576"/>
                <a:lumOff val="5686"/>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CB4EB366-A37B-4ADA-8A87-BA4DD219204B}">
      <dsp:nvSpPr>
        <dsp:cNvPr id="0" name=""/>
        <dsp:cNvSpPr/>
      </dsp:nvSpPr>
      <dsp:spPr>
        <a:xfrm>
          <a:off x="1774262" y="2979182"/>
          <a:ext cx="4139946" cy="1064556"/>
        </a:xfrm>
        <a:prstGeom prst="rect">
          <a:avLst/>
        </a:prstGeom>
        <a:solidFill>
          <a:schemeClr val="lt1">
            <a:alpha val="90000"/>
            <a:hueOff val="0"/>
            <a:satOff val="0"/>
            <a:lumOff val="0"/>
            <a:alphaOff val="0"/>
          </a:schemeClr>
        </a:solidFill>
        <a:ln w="9525" cap="flat" cmpd="sng" algn="ctr">
          <a:solidFill>
            <a:schemeClr val="accent5">
              <a:hueOff val="993165"/>
              <a:satOff val="576"/>
              <a:lumOff val="568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marR="0" lvl="0" indent="-285750" algn="just" defTabSz="457200" rtl="1" eaLnBrk="1" latinLnBrk="0" hangingPunct="1">
            <a:lnSpc>
              <a:spcPct val="87000"/>
            </a:lnSpc>
            <a:spcBef>
              <a:spcPct val="0"/>
            </a:spcBef>
            <a:spcAft>
              <a:spcPts val="800"/>
            </a:spcAft>
            <a:buClr>
              <a:schemeClr val="accent1"/>
            </a:buClr>
            <a:buSzPct val="115000"/>
            <a:buFont typeface="Arial"/>
            <a:buNone/>
          </a:pP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در صورت صلاح دانستن، هیئت می</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تواند پای</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ه </a:t>
          </a: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های بالاتر از پایه مشخص شده در آیین نامه یاد</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 </a:t>
          </a:r>
          <a:r>
            <a:rPr lang="ar-SA"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شده درخواست کند</a:t>
          </a:r>
          <a:r>
            <a:rPr lang="fa-IR"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rPr>
            <a:t>.</a:t>
          </a:r>
          <a:endParaRPr lang="en-US" sz="1700" kern="100" cap="none" dirty="0">
            <a:solidFill>
              <a:schemeClr val="tx1">
                <a:lumMod val="85000"/>
                <a:lumOff val="15000"/>
              </a:schemeClr>
            </a:solidFill>
            <a:effectLst/>
            <a:latin typeface="Calibri" panose="020F0502020204030204" pitchFamily="34" charset="0"/>
            <a:ea typeface="Calibri" panose="020F0502020204030204" pitchFamily="34" charset="0"/>
            <a:cs typeface="2  Titr" panose="00000700000000000000" pitchFamily="2" charset="-78"/>
          </a:endParaRPr>
        </a:p>
      </dsp:txBody>
      <dsp:txXfrm>
        <a:off x="1774262" y="2979182"/>
        <a:ext cx="4139946" cy="106455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BAE064-A3DE-4385-82A3-A7D09FE7E4F7}" type="datetimeFigureOut">
              <a:rPr lang="en-US" smtClean="0"/>
              <a:t>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CEFC45-E69F-4910-8BA0-B3A9BF00302A}" type="slidenum">
              <a:rPr lang="en-US" smtClean="0"/>
              <a:t>‹#›</a:t>
            </a:fld>
            <a:endParaRPr lang="en-US"/>
          </a:p>
        </p:txBody>
      </p:sp>
    </p:spTree>
    <p:extLst>
      <p:ext uri="{BB962C8B-B14F-4D97-AF65-F5344CB8AC3E}">
        <p14:creationId xmlns:p14="http://schemas.microsoft.com/office/powerpoint/2010/main" val="3115060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EFC45-E69F-4910-8BA0-B3A9BF00302A}" type="slidenum">
              <a:rPr lang="en-US" smtClean="0"/>
              <a:t>19</a:t>
            </a:fld>
            <a:endParaRPr lang="en-US"/>
          </a:p>
        </p:txBody>
      </p:sp>
    </p:spTree>
    <p:extLst>
      <p:ext uri="{BB962C8B-B14F-4D97-AF65-F5344CB8AC3E}">
        <p14:creationId xmlns:p14="http://schemas.microsoft.com/office/powerpoint/2010/main" val="2253210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B805F231-A51A-4C46-B6F2-BFF4B322FA1C}"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4918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spTree>
    <p:extLst>
      <p:ext uri="{BB962C8B-B14F-4D97-AF65-F5344CB8AC3E}">
        <p14:creationId xmlns:p14="http://schemas.microsoft.com/office/powerpoint/2010/main" val="534344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4003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05F231-A51A-4C46-B6F2-BFF4B322FA1C}" type="slidenum">
              <a:rPr lang="en-US" smtClean="0"/>
              <a:t>‹#›</a:t>
            </a:fld>
            <a:endParaRPr lang="en-US" dirty="0"/>
          </a:p>
        </p:txBody>
      </p:sp>
    </p:spTree>
    <p:extLst>
      <p:ext uri="{BB962C8B-B14F-4D97-AF65-F5344CB8AC3E}">
        <p14:creationId xmlns:p14="http://schemas.microsoft.com/office/powerpoint/2010/main" val="3599604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805F231-A51A-4C46-B6F2-BFF4B322FA1C}"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9042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805F231-A51A-4C46-B6F2-BFF4B322FA1C}"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8215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805F231-A51A-4C46-B6F2-BFF4B322FA1C}" type="slidenum">
              <a:rPr lang="en-US" smtClean="0"/>
              <a:t>‹#›</a:t>
            </a:fld>
            <a:endParaRPr lang="en-US" dirty="0"/>
          </a:p>
        </p:txBody>
      </p:sp>
    </p:spTree>
    <p:extLst>
      <p:ext uri="{BB962C8B-B14F-4D97-AF65-F5344CB8AC3E}">
        <p14:creationId xmlns:p14="http://schemas.microsoft.com/office/powerpoint/2010/main" val="2918034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05F231-A51A-4C46-B6F2-BFF4B322FA1C}" type="slidenum">
              <a:rPr lang="en-US" smtClean="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9637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05F231-A51A-4C46-B6F2-BFF4B322FA1C}" type="slidenum">
              <a:rPr lang="en-US" smtClean="0"/>
              <a:t>‹#›</a:t>
            </a:fld>
            <a:endParaRPr lang="en-US" dirty="0"/>
          </a:p>
        </p:txBody>
      </p:sp>
    </p:spTree>
    <p:extLst>
      <p:ext uri="{BB962C8B-B14F-4D97-AF65-F5344CB8AC3E}">
        <p14:creationId xmlns:p14="http://schemas.microsoft.com/office/powerpoint/2010/main" val="2615975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05F231-A51A-4C46-B6F2-BFF4B322FA1C}" type="slidenum">
              <a:rPr lang="en-US" smtClean="0"/>
              <a:t>‹#›</a:t>
            </a:fld>
            <a:endParaRPr lang="en-US" dirty="0"/>
          </a:p>
        </p:txBody>
      </p:sp>
    </p:spTree>
    <p:extLst>
      <p:ext uri="{BB962C8B-B14F-4D97-AF65-F5344CB8AC3E}">
        <p14:creationId xmlns:p14="http://schemas.microsoft.com/office/powerpoint/2010/main" val="58366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3107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3091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spTree>
    <p:extLst>
      <p:ext uri="{BB962C8B-B14F-4D97-AF65-F5344CB8AC3E}">
        <p14:creationId xmlns:p14="http://schemas.microsoft.com/office/powerpoint/2010/main" val="1520820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15435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9265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5977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ECA41C-7D7D-43D4-9152-A38BEE06F328}" type="datetimeFigureOut">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5F231-A51A-4C46-B6F2-BFF4B322FA1C}"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5067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6ECA41C-7D7D-43D4-9152-A38BEE06F328}" type="datetimeFigureOut">
              <a:rPr lang="en-US" smtClean="0"/>
              <a:t>1/5/2024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805F231-A51A-4C46-B6F2-BFF4B322FA1C}" type="slidenum">
              <a:rPr lang="en-US" smtClean="0"/>
              <a:t>‹#›</a:t>
            </a:fld>
            <a:endParaRPr lang="en-US" dirty="0"/>
          </a:p>
        </p:txBody>
      </p:sp>
    </p:spTree>
    <p:extLst>
      <p:ext uri="{BB962C8B-B14F-4D97-AF65-F5344CB8AC3E}">
        <p14:creationId xmlns:p14="http://schemas.microsoft.com/office/powerpoint/2010/main" val="25826154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9.jfif"/><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6.png"/><Relationship Id="rId7" Type="http://schemas.openxmlformats.org/officeDocument/2006/relationships/diagramColors" Target="../diagrams/colors7.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16.png"/><Relationship Id="rId7" Type="http://schemas.openxmlformats.org/officeDocument/2006/relationships/diagramColors" Target="../diagrams/colors1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AFD42-0283-B769-0D32-8824014E4BEC}"/>
              </a:ext>
            </a:extLst>
          </p:cNvPr>
          <p:cNvSpPr>
            <a:spLocks noGrp="1"/>
          </p:cNvSpPr>
          <p:nvPr>
            <p:ph type="ctrTitle"/>
          </p:nvPr>
        </p:nvSpPr>
        <p:spPr>
          <a:xfrm>
            <a:off x="1524000" y="1122362"/>
            <a:ext cx="9144000" cy="2113663"/>
          </a:xfrm>
        </p:spPr>
        <p:txBody>
          <a:bodyPr>
            <a:normAutofit/>
          </a:bodyPr>
          <a:lstStyle/>
          <a:p>
            <a:pPr>
              <a:lnSpc>
                <a:spcPct val="150000"/>
              </a:lnSpc>
            </a:pPr>
            <a:r>
              <a:rPr lang="fa-IR" sz="2000" dirty="0">
                <a:cs typeface="B Titr" panose="00000700000000000000" pitchFamily="2" charset="-78"/>
              </a:rPr>
              <a:t>درس مدیریت تشکیلات کارگاهی</a:t>
            </a:r>
            <a:br>
              <a:rPr lang="en-US" sz="2000" dirty="0">
                <a:cs typeface="B Titr" panose="00000700000000000000" pitchFamily="2" charset="-78"/>
              </a:rPr>
            </a:br>
            <a:r>
              <a:rPr lang="fa-IR" sz="2000" b="1" u="sng" dirty="0">
                <a:cs typeface="B Nazanin" panose="00000400000000000000" pitchFamily="2" charset="-78"/>
              </a:rPr>
              <a:t>موضوع:</a:t>
            </a:r>
            <a:r>
              <a:rPr lang="fa-IR" sz="2000" b="1" dirty="0">
                <a:cs typeface="B Nazanin" panose="00000400000000000000" pitchFamily="2" charset="-78"/>
              </a:rPr>
              <a:t> طرح و ساخت</a:t>
            </a:r>
            <a:br>
              <a:rPr lang="fa-IR" sz="1000" dirty="0">
                <a:cs typeface="B Nazanin" panose="00000400000000000000" pitchFamily="2" charset="-78"/>
              </a:rPr>
            </a:br>
            <a:endParaRPr lang="en-US" sz="2000" dirty="0">
              <a:cs typeface="B Titr" panose="00000700000000000000" pitchFamily="2" charset="-78"/>
            </a:endParaRPr>
          </a:p>
        </p:txBody>
      </p:sp>
      <p:sp>
        <p:nvSpPr>
          <p:cNvPr id="3" name="Subtitle 2">
            <a:extLst>
              <a:ext uri="{FF2B5EF4-FFF2-40B4-BE49-F238E27FC236}">
                <a16:creationId xmlns:a16="http://schemas.microsoft.com/office/drawing/2014/main" id="{AFBE81C9-1041-9386-D3AD-C1D5B2FA952C}"/>
              </a:ext>
            </a:extLst>
          </p:cNvPr>
          <p:cNvSpPr>
            <a:spLocks noGrp="1"/>
          </p:cNvSpPr>
          <p:nvPr>
            <p:ph type="subTitle" idx="1"/>
          </p:nvPr>
        </p:nvSpPr>
        <p:spPr>
          <a:xfrm>
            <a:off x="1524000" y="3897931"/>
            <a:ext cx="9144000" cy="1318162"/>
          </a:xfrm>
        </p:spPr>
        <p:txBody>
          <a:bodyPr/>
          <a:lstStyle/>
          <a:p>
            <a:r>
              <a:rPr lang="fa-IR" b="1" u="sng" dirty="0">
                <a:cs typeface="B Nazanin" panose="00000400000000000000" pitchFamily="2" charset="-78"/>
              </a:rPr>
              <a:t>نام و نام خانوادگی دانشجو:</a:t>
            </a:r>
            <a:r>
              <a:rPr lang="fa-IR" dirty="0">
                <a:cs typeface="B Nazanin" panose="00000400000000000000" pitchFamily="2" charset="-78"/>
              </a:rPr>
              <a:t> مهدی آزاد جابلو</a:t>
            </a:r>
          </a:p>
          <a:p>
            <a:r>
              <a:rPr lang="fa-IR" b="1" u="sng" dirty="0">
                <a:cs typeface="B Nazanin" panose="00000400000000000000" pitchFamily="2" charset="-78"/>
              </a:rPr>
              <a:t>استاد:</a:t>
            </a:r>
            <a:r>
              <a:rPr lang="fa-IR" dirty="0">
                <a:cs typeface="B Nazanin" panose="00000400000000000000" pitchFamily="2" charset="-78"/>
              </a:rPr>
              <a:t> دکتر مصطفی نجفی</a:t>
            </a:r>
          </a:p>
          <a:p>
            <a:endParaRPr lang="fa-IR" dirty="0">
              <a:cs typeface="B Nazanin" panose="00000400000000000000" pitchFamily="2" charset="-78"/>
            </a:endParaRPr>
          </a:p>
          <a:p>
            <a:endParaRPr lang="fa-IR" dirty="0">
              <a:cs typeface="B Nazanin" panose="00000400000000000000" pitchFamily="2" charset="-78"/>
            </a:endParaRPr>
          </a:p>
          <a:p>
            <a:endParaRPr lang="en-US" dirty="0">
              <a:cs typeface="B Nazanin" panose="00000400000000000000" pitchFamily="2" charset="-78"/>
            </a:endParaRPr>
          </a:p>
        </p:txBody>
      </p:sp>
      <p:pic>
        <p:nvPicPr>
          <p:cNvPr id="7" name="Picture 6">
            <a:extLst>
              <a:ext uri="{FF2B5EF4-FFF2-40B4-BE49-F238E27FC236}">
                <a16:creationId xmlns:a16="http://schemas.microsoft.com/office/drawing/2014/main" id="{824B0CAB-A9F6-FA8A-0BCB-0C6917874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3661" y="1733064"/>
            <a:ext cx="1352013" cy="1256305"/>
          </a:xfrm>
          <a:prstGeom prst="rect">
            <a:avLst/>
          </a:prstGeom>
        </p:spPr>
      </p:pic>
      <p:pic>
        <p:nvPicPr>
          <p:cNvPr id="9" name="Picture 8">
            <a:extLst>
              <a:ext uri="{FF2B5EF4-FFF2-40B4-BE49-F238E27FC236}">
                <a16:creationId xmlns:a16="http://schemas.microsoft.com/office/drawing/2014/main" id="{096BD892-23D3-11DF-3693-EBFD5FF3D6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2580" y="1591293"/>
            <a:ext cx="1837707" cy="1837707"/>
          </a:xfrm>
          <a:prstGeom prst="rect">
            <a:avLst/>
          </a:prstGeom>
          <a:ln>
            <a:noFill/>
          </a:ln>
          <a:effectLst>
            <a:outerShdw blurRad="292100" dist="139700" dir="2700000" algn="tl" rotWithShape="0">
              <a:srgbClr val="333333">
                <a:alpha val="65000"/>
              </a:srgbClr>
            </a:outerShdw>
          </a:effectLst>
        </p:spPr>
      </p:pic>
      <p:sp>
        <p:nvSpPr>
          <p:cNvPr id="10" name="Subtitle 2">
            <a:extLst>
              <a:ext uri="{FF2B5EF4-FFF2-40B4-BE49-F238E27FC236}">
                <a16:creationId xmlns:a16="http://schemas.microsoft.com/office/drawing/2014/main" id="{3FBE9DE3-BBF0-170C-1E5E-3A2C2BF5A8DA}"/>
              </a:ext>
            </a:extLst>
          </p:cNvPr>
          <p:cNvSpPr txBox="1">
            <a:spLocks/>
          </p:cNvSpPr>
          <p:nvPr/>
        </p:nvSpPr>
        <p:spPr>
          <a:xfrm>
            <a:off x="1676400" y="5795158"/>
            <a:ext cx="9144000" cy="819398"/>
          </a:xfrm>
          <a:prstGeom prst="rect">
            <a:avLst/>
          </a:prstGeom>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accent1"/>
              </a:buClr>
              <a:buSzPct val="11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buClr>
              <a:buSzPct val="11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buClr>
              <a:buSzPct val="11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buClr>
              <a:buSzPct val="11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9pPr>
          </a:lstStyle>
          <a:p>
            <a:pPr rtl="1"/>
            <a:r>
              <a:rPr lang="fa-IR" sz="1600" b="1" u="sng" dirty="0">
                <a:cs typeface="B Nazanin" panose="00000400000000000000" pitchFamily="2" charset="-78"/>
              </a:rPr>
              <a:t>منبع:</a:t>
            </a:r>
            <a:r>
              <a:rPr lang="fa-IR" sz="1800" dirty="0">
                <a:cs typeface="B Nazanin" panose="00000400000000000000" pitchFamily="2" charset="-78"/>
              </a:rPr>
              <a:t> </a:t>
            </a:r>
            <a:r>
              <a:rPr lang="en-US" sz="1600" dirty="0">
                <a:latin typeface="Calibri" panose="020F0502020204030204" pitchFamily="34" charset="0"/>
                <a:cs typeface="Calibri" panose="020F0502020204030204" pitchFamily="34" charset="0"/>
              </a:rPr>
              <a:t>DrMostafaNajafi.ir</a:t>
            </a:r>
            <a:endParaRPr lang="fa-IR" sz="1600" dirty="0">
              <a:latin typeface="Calibri" panose="020F0502020204030204" pitchFamily="34" charset="0"/>
              <a:cs typeface="Calibri" panose="020F0502020204030204" pitchFamily="34" charset="0"/>
            </a:endParaRPr>
          </a:p>
          <a:p>
            <a:pPr rtl="1"/>
            <a:r>
              <a:rPr lang="fa-IR" sz="1600" b="1" dirty="0">
                <a:latin typeface="Calibri" panose="020F0502020204030204" pitchFamily="34" charset="0"/>
                <a:cs typeface="B Nazanin" panose="00000400000000000000" pitchFamily="2" charset="-78"/>
              </a:rPr>
              <a:t>پاییز 1402</a:t>
            </a:r>
            <a:endParaRPr lang="en-US" sz="2000" b="1" dirty="0">
              <a:latin typeface="Calibri" panose="020F0502020204030204" pitchFamily="34" charset="0"/>
              <a:cs typeface="B Nazanin" panose="00000400000000000000" pitchFamily="2" charset="-78"/>
            </a:endParaRPr>
          </a:p>
        </p:txBody>
      </p:sp>
      <p:sp>
        <p:nvSpPr>
          <p:cNvPr id="11" name="Title 1">
            <a:extLst>
              <a:ext uri="{FF2B5EF4-FFF2-40B4-BE49-F238E27FC236}">
                <a16:creationId xmlns:a16="http://schemas.microsoft.com/office/drawing/2014/main" id="{DA4EBB90-D76E-7DE5-ACD1-0305A65836CF}"/>
              </a:ext>
            </a:extLst>
          </p:cNvPr>
          <p:cNvSpPr txBox="1">
            <a:spLocks/>
          </p:cNvSpPr>
          <p:nvPr/>
        </p:nvSpPr>
        <p:spPr>
          <a:xfrm>
            <a:off x="7435726" y="2931391"/>
            <a:ext cx="2487881" cy="495967"/>
          </a:xfrm>
          <a:prstGeom prst="rect">
            <a:avLst/>
          </a:prstGeom>
          <a:effectLst/>
        </p:spPr>
        <p:txBody>
          <a:bodyPr vert="horz" lIns="91440" tIns="45720" rIns="91440" bIns="45720" rtlCol="0" anchor="b">
            <a:normAutofit/>
          </a:bodyPr>
          <a:lstStyle>
            <a:lvl1pPr algn="ctr" defTabSz="457200" rtl="0" eaLnBrk="1" latinLnBrk="0" hangingPunct="1">
              <a:spcBef>
                <a:spcPct val="0"/>
              </a:spcBef>
              <a:buNone/>
              <a:defRPr sz="5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a-IR" sz="1600" dirty="0">
                <a:cs typeface="B Nazanin" panose="00000400000000000000" pitchFamily="2" charset="-78"/>
              </a:rPr>
              <a:t>گروه مهندسی معماری</a:t>
            </a:r>
            <a:endParaRPr lang="en-US" sz="1600" dirty="0">
              <a:cs typeface="B Nazanin" panose="00000400000000000000" pitchFamily="2" charset="-78"/>
            </a:endParaRPr>
          </a:p>
        </p:txBody>
      </p:sp>
      <p:pic>
        <p:nvPicPr>
          <p:cNvPr id="5" name="Picture 4" descr="A green and white box with black text&#10;&#10;Description automatically generated">
            <a:extLst>
              <a:ext uri="{FF2B5EF4-FFF2-40B4-BE49-F238E27FC236}">
                <a16:creationId xmlns:a16="http://schemas.microsoft.com/office/drawing/2014/main" id="{251491E8-F0C9-B358-B68B-E08AC612E9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2580" y="1591293"/>
            <a:ext cx="1837707" cy="1837707"/>
          </a:xfrm>
          <a:prstGeom prst="rect">
            <a:avLst/>
          </a:prstGeom>
        </p:spPr>
      </p:pic>
    </p:spTree>
    <p:extLst>
      <p:ext uri="{BB962C8B-B14F-4D97-AF65-F5344CB8AC3E}">
        <p14:creationId xmlns:p14="http://schemas.microsoft.com/office/powerpoint/2010/main" val="2153199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A2B91-946C-187C-5565-F5A9F08F036A}"/>
              </a:ext>
            </a:extLst>
          </p:cNvPr>
          <p:cNvSpPr>
            <a:spLocks noGrp="1"/>
          </p:cNvSpPr>
          <p:nvPr>
            <p:ph type="title"/>
          </p:nvPr>
        </p:nvSpPr>
        <p:spPr/>
        <p:txBody>
          <a:bodyPr>
            <a:normAutofit/>
          </a:bodyPr>
          <a:lstStyle/>
          <a:p>
            <a:r>
              <a:rPr lang="fa-IR" sz="4000" dirty="0">
                <a:latin typeface="Calibri" panose="020F0502020204030204" pitchFamily="34" charset="0"/>
                <a:ea typeface="Calibri" panose="020F0502020204030204" pitchFamily="34" charset="0"/>
                <a:cs typeface="2  Titr" panose="00000700000000000000" pitchFamily="2" charset="-78"/>
              </a:rPr>
              <a:t>گواهی صلاحیت: </a:t>
            </a:r>
            <a:endParaRPr lang="en-US" sz="4000" dirty="0">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AE6CB26D-45D0-12C4-1717-F3835AE73503}"/>
              </a:ext>
            </a:extLst>
          </p:cNvPr>
          <p:cNvSpPr>
            <a:spLocks noGrp="1"/>
          </p:cNvSpPr>
          <p:nvPr>
            <p:ph idx="1"/>
          </p:nvPr>
        </p:nvSpPr>
        <p:spPr>
          <a:xfrm>
            <a:off x="3578941" y="2556932"/>
            <a:ext cx="7317655" cy="3318936"/>
          </a:xfrm>
        </p:spPr>
        <p:txBody>
          <a:bodyPr>
            <a:normAutofit/>
          </a:bodyPr>
          <a:lstStyle/>
          <a:p>
            <a:pPr algn="just" rtl="1">
              <a:buFont typeface="Arial" panose="020B0604020202020204" pitchFamily="34" charset="0"/>
              <a:buChar char="•"/>
            </a:pPr>
            <a:r>
              <a:rPr lang="fa-IR" sz="1800" dirty="0">
                <a:effectLst/>
                <a:latin typeface="Calibri" panose="020F0502020204030204" pitchFamily="34" charset="0"/>
                <a:ea typeface="Calibri" panose="020F0502020204030204" pitchFamily="34" charset="0"/>
                <a:cs typeface="2  Titr" panose="00000700000000000000" pitchFamily="2" charset="-78"/>
              </a:rPr>
              <a:t>آیین نامه تشخیص صلاحیت پیمانکاران اجرای پروژه های صنعتی به روش طرح و ساخت</a:t>
            </a:r>
          </a:p>
          <a:p>
            <a:pPr marL="0" indent="0" algn="just" rtl="1">
              <a:buNone/>
            </a:pPr>
            <a:r>
              <a:rPr lang="fa-IR" sz="1800" dirty="0">
                <a:effectLst/>
                <a:latin typeface="Calibri" panose="020F0502020204030204" pitchFamily="34" charset="0"/>
                <a:ea typeface="Calibri" panose="020F0502020204030204" pitchFamily="34" charset="0"/>
                <a:cs typeface="2  Titr" panose="00000700000000000000" pitchFamily="2" charset="-78"/>
              </a:rPr>
              <a:t> که مرحله اول شرکت  در مناقصه طرح و ساخت است. </a:t>
            </a:r>
          </a:p>
          <a:p>
            <a:pPr algn="just" rtl="1">
              <a:buFont typeface="Arial" panose="020B0604020202020204" pitchFamily="34" charset="0"/>
              <a:buChar char="•"/>
            </a:pPr>
            <a:r>
              <a:rPr lang="fa-IR" sz="1800" dirty="0">
                <a:solidFill>
                  <a:srgbClr val="FF0000"/>
                </a:solidFill>
                <a:effectLst/>
                <a:latin typeface="Calibri" panose="020F0502020204030204" pitchFamily="34" charset="0"/>
                <a:ea typeface="Calibri" panose="020F0502020204030204" pitchFamily="34" charset="0"/>
                <a:cs typeface="2  Titr" panose="00000700000000000000" pitchFamily="2" charset="-78"/>
              </a:rPr>
              <a:t>تعری</a:t>
            </a:r>
            <a:r>
              <a:rPr lang="fa-IR" sz="1800" dirty="0">
                <a:solidFill>
                  <a:srgbClr val="FF0000"/>
                </a:solidFill>
                <a:latin typeface="Calibri" panose="020F0502020204030204" pitchFamily="34" charset="0"/>
                <a:ea typeface="Calibri" panose="020F0502020204030204" pitchFamily="34" charset="0"/>
                <a:cs typeface="2  Titr" panose="00000700000000000000" pitchFamily="2" charset="-78"/>
              </a:rPr>
              <a:t>ف:</a:t>
            </a:r>
            <a:r>
              <a:rPr lang="fa-IR" sz="1800" dirty="0">
                <a:solidFill>
                  <a:srgbClr val="FF0000"/>
                </a:solidFill>
                <a:effectLst/>
                <a:latin typeface="Calibri" panose="020F0502020204030204" pitchFamily="34" charset="0"/>
                <a:ea typeface="Calibri" panose="020F0502020204030204" pitchFamily="34" charset="0"/>
                <a:cs typeface="2  Titr" panose="00000700000000000000" pitchFamily="2" charset="-78"/>
              </a:rPr>
              <a:t>حداقل توان شرکت شامل توان شرکت در سازمان مدیریتی و نیرو های تخصصی</a:t>
            </a:r>
          </a:p>
          <a:p>
            <a:pPr algn="just" rtl="1">
              <a:buFont typeface="Arial" panose="020B0604020202020204" pitchFamily="34" charset="0"/>
              <a:buChar char="•"/>
            </a:pPr>
            <a:r>
              <a:rPr lang="fa-IR" sz="1800" dirty="0">
                <a:solidFill>
                  <a:srgbClr val="FF0000"/>
                </a:solidFill>
                <a:effectLst/>
                <a:latin typeface="Calibri" panose="020F0502020204030204" pitchFamily="34" charset="0"/>
                <a:ea typeface="Calibri" panose="020F0502020204030204" pitchFamily="34" charset="0"/>
                <a:cs typeface="2  Titr" panose="00000700000000000000" pitchFamily="2" charset="-78"/>
              </a:rPr>
              <a:t> است که توسط سازمان مدیریت و برنامه ریزی کشور تایید می شود.</a:t>
            </a:r>
          </a:p>
          <a:p>
            <a:pPr algn="just" rtl="1">
              <a:buFont typeface="Arial" panose="020B0604020202020204" pitchFamily="34" charset="0"/>
              <a:buChar char="•"/>
            </a:pPr>
            <a:r>
              <a:rPr lang="fa-IR" sz="1800" dirty="0">
                <a:effectLst/>
                <a:latin typeface="Calibri" panose="020F0502020204030204" pitchFamily="34" charset="0"/>
                <a:ea typeface="Calibri" panose="020F0502020204030204" pitchFamily="34" charset="0"/>
                <a:cs typeface="2  Titr" panose="00000700000000000000" pitchFamily="2" charset="-78"/>
              </a:rPr>
              <a:t> بخشی از فرایند ارجاع کار به پیمانکاران برای اجرای پروژه های صنعتی به روش طرح </a:t>
            </a:r>
          </a:p>
          <a:p>
            <a:pPr marL="0" indent="0" algn="just" rtl="1">
              <a:buNone/>
            </a:pPr>
            <a:r>
              <a:rPr lang="fa-IR" sz="1800" dirty="0">
                <a:effectLst/>
                <a:latin typeface="Calibri" panose="020F0502020204030204" pitchFamily="34" charset="0"/>
                <a:ea typeface="Calibri" panose="020F0502020204030204" pitchFamily="34" charset="0"/>
                <a:cs typeface="2  Titr" panose="00000700000000000000" pitchFamily="2" charset="-78"/>
              </a:rPr>
              <a:t>و ساخت است.</a:t>
            </a:r>
          </a:p>
          <a:p>
            <a:pPr algn="just" rtl="1">
              <a:buFont typeface="Arial" panose="020B0604020202020204" pitchFamily="34" charset="0"/>
              <a:buChar char="•"/>
            </a:pPr>
            <a:r>
              <a:rPr lang="fa-IR" sz="1800" dirty="0">
                <a:latin typeface="Calibri" panose="020F0502020204030204" pitchFamily="34" charset="0"/>
                <a:ea typeface="Calibri" panose="020F0502020204030204" pitchFamily="34" charset="0"/>
                <a:cs typeface="2  Titr" panose="00000700000000000000" pitchFamily="2" charset="-78"/>
              </a:rPr>
              <a:t>دعوت به ارائه پیشنهاد:  سندی است که به منظور اخذ پیشنهاد از پیمانکاران توسط دستگاه اجرایی برای آنها ارسال می شود.</a:t>
            </a:r>
          </a:p>
          <a:p>
            <a:pPr algn="just" rtl="1">
              <a:buFont typeface="Arial" panose="020B0604020202020204" pitchFamily="34" charset="0"/>
              <a:buChar char="•"/>
            </a:pPr>
            <a:endParaRPr lang="en-US" dirty="0"/>
          </a:p>
        </p:txBody>
      </p:sp>
      <p:pic>
        <p:nvPicPr>
          <p:cNvPr id="5" name="Picture 4" descr="A document with a flag and a red and white ribbon&#10;&#10;Description automatically generated">
            <a:extLst>
              <a:ext uri="{FF2B5EF4-FFF2-40B4-BE49-F238E27FC236}">
                <a16:creationId xmlns:a16="http://schemas.microsoft.com/office/drawing/2014/main" id="{ECE80AB2-EDBF-22A5-F667-5946DA482BA6}"/>
              </a:ext>
            </a:extLst>
          </p:cNvPr>
          <p:cNvPicPr>
            <a:picLocks noChangeAspect="1"/>
          </p:cNvPicPr>
          <p:nvPr/>
        </p:nvPicPr>
        <p:blipFill rotWithShape="1">
          <a:blip r:embed="rId2">
            <a:extLst>
              <a:ext uri="{28A0092B-C50C-407E-A947-70E740481C1C}">
                <a14:useLocalDpi xmlns:a14="http://schemas.microsoft.com/office/drawing/2010/main" val="0"/>
              </a:ext>
            </a:extLst>
          </a:blip>
          <a:srcRect l="1935" t="1004" r="2039" b="3226"/>
          <a:stretch/>
        </p:blipFill>
        <p:spPr>
          <a:xfrm>
            <a:off x="934064" y="2478157"/>
            <a:ext cx="2644878" cy="3751123"/>
          </a:xfrm>
          <a:prstGeom prst="rect">
            <a:avLst/>
          </a:prstGeom>
        </p:spPr>
      </p:pic>
    </p:spTree>
    <p:extLst>
      <p:ext uri="{BB962C8B-B14F-4D97-AF65-F5344CB8AC3E}">
        <p14:creationId xmlns:p14="http://schemas.microsoft.com/office/powerpoint/2010/main" val="3376658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B941-0A91-552D-D01C-3D784AC21D0F}"/>
              </a:ext>
            </a:extLst>
          </p:cNvPr>
          <p:cNvSpPr>
            <a:spLocks noGrp="1"/>
          </p:cNvSpPr>
          <p:nvPr>
            <p:ph type="title"/>
          </p:nvPr>
        </p:nvSpPr>
        <p:spPr/>
        <p:txBody>
          <a:bodyPr/>
          <a:lstStyle/>
          <a:p>
            <a:r>
              <a:rPr lang="fa-IR" sz="4000" dirty="0">
                <a:latin typeface="Calibri" panose="020F0502020204030204" pitchFamily="34" charset="0"/>
                <a:ea typeface="Calibri" panose="020F0502020204030204" pitchFamily="34" charset="0"/>
                <a:cs typeface="2  Titr" panose="00000700000000000000" pitchFamily="2" charset="-78"/>
              </a:rPr>
              <a:t>گواهی صلاحیت: </a:t>
            </a:r>
            <a:endParaRPr lang="en-US" sz="4000" dirty="0">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892142B3-6CE2-88A8-8328-BE4F666CF1DD}"/>
              </a:ext>
            </a:extLst>
          </p:cNvPr>
          <p:cNvSpPr>
            <a:spLocks noGrp="1"/>
          </p:cNvSpPr>
          <p:nvPr>
            <p:ph idx="1"/>
          </p:nvPr>
        </p:nvSpPr>
        <p:spPr>
          <a:xfrm>
            <a:off x="6007121" y="2556931"/>
            <a:ext cx="4889475" cy="2634501"/>
          </a:xfrm>
        </p:spPr>
        <p:txBody>
          <a:bodyPr>
            <a:normAutofit fontScale="92500" lnSpcReduction="20000"/>
          </a:bodyPr>
          <a:lstStyle/>
          <a:p>
            <a:pPr algn="just" rtl="1">
              <a:buFont typeface="Arial" panose="020B0604020202020204" pitchFamily="34" charset="0"/>
              <a:buChar char="•"/>
            </a:pPr>
            <a:r>
              <a:rPr lang="fa-IR" sz="1800" dirty="0">
                <a:effectLst/>
                <a:latin typeface="Calibri" panose="020F0502020204030204" pitchFamily="34" charset="0"/>
                <a:ea typeface="Calibri" panose="020F0502020204030204" pitchFamily="34" charset="0"/>
                <a:cs typeface="2  Titr" panose="00000700000000000000" pitchFamily="2" charset="-78"/>
              </a:rPr>
              <a:t>گروه مدیریت طرح و ساخت:  سازمان مدیریتی است که مسئولیت مدیریت و هدایت تمام فعالیت های مورد نیاز اجرای پروژه را در بخش های مختلف مهندسی، تدارکات، ساختمان و نصب و راه اندازی به عهده دارد.</a:t>
            </a:r>
          </a:p>
          <a:p>
            <a:pPr algn="just" rtl="1">
              <a:buFont typeface="Arial" panose="020B0604020202020204" pitchFamily="34" charset="0"/>
              <a:buChar char="•"/>
            </a:pPr>
            <a:r>
              <a:rPr lang="fa-IR" sz="1800" dirty="0">
                <a:effectLst/>
                <a:latin typeface="Calibri" panose="020F0502020204030204" pitchFamily="34" charset="0"/>
                <a:ea typeface="Calibri" panose="020F0502020204030204" pitchFamily="34" charset="0"/>
                <a:cs typeface="2  Titr" panose="00000700000000000000" pitchFamily="2" charset="-78"/>
              </a:rPr>
              <a:t>شرکت متقاضی: شخصیت حقوقی ایرانی یا مختلط است که گروه طرح و ساخت مطابق ضوابط این آیین نامه در آن ایجاد شده.</a:t>
            </a:r>
            <a:r>
              <a:rPr lang="fa-IR" sz="1800" dirty="0">
                <a:latin typeface="Calibri" panose="020F0502020204030204" pitchFamily="34" charset="0"/>
                <a:ea typeface="Calibri" panose="020F0502020204030204" pitchFamily="34" charset="0"/>
                <a:cs typeface="2  Titr" panose="00000700000000000000" pitchFamily="2" charset="-78"/>
              </a:rPr>
              <a:t>(منظور آیین نامه دریافت گواهی صلاحیت است)</a:t>
            </a:r>
            <a:endParaRPr lang="fa-IR" sz="1800" dirty="0">
              <a:effectLst/>
              <a:latin typeface="Calibri" panose="020F0502020204030204" pitchFamily="34" charset="0"/>
              <a:ea typeface="Calibri" panose="020F0502020204030204" pitchFamily="34" charset="0"/>
              <a:cs typeface="2  Titr" panose="00000700000000000000" pitchFamily="2" charset="-78"/>
            </a:endParaRPr>
          </a:p>
          <a:p>
            <a:pPr algn="just" rtl="1">
              <a:buFont typeface="Arial" panose="020B0604020202020204" pitchFamily="34" charset="0"/>
              <a:buChar char="•"/>
            </a:pPr>
            <a:r>
              <a:rPr lang="fa-IR" sz="1800" kern="100" dirty="0">
                <a:effectLst/>
                <a:latin typeface="Calibri" panose="020F0502020204030204" pitchFamily="34" charset="0"/>
                <a:ea typeface="Calibri" panose="020F0502020204030204" pitchFamily="34" charset="0"/>
                <a:cs typeface="2  Titr" panose="00000700000000000000" pitchFamily="2" charset="-78"/>
              </a:rPr>
              <a:t>پیمانکار: شخصیت حقوقی برای اجرای پروژه های صنعتی به روش طرح و ساخت صلاحیت دریافت می کند.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buFont typeface="Arial" panose="020B0604020202020204" pitchFamily="34" charset="0"/>
              <a:buChar char="•"/>
            </a:pPr>
            <a:endParaRPr lang="en-US" dirty="0"/>
          </a:p>
        </p:txBody>
      </p:sp>
      <p:pic>
        <p:nvPicPr>
          <p:cNvPr id="5" name="Picture 4" descr="A white rectangular object with black text&#10;&#10;Description automatically generated">
            <a:extLst>
              <a:ext uri="{FF2B5EF4-FFF2-40B4-BE49-F238E27FC236}">
                <a16:creationId xmlns:a16="http://schemas.microsoft.com/office/drawing/2014/main" id="{4FF8AA80-DC2E-FDA3-4B35-6D20AB71D2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286" y="2713703"/>
            <a:ext cx="5173835" cy="3433097"/>
          </a:xfrm>
          <a:prstGeom prst="rect">
            <a:avLst/>
          </a:prstGeom>
        </p:spPr>
      </p:pic>
      <p:sp>
        <p:nvSpPr>
          <p:cNvPr id="6" name="TextBox 5">
            <a:extLst>
              <a:ext uri="{FF2B5EF4-FFF2-40B4-BE49-F238E27FC236}">
                <a16:creationId xmlns:a16="http://schemas.microsoft.com/office/drawing/2014/main" id="{B414B8F7-3BD6-9038-34ED-5C4E7CD33B9F}"/>
              </a:ext>
            </a:extLst>
          </p:cNvPr>
          <p:cNvSpPr txBox="1"/>
          <p:nvPr/>
        </p:nvSpPr>
        <p:spPr>
          <a:xfrm>
            <a:off x="5368804" y="5839023"/>
            <a:ext cx="2684207" cy="307777"/>
          </a:xfrm>
          <a:prstGeom prst="rect">
            <a:avLst/>
          </a:prstGeom>
          <a:noFill/>
        </p:spPr>
        <p:txBody>
          <a:bodyPr wrap="square" rtlCol="0">
            <a:spAutoFit/>
          </a:bodyPr>
          <a:lstStyle/>
          <a:p>
            <a:pPr algn="r"/>
            <a:r>
              <a:rPr lang="fa-IR" sz="1400" dirty="0">
                <a:cs typeface="2  Baran" panose="00000400000000000000" pitchFamily="2" charset="-78"/>
              </a:rPr>
              <a:t>جدول ضرایب پیشنهادی پیمانکار</a:t>
            </a:r>
            <a:endParaRPr lang="en-US" sz="1400" dirty="0">
              <a:cs typeface="2  Baran" panose="00000400000000000000" pitchFamily="2" charset="-78"/>
            </a:endParaRPr>
          </a:p>
        </p:txBody>
      </p:sp>
    </p:spTree>
    <p:extLst>
      <p:ext uri="{BB962C8B-B14F-4D97-AF65-F5344CB8AC3E}">
        <p14:creationId xmlns:p14="http://schemas.microsoft.com/office/powerpoint/2010/main" val="3917405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1F7F6-E826-5E81-FD99-6D7CAA104304}"/>
              </a:ext>
            </a:extLst>
          </p:cNvPr>
          <p:cNvSpPr>
            <a:spLocks noGrp="1"/>
          </p:cNvSpPr>
          <p:nvPr>
            <p:ph type="title"/>
          </p:nvPr>
        </p:nvSpPr>
        <p:spPr/>
        <p:txBody>
          <a:bodyPr/>
          <a:lstStyle/>
          <a:p>
            <a:r>
              <a:rPr lang="fa-IR" sz="4000" dirty="0">
                <a:latin typeface="Calibri" panose="020F0502020204030204" pitchFamily="34" charset="0"/>
                <a:ea typeface="Calibri" panose="020F0502020204030204" pitchFamily="34" charset="0"/>
                <a:cs typeface="2  Titr" panose="00000700000000000000" pitchFamily="2" charset="-78"/>
              </a:rPr>
              <a:t>انواع گواهی صلاحیت:</a:t>
            </a:r>
            <a:endParaRPr lang="en-US" sz="4000" dirty="0">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6FBB44F3-DDA2-816B-D864-D7E22F261173}"/>
              </a:ext>
            </a:extLst>
          </p:cNvPr>
          <p:cNvSpPr>
            <a:spLocks noGrp="1"/>
          </p:cNvSpPr>
          <p:nvPr>
            <p:ph idx="1"/>
          </p:nvPr>
        </p:nvSpPr>
        <p:spPr/>
        <p:txBody>
          <a:bodyPr/>
          <a:lstStyle/>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گواهی صلاحیت نوع 1 :کار هایی که نیازمند انجام کار های مهندسی پایه باشد و یا دانش فنی مورد نیاز آن در کشور وجود نداشته باشد.</a:t>
            </a: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گواهی صلاحیت نوع 2: سایر کار هایی که مشمول موارد موضوع بند 1 نباشد.</a:t>
            </a:r>
          </a:p>
          <a:p>
            <a:pPr algn="r" rtl="1"/>
            <a:r>
              <a:rPr lang="fa-IR" sz="1800" dirty="0">
                <a:latin typeface="Calibri" panose="020F0502020204030204" pitchFamily="34" charset="0"/>
                <a:ea typeface="Calibri" panose="020F0502020204030204" pitchFamily="34" charset="0"/>
                <a:cs typeface="2  Titr" panose="00000700000000000000" pitchFamily="2" charset="-78"/>
              </a:rPr>
              <a:t>هر فرد حقیقی یا حقوقی بر اساس مهارت ها نیاز پروژه هایی که انجام می دهد، از سازمان مدیریت و برنامه ریزی کشوری گواهی مورد نیاز را دریافت می کند.</a:t>
            </a:r>
            <a:endParaRPr lang="en-US" dirty="0"/>
          </a:p>
        </p:txBody>
      </p:sp>
    </p:spTree>
    <p:extLst>
      <p:ext uri="{BB962C8B-B14F-4D97-AF65-F5344CB8AC3E}">
        <p14:creationId xmlns:p14="http://schemas.microsoft.com/office/powerpoint/2010/main" val="1248405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32DC8-D240-3144-D081-82F2D866584C}"/>
              </a:ext>
            </a:extLst>
          </p:cNvPr>
          <p:cNvSpPr>
            <a:spLocks noGrp="1"/>
          </p:cNvSpPr>
          <p:nvPr>
            <p:ph type="title"/>
          </p:nvPr>
        </p:nvSpPr>
        <p:spPr/>
        <p:txBody>
          <a:bodyPr/>
          <a:lstStyle/>
          <a:p>
            <a:r>
              <a:rPr lang="fa-IR" sz="4000" dirty="0">
                <a:latin typeface="Calibri" panose="020F0502020204030204" pitchFamily="34" charset="0"/>
                <a:ea typeface="Calibri" panose="020F0502020204030204" pitchFamily="34" charset="0"/>
                <a:cs typeface="2  Titr" panose="00000700000000000000" pitchFamily="2" charset="-78"/>
              </a:rPr>
              <a:t>انواع متقاضیان دریافت گواهی صلاحیت:</a:t>
            </a:r>
            <a:endParaRPr lang="en-US" sz="4000" dirty="0">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D8D443EF-1CB9-2882-A9C7-70DC05E2315F}"/>
              </a:ext>
            </a:extLst>
          </p:cNvPr>
          <p:cNvSpPr>
            <a:spLocks noGrp="1"/>
          </p:cNvSpPr>
          <p:nvPr>
            <p:ph idx="1"/>
          </p:nvPr>
        </p:nvSpPr>
        <p:spPr/>
        <p:txBody>
          <a:bodyPr/>
          <a:lstStyle/>
          <a:p>
            <a:pPr algn="just" rtl="1"/>
            <a:r>
              <a:rPr lang="ar-IQ" sz="1800" dirty="0">
                <a:latin typeface="Calibri" panose="020F0502020204030204" pitchFamily="34" charset="0"/>
                <a:ea typeface="Calibri" panose="020F0502020204030204" pitchFamily="34" charset="0"/>
                <a:cs typeface="2  Titr" panose="00000700000000000000" pitchFamily="2" charset="-78"/>
              </a:rPr>
              <a:t>واحدهای خدمات مشاوره دارای تشخیص صلاحیت درج شده در جدول شماره «1» با حداقل پایه تعیین شده در آن و با معرفی شرکت پیمانکار واجد شرایط طبق جدول 2 بعنوان همکار</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just" rtl="1"/>
            <a:r>
              <a:rPr lang="ar-IQ" sz="1800" dirty="0">
                <a:latin typeface="Calibri" panose="020F0502020204030204" pitchFamily="34" charset="0"/>
                <a:ea typeface="Calibri" panose="020F0502020204030204" pitchFamily="34" charset="0"/>
                <a:cs typeface="2  Titr" panose="00000700000000000000" pitchFamily="2" charset="-78"/>
              </a:rPr>
              <a:t>پیمانکاران تشخیص صلاحیت شده در رشته های درج شده در جدول شماره «2» با حداقل پایه تعیین شده در آن و با معرفی شرکت مشاور واجد شرایط طبق جدول شماره «1» بعنوان همکار</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just" rtl="1"/>
            <a:r>
              <a:rPr lang="ar-IQ" sz="1800" dirty="0">
                <a:latin typeface="Calibri" panose="020F0502020204030204" pitchFamily="34" charset="0"/>
                <a:ea typeface="Calibri" panose="020F0502020204030204" pitchFamily="34" charset="0"/>
                <a:cs typeface="2  Titr" panose="00000700000000000000" pitchFamily="2" charset="-78"/>
              </a:rPr>
              <a:t>شرکت ایرانی که برای انجام خدمات طراحی ، مدیریت و اجرای پروژه ها در اداره ثبت شرکت ها به ثبت رسیده است و مالکیت اکثریت سهام آن متعلق به دو یا چند شرکت از هر یک از واحدهای خدمات مشاوره</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just" rtl="1"/>
            <a:r>
              <a:rPr lang="ar-IQ" sz="1800" dirty="0">
                <a:latin typeface="Calibri" panose="020F0502020204030204" pitchFamily="34" charset="0"/>
                <a:ea typeface="Calibri" panose="020F0502020204030204" pitchFamily="34" charset="0"/>
                <a:cs typeface="2  Titr" panose="00000700000000000000" pitchFamily="2" charset="-78"/>
              </a:rPr>
              <a:t>شرکت های ایرانی که به منظور انجام پیمانکاری طرح و ساخت تشکیل شده باشد و مدیران آن تجربه اجرای حداقل یک پروژه صنعتی مرتبط را</a:t>
            </a:r>
            <a:r>
              <a:rPr lang="fa-IR" sz="1800" dirty="0">
                <a:latin typeface="Calibri" panose="020F0502020204030204" pitchFamily="34" charset="0"/>
                <a:ea typeface="Calibri" panose="020F0502020204030204" pitchFamily="34" charset="0"/>
                <a:cs typeface="2  Titr" panose="00000700000000000000" pitchFamily="2" charset="-78"/>
              </a:rPr>
              <a:t> </a:t>
            </a:r>
            <a:r>
              <a:rPr lang="ar-IQ" sz="1800" dirty="0">
                <a:latin typeface="Calibri" panose="020F0502020204030204" pitchFamily="34" charset="0"/>
                <a:ea typeface="Calibri" panose="020F0502020204030204" pitchFamily="34" charset="0"/>
                <a:cs typeface="2  Titr" panose="00000700000000000000" pitchFamily="2" charset="-78"/>
              </a:rPr>
              <a:t>بصورت کامل داشته ویا</a:t>
            </a:r>
            <a:r>
              <a:rPr lang="fa-IR" sz="1800" dirty="0">
                <a:latin typeface="Calibri" panose="020F0502020204030204" pitchFamily="34" charset="0"/>
                <a:ea typeface="Calibri" panose="020F0502020204030204" pitchFamily="34" charset="0"/>
                <a:cs typeface="2  Titr" panose="00000700000000000000" pitchFamily="2" charset="-78"/>
              </a:rPr>
              <a:t> </a:t>
            </a:r>
            <a:r>
              <a:rPr lang="ar-IQ" sz="1800" dirty="0">
                <a:latin typeface="Calibri" panose="020F0502020204030204" pitchFamily="34" charset="0"/>
                <a:ea typeface="Calibri" panose="020F0502020204030204" pitchFamily="34" charset="0"/>
                <a:cs typeface="2  Titr" panose="00000700000000000000" pitchFamily="2" charset="-78"/>
              </a:rPr>
              <a:t>شرکت متقاضی دراجرای بیش ازنیمی ازیک پروژه مرتبط مشارکت داشته باشد</a:t>
            </a:r>
            <a:r>
              <a:rPr lang="fa-IR" sz="1800" dirty="0">
                <a:latin typeface="Calibri" panose="020F0502020204030204" pitchFamily="34" charset="0"/>
                <a:ea typeface="Calibri" panose="020F0502020204030204" pitchFamily="34" charset="0"/>
                <a:cs typeface="2  Titr" panose="00000700000000000000" pitchFamily="2" charset="-78"/>
              </a:rPr>
              <a:t>.</a:t>
            </a:r>
          </a:p>
          <a:p>
            <a:pPr algn="r" rtl="1"/>
            <a:endParaRPr lang="en-US" sz="1800" dirty="0">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1152319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BD2624-9D95-CE1F-5C02-2A17A9C99BD0}"/>
              </a:ext>
            </a:extLst>
          </p:cNvPr>
          <p:cNvSpPr>
            <a:spLocks noGrp="1"/>
          </p:cNvSpPr>
          <p:nvPr>
            <p:ph idx="1"/>
          </p:nvPr>
        </p:nvSpPr>
        <p:spPr>
          <a:xfrm>
            <a:off x="1295401" y="5201264"/>
            <a:ext cx="1673941" cy="674603"/>
          </a:xfrm>
        </p:spPr>
        <p:txBody>
          <a:bodyPr/>
          <a:lstStyle/>
          <a:p>
            <a:endParaRPr lang="en-US" dirty="0"/>
          </a:p>
        </p:txBody>
      </p:sp>
      <p:graphicFrame>
        <p:nvGraphicFramePr>
          <p:cNvPr id="4" name="Object 3">
            <a:extLst>
              <a:ext uri="{FF2B5EF4-FFF2-40B4-BE49-F238E27FC236}">
                <a16:creationId xmlns:a16="http://schemas.microsoft.com/office/drawing/2014/main" id="{BA74C811-DDA8-1585-A460-E73EFBCE01F7}"/>
              </a:ext>
            </a:extLst>
          </p:cNvPr>
          <p:cNvGraphicFramePr>
            <a:graphicFrameLocks noChangeAspect="1"/>
          </p:cNvGraphicFramePr>
          <p:nvPr>
            <p:extLst>
              <p:ext uri="{D42A27DB-BD31-4B8C-83A1-F6EECF244321}">
                <p14:modId xmlns:p14="http://schemas.microsoft.com/office/powerpoint/2010/main" val="2125201813"/>
              </p:ext>
            </p:extLst>
          </p:nvPr>
        </p:nvGraphicFramePr>
        <p:xfrm>
          <a:off x="6839897" y="627557"/>
          <a:ext cx="4056704" cy="5248310"/>
        </p:xfrm>
        <a:graphic>
          <a:graphicData uri="http://schemas.openxmlformats.org/presentationml/2006/ole">
            <mc:AlternateContent xmlns:mc="http://schemas.openxmlformats.org/markup-compatibility/2006">
              <mc:Choice xmlns:v="urn:schemas-microsoft-com:vml" Requires="v">
                <p:oleObj name="Acrobat Document" r:id="rId2" imgW="4663440" imgH="6034757" progId="AcroExch.Document.DC">
                  <p:embed/>
                </p:oleObj>
              </mc:Choice>
              <mc:Fallback>
                <p:oleObj name="Acrobat Document" r:id="rId2" imgW="4663440" imgH="6034757" progId="AcroExch.Document.DC">
                  <p:embed/>
                  <p:pic>
                    <p:nvPicPr>
                      <p:cNvPr id="0" name=""/>
                      <p:cNvPicPr/>
                      <p:nvPr/>
                    </p:nvPicPr>
                    <p:blipFill>
                      <a:blip r:embed="rId3"/>
                      <a:stretch>
                        <a:fillRect/>
                      </a:stretch>
                    </p:blipFill>
                    <p:spPr>
                      <a:xfrm>
                        <a:off x="6839897" y="627557"/>
                        <a:ext cx="4056704" cy="524831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46B75220-6630-01DE-C53D-0F8D1EFFED83}"/>
              </a:ext>
            </a:extLst>
          </p:cNvPr>
          <p:cNvGraphicFramePr>
            <a:graphicFrameLocks noChangeAspect="1"/>
          </p:cNvGraphicFramePr>
          <p:nvPr>
            <p:extLst>
              <p:ext uri="{D42A27DB-BD31-4B8C-83A1-F6EECF244321}">
                <p14:modId xmlns:p14="http://schemas.microsoft.com/office/powerpoint/2010/main" val="2366660475"/>
              </p:ext>
            </p:extLst>
          </p:nvPr>
        </p:nvGraphicFramePr>
        <p:xfrm>
          <a:off x="1295399" y="627557"/>
          <a:ext cx="4056704" cy="5248309"/>
        </p:xfrm>
        <a:graphic>
          <a:graphicData uri="http://schemas.openxmlformats.org/presentationml/2006/ole">
            <mc:AlternateContent xmlns:mc="http://schemas.openxmlformats.org/markup-compatibility/2006">
              <mc:Choice xmlns:v="urn:schemas-microsoft-com:vml" Requires="v">
                <p:oleObj name="Acrobat Document" r:id="rId4" imgW="4663440" imgH="6034757" progId="AcroExch.Document.DC">
                  <p:embed/>
                </p:oleObj>
              </mc:Choice>
              <mc:Fallback>
                <p:oleObj name="Acrobat Document" r:id="rId4" imgW="4663440" imgH="6034757" progId="AcroExch.Document.DC">
                  <p:embed/>
                  <p:pic>
                    <p:nvPicPr>
                      <p:cNvPr id="0" name=""/>
                      <p:cNvPicPr/>
                      <p:nvPr/>
                    </p:nvPicPr>
                    <p:blipFill>
                      <a:blip r:embed="rId5"/>
                      <a:stretch>
                        <a:fillRect/>
                      </a:stretch>
                    </p:blipFill>
                    <p:spPr>
                      <a:xfrm>
                        <a:off x="1295399" y="627557"/>
                        <a:ext cx="4056704" cy="5248309"/>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AF03DB49-61FF-5C9C-1E0E-B7D9B92FD629}"/>
              </a:ext>
            </a:extLst>
          </p:cNvPr>
          <p:cNvSpPr txBox="1"/>
          <p:nvPr/>
        </p:nvSpPr>
        <p:spPr>
          <a:xfrm>
            <a:off x="9625781" y="5538565"/>
            <a:ext cx="854721" cy="369332"/>
          </a:xfrm>
          <a:prstGeom prst="rect">
            <a:avLst/>
          </a:prstGeom>
          <a:noFill/>
        </p:spPr>
        <p:txBody>
          <a:bodyPr wrap="none" rtlCol="0">
            <a:spAutoFit/>
          </a:bodyPr>
          <a:lstStyle/>
          <a:p>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جدول 1</a:t>
            </a:r>
            <a:endParaRPr lang="en-US"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endParaRPr>
          </a:p>
        </p:txBody>
      </p:sp>
      <p:sp>
        <p:nvSpPr>
          <p:cNvPr id="8" name="TextBox 7">
            <a:extLst>
              <a:ext uri="{FF2B5EF4-FFF2-40B4-BE49-F238E27FC236}">
                <a16:creationId xmlns:a16="http://schemas.microsoft.com/office/drawing/2014/main" id="{A08F258F-1163-E6A4-3F2F-9591878EA049}"/>
              </a:ext>
            </a:extLst>
          </p:cNvPr>
          <p:cNvSpPr txBox="1"/>
          <p:nvPr/>
        </p:nvSpPr>
        <p:spPr>
          <a:xfrm>
            <a:off x="4672384" y="5538565"/>
            <a:ext cx="864339" cy="369332"/>
          </a:xfrm>
          <a:prstGeom prst="rect">
            <a:avLst/>
          </a:prstGeom>
          <a:noFill/>
        </p:spPr>
        <p:txBody>
          <a:bodyPr wrap="none" rtlCol="0">
            <a:spAutoFit/>
          </a:bodyPr>
          <a:lstStyle/>
          <a:p>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جدول 2</a:t>
            </a:r>
            <a:endParaRPr lang="en-US"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endParaRPr>
          </a:p>
        </p:txBody>
      </p:sp>
      <p:sp>
        <p:nvSpPr>
          <p:cNvPr id="9" name="TextBox 8">
            <a:extLst>
              <a:ext uri="{FF2B5EF4-FFF2-40B4-BE49-F238E27FC236}">
                <a16:creationId xmlns:a16="http://schemas.microsoft.com/office/drawing/2014/main" id="{33BED18B-3B26-F556-CEE5-D7B7DE33C8E6}"/>
              </a:ext>
            </a:extLst>
          </p:cNvPr>
          <p:cNvSpPr txBox="1"/>
          <p:nvPr/>
        </p:nvSpPr>
        <p:spPr>
          <a:xfrm>
            <a:off x="2654710" y="797467"/>
            <a:ext cx="8025583" cy="646331"/>
          </a:xfrm>
          <a:prstGeom prst="rect">
            <a:avLst/>
          </a:prstGeom>
          <a:noFill/>
        </p:spPr>
        <p:txBody>
          <a:bodyPr wrap="square" rtlCol="0">
            <a:spAutoFit/>
          </a:bodyPr>
          <a:lstStyle/>
          <a:p>
            <a:pPr algn="r" rtl="1"/>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بازنگری قانون 1384 متقاضیان دریافت گواهی صلاحیت در سال 1392 توسط هیات وزیران وقت و جدید ترین بازنگری آن در سال 1400 توسط هیئت وزیران است.  </a:t>
            </a:r>
            <a:endParaRPr lang="en-US"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2816805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CCBA4-B39F-E9AE-D900-9BA78326DBA1}"/>
              </a:ext>
            </a:extLst>
          </p:cNvPr>
          <p:cNvSpPr>
            <a:spLocks noGrp="1"/>
          </p:cNvSpPr>
          <p:nvPr>
            <p:ph type="title"/>
          </p:nvPr>
        </p:nvSpPr>
        <p:spPr/>
        <p:txBody>
          <a:bodyPr>
            <a:normAutofit/>
          </a:bodyPr>
          <a:lstStyle/>
          <a:p>
            <a:pPr marL="0" marR="0" rtl="1">
              <a:lnSpc>
                <a:spcPct val="107000"/>
              </a:lnSpc>
              <a:spcBef>
                <a:spcPts val="0"/>
              </a:spcBef>
              <a:spcAft>
                <a:spcPts val="800"/>
              </a:spcAft>
            </a:pPr>
            <a:r>
              <a:rPr lang="fa-IR" sz="2000" kern="100" dirty="0">
                <a:effectLst/>
                <a:latin typeface="Calibri" panose="020F0502020204030204" pitchFamily="34" charset="0"/>
                <a:ea typeface="Calibri" panose="020F0502020204030204" pitchFamily="34" charset="0"/>
                <a:cs typeface="2  Titr" panose="00000700000000000000" pitchFamily="2" charset="-78"/>
              </a:rPr>
              <a:t> </a:t>
            </a:r>
            <a:br>
              <a:rPr lang="en-US" sz="2000" kern="100" dirty="0">
                <a:effectLst/>
                <a:latin typeface="Calibri" panose="020F0502020204030204" pitchFamily="34" charset="0"/>
                <a:ea typeface="Calibri" panose="020F0502020204030204" pitchFamily="34" charset="0"/>
                <a:cs typeface="Arial" panose="020B0604020202020204" pitchFamily="34" charset="0"/>
              </a:rPr>
            </a:br>
            <a:r>
              <a:rPr lang="fa-IR" sz="2000" kern="100" dirty="0">
                <a:effectLst/>
                <a:latin typeface="Calibri" panose="020F0502020204030204" pitchFamily="34" charset="0"/>
                <a:ea typeface="Calibri" panose="020F0502020204030204" pitchFamily="34" charset="0"/>
                <a:cs typeface="2  Titr" panose="00000700000000000000" pitchFamily="2" charset="-78"/>
              </a:rPr>
              <a:t>دستورالعمل ارزشیابی پیمانکاران طرح و ساخت مرداد 1384:</a:t>
            </a:r>
            <a:br>
              <a:rPr lang="en-US" sz="2000" kern="100" dirty="0">
                <a:effectLst/>
                <a:latin typeface="Calibri" panose="020F0502020204030204" pitchFamily="34" charset="0"/>
                <a:ea typeface="Calibri" panose="020F0502020204030204" pitchFamily="34" charset="0"/>
                <a:cs typeface="Arial" panose="020B0604020202020204" pitchFamily="34" charset="0"/>
              </a:rPr>
            </a:br>
            <a:endParaRPr lang="en-US" sz="2000" dirty="0"/>
          </a:p>
        </p:txBody>
      </p:sp>
      <p:sp>
        <p:nvSpPr>
          <p:cNvPr id="3" name="Content Placeholder 2">
            <a:extLst>
              <a:ext uri="{FF2B5EF4-FFF2-40B4-BE49-F238E27FC236}">
                <a16:creationId xmlns:a16="http://schemas.microsoft.com/office/drawing/2014/main" id="{DABC51AD-63AB-225E-F88F-17E77EB60BC6}"/>
              </a:ext>
            </a:extLst>
          </p:cNvPr>
          <p:cNvSpPr>
            <a:spLocks noGrp="1"/>
          </p:cNvSpPr>
          <p:nvPr>
            <p:ph idx="1"/>
          </p:nvPr>
        </p:nvSpPr>
        <p:spPr/>
        <p:txBody>
          <a:bodyPr/>
          <a:lstStyle/>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هدف: هدف این دستورالعمل، ارزشیابی کیفیت عملکرد و توان مدیریتی و تخصصی پیمانکاران طرح و ساخت در طرحهای سرمایه گذاری است. این دستورالعمل، شامل پیمانکاران تشخیص صلاحیت و رتبه بندی شده سازمان مدیریت و برنامه ریزی کشور میگردد.</a:t>
            </a: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ارزشیابی: ارزشیابی، فرایندی است مستمر که در آن سطح کیفیت کارهای در دست اجرا یا اجرا شده، و توان مدیریتی و تخصصی پیمانکاران، در مقاطع یا دوره زمانی معینی، طبق این دستورالعمل تعیین میشود</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 ضریب ارزشیابی: ضریب ارزشیابی، عددی است بین صفر</a:t>
            </a:r>
            <a:r>
              <a:rPr lang="fa-IR" sz="1800" kern="100" dirty="0">
                <a:effectLst/>
                <a:latin typeface="Calibri" panose="020F0502020204030204" pitchFamily="34" charset="0"/>
                <a:ea typeface="Calibri" panose="020F0502020204030204" pitchFamily="34" charset="0"/>
                <a:cs typeface="Arial" panose="020B0604020202020204" pitchFamily="34" charset="0"/>
              </a:rPr>
              <a:t> </a:t>
            </a:r>
            <a:r>
              <a:rPr lang="fa-IR" sz="1800" kern="100" dirty="0">
                <a:effectLst/>
                <a:latin typeface="Calibri" panose="020F0502020204030204" pitchFamily="34" charset="0"/>
                <a:ea typeface="Calibri" panose="020F0502020204030204" pitchFamily="34" charset="0"/>
                <a:cs typeface="2  Titr" panose="00000700000000000000" pitchFamily="2" charset="-78"/>
              </a:rPr>
              <a:t>تا 33 /1 ، که از شاخص ارزشیابی به دست آمده و برای اعمال تشویق یا جریمه در پایه پیمانکاران، طبق ضوابط درج شده در این آیین نامه به کار میرود.</a:t>
            </a:r>
          </a:p>
          <a:p>
            <a:pPr algn="just" rtl="1"/>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endParaRPr lang="fa-IR" sz="1800" dirty="0">
              <a:effectLst/>
              <a:latin typeface="Calibri" panose="020F0502020204030204" pitchFamily="34" charset="0"/>
              <a:ea typeface="Calibri" panose="020F0502020204030204" pitchFamily="34" charset="0"/>
              <a:cs typeface="2  Titr" panose="00000700000000000000" pitchFamily="2" charset="-78"/>
            </a:endParaRPr>
          </a:p>
          <a:p>
            <a:pPr algn="just" rtl="1"/>
            <a:endParaRPr lang="en-US" dirty="0"/>
          </a:p>
        </p:txBody>
      </p:sp>
    </p:spTree>
    <p:extLst>
      <p:ext uri="{BB962C8B-B14F-4D97-AF65-F5344CB8AC3E}">
        <p14:creationId xmlns:p14="http://schemas.microsoft.com/office/powerpoint/2010/main" val="1811051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D95A-5910-2F3F-F1AD-D203D210FC97}"/>
              </a:ext>
            </a:extLst>
          </p:cNvPr>
          <p:cNvSpPr>
            <a:spLocks noGrp="1"/>
          </p:cNvSpPr>
          <p:nvPr>
            <p:ph type="title"/>
          </p:nvPr>
        </p:nvSpPr>
        <p:spPr>
          <a:xfrm>
            <a:off x="1295402" y="1179872"/>
            <a:ext cx="9601196" cy="319547"/>
          </a:xfrm>
        </p:spPr>
        <p:txBody>
          <a:bodyPr>
            <a:normAutofit fontScale="90000"/>
          </a:bodyPr>
          <a:lstStyle/>
          <a:p>
            <a:r>
              <a:rPr lang="fa-IR" sz="4400" kern="100" dirty="0">
                <a:effectLst/>
                <a:latin typeface="Calibri" panose="020F0502020204030204" pitchFamily="34" charset="0"/>
                <a:ea typeface="Calibri" panose="020F0502020204030204" pitchFamily="34" charset="0"/>
                <a:cs typeface="2  Titr" panose="00000700000000000000" pitchFamily="2" charset="-78"/>
              </a:rPr>
              <a:t> </a:t>
            </a:r>
            <a:br>
              <a:rPr lang="en-US" sz="2000" kern="100" dirty="0">
                <a:effectLst/>
                <a:latin typeface="Calibri" panose="020F0502020204030204" pitchFamily="34" charset="0"/>
                <a:ea typeface="Calibri" panose="020F0502020204030204" pitchFamily="34" charset="0"/>
                <a:cs typeface="Arial" panose="020B0604020202020204" pitchFamily="34" charset="0"/>
              </a:rPr>
            </a:br>
            <a:r>
              <a:rPr lang="fa-IR" sz="2000" kern="100" dirty="0">
                <a:effectLst/>
                <a:latin typeface="Calibri" panose="020F0502020204030204" pitchFamily="34" charset="0"/>
                <a:ea typeface="Calibri" panose="020F0502020204030204" pitchFamily="34" charset="0"/>
                <a:cs typeface="2  Titr" panose="00000700000000000000" pitchFamily="2" charset="-78"/>
              </a:rPr>
              <a:t>دستورالعمل ارزشیابی پیمانکاران طرح و ساخت مرداد 1384:</a:t>
            </a:r>
            <a:endParaRPr lang="en-US" dirty="0"/>
          </a:p>
        </p:txBody>
      </p:sp>
      <p:sp>
        <p:nvSpPr>
          <p:cNvPr id="3" name="Content Placeholder 2">
            <a:extLst>
              <a:ext uri="{FF2B5EF4-FFF2-40B4-BE49-F238E27FC236}">
                <a16:creationId xmlns:a16="http://schemas.microsoft.com/office/drawing/2014/main" id="{6E22C5C2-721B-3320-8B5D-B407AF4FF984}"/>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دوره ارزشیابی: این دوره، فاصله زمانی بین دو ارزشیابی متوالی است که چهار سال در نظر گرفته میشود. پیمانکارانی که حداقل دو سال از صدور گواهینامه صلاحیت آنها گذشته باشد، در فرایند ارزشیابی شرکت داده میشوند. پس از گذشت نیمی از دوره ارزشیابی، یک ارزشیابی آزمایشی برای اطلاع رسانی و آگاه کردن پیمانکاران از وضعیت ایشان، برگزار می شود.</a:t>
            </a: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ارزیابی میانی کار: ارزیابی که در مقطع 50 درصد پیشرفت هر کار پیمانکار انجام میپذیرد، ارزیابی میانی کار نامیده میشود</a:t>
            </a:r>
            <a:r>
              <a:rPr lang="en-US" sz="1800" kern="100" dirty="0">
                <a:effectLst/>
                <a:latin typeface="Calibri" panose="020F0502020204030204" pitchFamily="34" charset="0"/>
                <a:ea typeface="Calibri" panose="020F0502020204030204" pitchFamily="34" charset="0"/>
                <a:cs typeface="2  Titr" panose="00000700000000000000" pitchFamily="2" charset="-78"/>
              </a:rPr>
              <a:t> . </a:t>
            </a:r>
            <a:r>
              <a:rPr lang="fa-IR" sz="1800" kern="100" dirty="0">
                <a:effectLst/>
                <a:latin typeface="Calibri" panose="020F0502020204030204" pitchFamily="34" charset="0"/>
                <a:ea typeface="Calibri" panose="020F0502020204030204" pitchFamily="34" charset="0"/>
                <a:cs typeface="2  Titr" panose="00000700000000000000" pitchFamily="2" charset="-78"/>
              </a:rPr>
              <a:t>دستگاههای اجرایی و مشاوران کارفرما، موظف هستند هر کدام جداگانه ارزیابی میانی کارهای پیمانکاران را در مقطع یاد شده، و مهلت یک ماهه، انجام دهند و برای دفتر امور مشاوران و پیمانکاران ارسال کنند.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4144955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ACD8B-F445-601B-919D-B8A4C4E70950}"/>
              </a:ext>
            </a:extLst>
          </p:cNvPr>
          <p:cNvSpPr>
            <a:spLocks noGrp="1"/>
          </p:cNvSpPr>
          <p:nvPr>
            <p:ph type="title"/>
          </p:nvPr>
        </p:nvSpPr>
        <p:spPr>
          <a:xfrm>
            <a:off x="1295402" y="982133"/>
            <a:ext cx="9601196" cy="620526"/>
          </a:xfrm>
        </p:spPr>
        <p:txBody>
          <a:bodyPr>
            <a:normAutofit fontScale="90000"/>
          </a:bodyPr>
          <a:lstStyle/>
          <a:p>
            <a:br>
              <a:rPr lang="en-US" sz="4400" kern="100" dirty="0">
                <a:effectLst/>
                <a:latin typeface="Calibri" panose="020F0502020204030204" pitchFamily="34" charset="0"/>
                <a:ea typeface="Calibri" panose="020F0502020204030204" pitchFamily="34" charset="0"/>
                <a:cs typeface="Arial" panose="020B0604020202020204" pitchFamily="34" charset="0"/>
              </a:rPr>
            </a:br>
            <a:r>
              <a:rPr lang="fa-IR" sz="2000" kern="100" dirty="0">
                <a:effectLst/>
                <a:latin typeface="Calibri" panose="020F0502020204030204" pitchFamily="34" charset="0"/>
                <a:ea typeface="Calibri" panose="020F0502020204030204" pitchFamily="34" charset="0"/>
                <a:cs typeface="2  Titr" panose="00000700000000000000" pitchFamily="2" charset="-78"/>
              </a:rPr>
              <a:t>دستورالعمل ارزشیابی پیمانکاران طرح و ساخت مرداد 1384:</a:t>
            </a:r>
            <a:endParaRPr lang="en-US" dirty="0"/>
          </a:p>
        </p:txBody>
      </p:sp>
      <p:sp>
        <p:nvSpPr>
          <p:cNvPr id="3" name="Content Placeholder 2">
            <a:extLst>
              <a:ext uri="{FF2B5EF4-FFF2-40B4-BE49-F238E27FC236}">
                <a16:creationId xmlns:a16="http://schemas.microsoft.com/office/drawing/2014/main" id="{D642A89D-1053-82C5-6909-1FC388021774}"/>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ارزیابی زمان تحویل کار: ارزیابی که پس از تحویل هر کار پیمانکار صورت می گیرد، ارزیابی زمان تحویل کار نامیده میشود</a:t>
            </a:r>
            <a:r>
              <a:rPr lang="en-US" sz="1800" kern="100" dirty="0">
                <a:effectLst/>
                <a:latin typeface="Calibri" panose="020F0502020204030204" pitchFamily="34" charset="0"/>
                <a:ea typeface="Calibri" panose="020F0502020204030204" pitchFamily="34" charset="0"/>
                <a:cs typeface="2  Titr" panose="00000700000000000000" pitchFamily="2" charset="-78"/>
              </a:rPr>
              <a:t> . </a:t>
            </a:r>
            <a:r>
              <a:rPr lang="fa-IR" sz="1800" kern="100" dirty="0">
                <a:effectLst/>
                <a:latin typeface="Calibri" panose="020F0502020204030204" pitchFamily="34" charset="0"/>
                <a:ea typeface="Calibri" panose="020F0502020204030204" pitchFamily="34" charset="0"/>
                <a:cs typeface="2  Titr" panose="00000700000000000000" pitchFamily="2" charset="-78"/>
              </a:rPr>
              <a:t>دستگاههای اجرایی، مشاوران کارفرما و سازمان مدیریت و برنامه ریزی کشور (دفاتر بخشی )، موظف هستند ارزیابی زمان تحویل کارهای خاتمه یافته پیمانکاران را، در مهلت یک ماهه پس از تحویل کار، انجام دهند و برای دفتر امور مشاوران و پیمانکاران بفرستند.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buNone/>
            </a:pPr>
            <a:endParaRPr lang="en-US" dirty="0"/>
          </a:p>
        </p:txBody>
      </p:sp>
    </p:spTree>
    <p:extLst>
      <p:ext uri="{BB962C8B-B14F-4D97-AF65-F5344CB8AC3E}">
        <p14:creationId xmlns:p14="http://schemas.microsoft.com/office/powerpoint/2010/main" val="2910529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62FA6-61A6-D13D-CC75-54722C02362E}"/>
              </a:ext>
            </a:extLst>
          </p:cNvPr>
          <p:cNvSpPr>
            <a:spLocks noGrp="1"/>
          </p:cNvSpPr>
          <p:nvPr>
            <p:ph type="title"/>
          </p:nvPr>
        </p:nvSpPr>
        <p:spPr/>
        <p:txBody>
          <a:bodyPr>
            <a:normAutofit/>
          </a:bodyPr>
          <a:lstStyle/>
          <a:p>
            <a:pPr rtl="1"/>
            <a:r>
              <a:rPr lang="fa-IR" sz="2400" dirty="0">
                <a:effectLst/>
                <a:latin typeface="Calibri" panose="020F0502020204030204" pitchFamily="34" charset="0"/>
                <a:ea typeface="Calibri" panose="020F0502020204030204" pitchFamily="34" charset="0"/>
                <a:cs typeface="2  Titr" panose="00000700000000000000" pitchFamily="2" charset="-78"/>
              </a:rPr>
              <a:t>معیار های ارزشیابی: </a:t>
            </a:r>
            <a:r>
              <a:rPr lang="fa-IR" sz="1800" dirty="0">
                <a:effectLst/>
                <a:latin typeface="Calibri" panose="020F0502020204030204" pitchFamily="34" charset="0"/>
                <a:ea typeface="Calibri" panose="020F0502020204030204" pitchFamily="34" charset="0"/>
                <a:cs typeface="2  Titr" panose="00000700000000000000" pitchFamily="2" charset="-78"/>
              </a:rPr>
              <a:t>کیفیت خدمات پیمانکار، توان مدیریتی و تخصصی </a:t>
            </a:r>
            <a:endParaRPr lang="en-US" sz="5400" dirty="0"/>
          </a:p>
        </p:txBody>
      </p:sp>
      <p:sp>
        <p:nvSpPr>
          <p:cNvPr id="3" name="Content Placeholder 2">
            <a:extLst>
              <a:ext uri="{FF2B5EF4-FFF2-40B4-BE49-F238E27FC236}">
                <a16:creationId xmlns:a16="http://schemas.microsoft.com/office/drawing/2014/main" id="{CC570585-ED90-604C-2DAE-2D430D787BE3}"/>
              </a:ext>
            </a:extLst>
          </p:cNvPr>
          <p:cNvSpPr>
            <a:spLocks noGrp="1"/>
          </p:cNvSpPr>
          <p:nvPr>
            <p:ph idx="1"/>
          </p:nvPr>
        </p:nvSpPr>
        <p:spPr/>
        <p:txBody>
          <a:bodyPr/>
          <a:lstStyle/>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دستگاه های اجرایی، مشاوران کارفرما، سازمان مدیریت و برنامه ریزی ( کشور دفاتر بخشی، سازمانهای استانها) و دستگاه های بهره بردار، هست موظفند فرمهای تکمیل شده ارزیابی کارها را در موعد های مقرر، تکمیل نموده و به دفتر امور مشاوران و پیمانکاران، ارسال کنند</a:t>
            </a:r>
            <a:r>
              <a:rPr lang="en-US" sz="1800" dirty="0">
                <a:effectLst/>
                <a:latin typeface="Calibri" panose="020F0502020204030204" pitchFamily="34" charset="0"/>
                <a:ea typeface="Calibri" panose="020F0502020204030204" pitchFamily="34" charset="0"/>
                <a:cs typeface="2  Titr" panose="00000700000000000000" pitchFamily="2" charset="-78"/>
              </a:rPr>
              <a:t>.</a:t>
            </a:r>
            <a:endParaRPr lang="fa-IR" sz="1800" dirty="0">
              <a:effectLst/>
              <a:latin typeface="Calibri" panose="020F0502020204030204" pitchFamily="34" charset="0"/>
              <a:ea typeface="Calibri" panose="020F0502020204030204" pitchFamily="34" charset="0"/>
              <a:cs typeface="2  Titr" panose="00000700000000000000" pitchFamily="2" charset="-78"/>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پیمانکاران، به منظور ارزیابی توان مدیریتی و تخصصی خود، باید در پایان هر دوره ارزشیابی، مدراک و مستندات مربوط به هر کدام از عناصر فرم شش پیوست را، برای دفتر امور مشاوران و پیمانکاران ارسال کنند.</a:t>
            </a:r>
          </a:p>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در هر دوره ارزشیابی، پیمانکارانی ارزشیابی میشوند که طی آن دوره، حداقل یک کار حائز شرایط ارزیابی میانی، یا زمان تحویل را داشته باشد.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1816562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CBE3D-C356-93DB-81EE-67A3CF483FEE}"/>
              </a:ext>
            </a:extLst>
          </p:cNvPr>
          <p:cNvSpPr>
            <a:spLocks noGrp="1"/>
          </p:cNvSpPr>
          <p:nvPr>
            <p:ph type="title"/>
          </p:nvPr>
        </p:nvSpPr>
        <p:spPr/>
        <p:txBody>
          <a:bodyPr>
            <a:normAutofit/>
          </a:bodyPr>
          <a:lstStyle/>
          <a:p>
            <a:r>
              <a:rPr lang="fa-IR" sz="3200" dirty="0">
                <a:latin typeface="Calibri" panose="020F0502020204030204" pitchFamily="34" charset="0"/>
                <a:ea typeface="Calibri" panose="020F0502020204030204" pitchFamily="34" charset="0"/>
                <a:cs typeface="2  Titr" panose="00000700000000000000" pitchFamily="2" charset="-78"/>
              </a:rPr>
              <a:t>ضوابط و مقررات:</a:t>
            </a:r>
            <a:endParaRPr lang="en-US" sz="3200" dirty="0">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CB13363A-1FB6-25C9-794A-C564716D306B}"/>
              </a:ext>
            </a:extLst>
          </p:cNvPr>
          <p:cNvSpPr>
            <a:spLocks noGrp="1"/>
          </p:cNvSpPr>
          <p:nvPr>
            <p:ph idx="1"/>
          </p:nvPr>
        </p:nvSpPr>
        <p:spPr/>
        <p:txBody>
          <a:bodyPr/>
          <a:lstStyle/>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شاخص و ضریب ارزشیابی پیمانکاری که طی یک دوره، ارزشیابی نشده باشد، شاخص و ضریب دوره قبلی ارزشیابی خواهد بود.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در مواردی که پیمانکار نسبت به امتیاز ارزیابی کارهای انجام شده خود، درخواست تجدید نظر داشته باشد، ظرف حداکثر یک ماه از تاریخ اعلام نتایج ارزیابی به وی، درخواست خود را همراه با مدارک لازم، به دفتر امور مشاوران و پیمانکاران ارسال میکند.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kern="100" dirty="0">
                <a:effectLst/>
                <a:latin typeface="Calibri" panose="020F0502020204030204" pitchFamily="34" charset="0"/>
                <a:ea typeface="Calibri" panose="020F0502020204030204" pitchFamily="34" charset="0"/>
                <a:cs typeface="2  Titr" panose="00000700000000000000" pitchFamily="2" charset="-78"/>
              </a:rPr>
              <a:t>اسامی پیمانکارانی که طی دو دوره متوالی، کاری انجام نداده باشند، در فهرست نتایج شاخص و ضریب ارزشیابی پیمانکاران، مشخص خواهد شد.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indent="0" algn="r" rtl="1">
              <a:lnSpc>
                <a:spcPct val="107000"/>
              </a:lnSpc>
              <a:spcBef>
                <a:spcPts val="0"/>
              </a:spcBef>
              <a:spcAft>
                <a:spcPts val="800"/>
              </a:spcAft>
              <a:buNone/>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067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87CD0-55E0-6ADF-88B7-4AF31E6BF7DD}"/>
              </a:ext>
            </a:extLst>
          </p:cNvPr>
          <p:cNvSpPr>
            <a:spLocks noGrp="1"/>
          </p:cNvSpPr>
          <p:nvPr>
            <p:ph type="title"/>
          </p:nvPr>
        </p:nvSpPr>
        <p:spPr/>
        <p:txBody>
          <a:bodyPr>
            <a:normAutofit/>
          </a:bodyPr>
          <a:lstStyle/>
          <a:p>
            <a:r>
              <a:rPr lang="fa-IR" sz="2400" kern="100" dirty="0">
                <a:effectLst/>
                <a:latin typeface="Calibri" panose="020F0502020204030204" pitchFamily="34" charset="0"/>
                <a:ea typeface="Calibri" panose="020F0502020204030204" pitchFamily="34" charset="0"/>
                <a:cs typeface="2  Titr" panose="00000700000000000000" pitchFamily="2" charset="-78"/>
              </a:rPr>
              <a:t>خلاصه اقدامات در بحث ارزیابی:</a:t>
            </a:r>
            <a:endParaRPr lang="en-US" sz="5400" dirty="0"/>
          </a:p>
        </p:txBody>
      </p:sp>
      <p:sp>
        <p:nvSpPr>
          <p:cNvPr id="3" name="Content Placeholder 2">
            <a:extLst>
              <a:ext uri="{FF2B5EF4-FFF2-40B4-BE49-F238E27FC236}">
                <a16:creationId xmlns:a16="http://schemas.microsoft.com/office/drawing/2014/main" id="{FDCF3CC4-A18D-AA4E-A4D0-18484293005A}"/>
              </a:ext>
            </a:extLst>
          </p:cNvPr>
          <p:cNvSpPr>
            <a:spLocks noGrp="1"/>
          </p:cNvSpPr>
          <p:nvPr>
            <p:ph idx="1"/>
          </p:nvPr>
        </p:nvSpPr>
        <p:spPr/>
        <p:txBody>
          <a:bodyPr/>
          <a:lstStyle/>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اقدامهای ( اولیه موضوع ماده 7 آییننامه ارجاع کار)، توسط دستگاه اجرایی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هیئت تشکیل ارزیابی در دستگاه اجرایی (موضوع ماده 3 آییننامه ارجاع کار)</a:t>
            </a: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تهیه مدارک و اطلاعات مورد نیاز، در فراخوان نخست و دعوت نامه (موضوع مواد ،9 ،11 ،12 ،13 ،14 15 آییننامه ارجاع کار)، توسط دستگاه اجرایی</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بررسی کفایت این مدارک و اطلاعات، توسط هیئت ( ارزیابی موضوع ماده 4 آییننامه ارجاع کار)</a:t>
            </a:r>
          </a:p>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تعیین معیارهای ارزیابی توان اجرای کار، ضریبهای وزنی آنها و نحوه امتیازدهی به هر معیار (به ماخذ 100)، توسط هیئت ( ارزیابی موضوع ماده 16 آییننامه ارجاع کار)</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فراخوان نخست در نشریههای کثیرالانتشار</a:t>
            </a:r>
            <a:endParaRPr lang="en-US" dirty="0"/>
          </a:p>
        </p:txBody>
      </p:sp>
    </p:spTree>
    <p:extLst>
      <p:ext uri="{BB962C8B-B14F-4D97-AF65-F5344CB8AC3E}">
        <p14:creationId xmlns:p14="http://schemas.microsoft.com/office/powerpoint/2010/main" val="1854489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B50C7-AE04-E253-F7ED-C5513C2D354E}"/>
              </a:ext>
            </a:extLst>
          </p:cNvPr>
          <p:cNvSpPr>
            <a:spLocks noGrp="1"/>
          </p:cNvSpPr>
          <p:nvPr>
            <p:ph type="title"/>
          </p:nvPr>
        </p:nvSpPr>
        <p:spPr/>
        <p:txBody>
          <a:bodyPr>
            <a:normAutofit/>
          </a:bodyPr>
          <a:lstStyle/>
          <a:p>
            <a:r>
              <a:rPr lang="fa-IR" sz="2400" kern="100" dirty="0">
                <a:effectLst/>
                <a:latin typeface="Calibri" panose="020F0502020204030204" pitchFamily="34" charset="0"/>
                <a:ea typeface="Calibri" panose="020F0502020204030204" pitchFamily="34" charset="0"/>
                <a:cs typeface="2  Titr" panose="00000700000000000000" pitchFamily="2" charset="-78"/>
              </a:rPr>
              <a:t>خلاصه اقدامات در بحث ارزیابی:</a:t>
            </a:r>
            <a:endParaRPr lang="en-US" sz="2400" dirty="0"/>
          </a:p>
        </p:txBody>
      </p:sp>
      <p:sp>
        <p:nvSpPr>
          <p:cNvPr id="3" name="Content Placeholder 2">
            <a:extLst>
              <a:ext uri="{FF2B5EF4-FFF2-40B4-BE49-F238E27FC236}">
                <a16:creationId xmlns:a16="http://schemas.microsoft.com/office/drawing/2014/main" id="{D0817B3B-FE76-B00D-C5BC-7F0F1F88ABDB}"/>
              </a:ext>
            </a:extLst>
          </p:cNvPr>
          <p:cNvSpPr>
            <a:spLocks noGrp="1"/>
          </p:cNvSpPr>
          <p:nvPr>
            <p:ph idx="1"/>
          </p:nvPr>
        </p:nvSpPr>
        <p:spPr/>
        <p:txBody>
          <a:bodyPr/>
          <a:lstStyle/>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ارایه اسناد و مدارک ارزیابی توان اجرای کار ، به پیمانکارانی که به فراخوان نخست جواب داده، دارای صلاحیت و ظرفیت در رشته مورد نظر باشند، و دریافت آنها در مهلت مقرر</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ارزیابی توان اجرای کار توسط هیئت ارزیابی، و تهیه فهرست کوتاه از پیمانکاران منتخب</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ارایه گزارش مراحل پیشگفته به سازمان </a:t>
            </a:r>
            <a:endParaRPr lang="en-US" dirty="0"/>
          </a:p>
        </p:txBody>
      </p:sp>
    </p:spTree>
    <p:extLst>
      <p:ext uri="{BB962C8B-B14F-4D97-AF65-F5344CB8AC3E}">
        <p14:creationId xmlns:p14="http://schemas.microsoft.com/office/powerpoint/2010/main" val="342697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2EB6B-42F7-B298-B215-10A30310B8F6}"/>
              </a:ext>
            </a:extLst>
          </p:cNvPr>
          <p:cNvSpPr>
            <a:spLocks noGrp="1"/>
          </p:cNvSpPr>
          <p:nvPr>
            <p:ph type="title"/>
          </p:nvPr>
        </p:nvSpPr>
        <p:spPr/>
        <p:txBody>
          <a:bodyPr>
            <a:normAutofit fontScale="90000"/>
          </a:bodyPr>
          <a:lstStyle/>
          <a:p>
            <a:r>
              <a:rPr lang="fa-IR" sz="2200" kern="100" dirty="0">
                <a:effectLst/>
                <a:latin typeface="Calibri" panose="020F0502020204030204" pitchFamily="34" charset="0"/>
                <a:ea typeface="Calibri" panose="020F0502020204030204" pitchFamily="34" charset="0"/>
                <a:cs typeface="2  Titr" panose="00000700000000000000" pitchFamily="2" charset="-78"/>
              </a:rPr>
              <a:t>راهنمای مناقصه در کارهای طراحی و ساخت: 1. دستورالعمل شرکت در مناقصه  2. دعوت نامه و فرم های مناقصه مرداد 1384</a:t>
            </a:r>
            <a:br>
              <a:rPr lang="en-US" sz="1800" kern="1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B037CCA4-5AAB-BC3E-7EB6-759EFA34AC40}"/>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نامه پذیرش: یعنی نام های که طی آن برگ پیشنهاد مناقصه و هر توافق امضا شده از سوی دو طرف و پیوست شده به آن، به طور رسمی از سوی مناقصه گزار پذیرفته شده و به امضای مناقصه گزار رسیده است.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برگ پیشنهاد مناقصه: یعنی مدرکی با همین عنوان که از سوی مناقصه گر تکمیل شده و شامل پیشنهاد امضا شده مناقصه گر برای کارهاست</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endParaRPr lang="fa-IR" sz="1800" kern="100" dirty="0">
              <a:effectLst/>
              <a:latin typeface="Calibri" panose="020F0502020204030204" pitchFamily="34" charset="0"/>
              <a:ea typeface="Calibri" panose="020F0502020204030204" pitchFamily="34" charset="0"/>
              <a:cs typeface="2  Titr" panose="00000700000000000000" pitchFamily="2" charset="-78"/>
            </a:endParaRPr>
          </a:p>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خواسته های مناقصه گذار: یعنی مدرکی با همین عنوان به همان گونه که در پیمان آمده، همراه با اصلاحات و اضافات طبق پیمان به آن. این مدرک، مشخص کننده هدف و گستره کارها، یا معیارهای طراحی، و یا دیگر مبانی فنی برای کارهاست. </a:t>
            </a: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پیشنهاد فنی بازرگان مناقصه گر: یعنی مدرکی با همین عنوان که مناقصه گر همراه با برگ پیشنهاد مناقصه ارایه می دهد، به همان گونه که در اسناد مناقصه آمده است. چنین مدرکی، ممکن است شامل طراحی اولیه پیمانکار باشد.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1346214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E5D55-8451-A4C1-D99F-A64D9777BF66}"/>
              </a:ext>
            </a:extLst>
          </p:cNvPr>
          <p:cNvSpPr>
            <a:spLocks noGrp="1"/>
          </p:cNvSpPr>
          <p:nvPr>
            <p:ph type="title"/>
          </p:nvPr>
        </p:nvSpPr>
        <p:spPr/>
        <p:txBody>
          <a:bodyPr/>
          <a:lstStyle/>
          <a:p>
            <a:pPr rtl="1"/>
            <a:r>
              <a:rPr lang="fa-IR" sz="2800" kern="100" dirty="0">
                <a:effectLst/>
                <a:latin typeface="Calibri" panose="020F0502020204030204" pitchFamily="34" charset="0"/>
                <a:ea typeface="Calibri" panose="020F0502020204030204" pitchFamily="34" charset="0"/>
                <a:cs typeface="2  Titr" panose="00000700000000000000" pitchFamily="2" charset="-78"/>
              </a:rPr>
              <a:t>مناقصه گران واجد شرایط:</a:t>
            </a:r>
            <a:br>
              <a:rPr lang="en-US" sz="1800" kern="1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5EC9B381-8CC0-0563-07CE-7AEC4FE133C8}"/>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 مناقصه گرانی که در فرایند ارزیابی کیفی مناقصه گران (ارزیابی توان اجرای کار) ذیصلاح تشخیص داده شده و در فهرست کوتاه حضور داشته باشند، برای شرکت در مناقصه دعوت می گردند. با توجه به این که صلاحیت توان اجرای کار مناقصه گرانی که به مناقصه دعوت میشوند از پیش احراز شده است، در مشارکتها، هرگونه تغییر در مشارکت، منوط به تأیید کتبی مناقصه گزار، قبل از تاریخ تسلیم پیشنهاد است. هر شرکت، نمی تواند در یک مناقصه، عضو بیش از یک مشارکت باشد . اما میتواند به عنوان پیمانکار دست دوم، در بیش از یک پیشنهاد معرفی شود. مناقصه گران، نباید به صورت مستقیم یا غیر مستقیم با اشخاصی که توسط مناقصه گزار برای انجام خدمات مشاوره برای تهیه طرح، خواسته های مناقصه گزار و سایر مدارک مورد استفاده در کارهای موضوع مناقصه، منصوب شده اند، در زمینه کارهای مربوط به پیمان موضوع مناقصه، مشارکت داشته باشند.</a:t>
            </a:r>
            <a:endParaRPr lang="en-US" dirty="0"/>
          </a:p>
        </p:txBody>
      </p:sp>
    </p:spTree>
    <p:extLst>
      <p:ext uri="{BB962C8B-B14F-4D97-AF65-F5344CB8AC3E}">
        <p14:creationId xmlns:p14="http://schemas.microsoft.com/office/powerpoint/2010/main" val="583137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5F01BD1-E3CB-4562-A77C-00A3ED2462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492030E9-8BC2-4840-8C6B-991B68C51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3" name="Picture 12">
              <a:extLst>
                <a:ext uri="{FF2B5EF4-FFF2-40B4-BE49-F238E27FC236}">
                  <a16:creationId xmlns:a16="http://schemas.microsoft.com/office/drawing/2014/main" id="{651493CA-1EAE-4C5B-9C46-8437DD51C6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81B01891-F01D-4D0D-A631-E29F0EA8E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5" name="Picture 14">
              <a:extLst>
                <a:ext uri="{FF2B5EF4-FFF2-40B4-BE49-F238E27FC236}">
                  <a16:creationId xmlns:a16="http://schemas.microsoft.com/office/drawing/2014/main" id="{38B1DE3F-E4E6-4E5E-9213-CB6C7AA92C8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8AFE6BB3-9290-46EA-8067-AA9277C708B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E58AFBCC-5B65-A0C3-7A68-EA5554648306}"/>
              </a:ext>
            </a:extLst>
          </p:cNvPr>
          <p:cNvSpPr>
            <a:spLocks noGrp="1"/>
          </p:cNvSpPr>
          <p:nvPr>
            <p:ph type="title"/>
          </p:nvPr>
        </p:nvSpPr>
        <p:spPr>
          <a:xfrm>
            <a:off x="4626508" y="982132"/>
            <a:ext cx="6270090" cy="1303867"/>
          </a:xfrm>
        </p:spPr>
        <p:txBody>
          <a:bodyPr>
            <a:normAutofit/>
          </a:bodyPr>
          <a:lstStyle/>
          <a:p>
            <a:pPr rtl="1">
              <a:lnSpc>
                <a:spcPct val="90000"/>
              </a:lnSpc>
            </a:pPr>
            <a:r>
              <a:rPr lang="fa-IR" sz="21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موافقت نامه، </a:t>
            </a:r>
            <a:r>
              <a:rPr lang="fa-IR" sz="2100" kern="100" dirty="0">
                <a:solidFill>
                  <a:srgbClr val="262626"/>
                </a:solidFill>
                <a:latin typeface="Calibri" panose="020F0502020204030204" pitchFamily="34" charset="0"/>
                <a:ea typeface="Calibri" panose="020F0502020204030204" pitchFamily="34" charset="0"/>
                <a:cs typeface="2  Titr" panose="00000700000000000000" pitchFamily="2" charset="-78"/>
              </a:rPr>
              <a:t>پیوست</a:t>
            </a:r>
            <a:r>
              <a:rPr lang="fa-IR" sz="21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ها، شرایط عمومی و شرایط خصوصی پیمانهای مهندسی، تامین کالا و تجهیزات به صورت توام (</a:t>
            </a:r>
            <a:r>
              <a:rPr lang="en-US" sz="2100" kern="100" dirty="0">
                <a:solidFill>
                  <a:srgbClr val="262626"/>
                </a:solidFill>
                <a:latin typeface="Calibri" panose="020F0502020204030204" pitchFamily="34" charset="0"/>
                <a:ea typeface="Calibri" panose="020F0502020204030204" pitchFamily="34" charset="0"/>
                <a:cs typeface="2  Titr" panose="00000700000000000000" pitchFamily="2" charset="-78"/>
              </a:rPr>
              <a:t>EP</a:t>
            </a:r>
            <a:r>
              <a:rPr lang="fa-IR" sz="21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برای کار های صنعتی (تیر 1383)</a:t>
            </a:r>
            <a:br>
              <a:rPr lang="en-US" sz="21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rPr>
            </a:br>
            <a:endParaRPr lang="en-US" sz="2100" dirty="0">
              <a:solidFill>
                <a:srgbClr val="262626"/>
              </a:solidFill>
            </a:endParaRPr>
          </a:p>
        </p:txBody>
      </p:sp>
      <p:sp>
        <p:nvSpPr>
          <p:cNvPr id="18" name="Rectangle 17">
            <a:extLst>
              <a:ext uri="{FF2B5EF4-FFF2-40B4-BE49-F238E27FC236}">
                <a16:creationId xmlns:a16="http://schemas.microsoft.com/office/drawing/2014/main" id="{75325209-1BB3-4A1C-97C2-17DCDC165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4" y="1092200"/>
            <a:ext cx="3059206"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white paper with black text&#10;&#10;Description automatically generated">
            <a:extLst>
              <a:ext uri="{FF2B5EF4-FFF2-40B4-BE49-F238E27FC236}">
                <a16:creationId xmlns:a16="http://schemas.microsoft.com/office/drawing/2014/main" id="{790797EB-862B-86F5-1EF7-BE1B01F44514}"/>
              </a:ext>
            </a:extLst>
          </p:cNvPr>
          <p:cNvPicPr>
            <a:picLocks noChangeAspect="1"/>
          </p:cNvPicPr>
          <p:nvPr/>
        </p:nvPicPr>
        <p:blipFill rotWithShape="1">
          <a:blip r:embed="rId5">
            <a:extLst>
              <a:ext uri="{28A0092B-C50C-407E-A947-70E740481C1C}">
                <a14:useLocalDpi xmlns:a14="http://schemas.microsoft.com/office/drawing/2010/main" val="0"/>
              </a:ext>
            </a:extLst>
          </a:blip>
          <a:srcRect t="14767"/>
          <a:stretch/>
        </p:blipFill>
        <p:spPr>
          <a:xfrm>
            <a:off x="1200787" y="1138207"/>
            <a:ext cx="2842920" cy="4031249"/>
          </a:xfrm>
          <a:prstGeom prst="rect">
            <a:avLst/>
          </a:prstGeom>
        </p:spPr>
      </p:pic>
      <p:cxnSp>
        <p:nvCxnSpPr>
          <p:cNvPr id="20" name="Straight Connector 19">
            <a:extLst>
              <a:ext uri="{FF2B5EF4-FFF2-40B4-BE49-F238E27FC236}">
                <a16:creationId xmlns:a16="http://schemas.microsoft.com/office/drawing/2014/main" id="{043EE5F5-AF73-46E3-90B6-27EEFDAC35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26508" y="2400639"/>
            <a:ext cx="6270089"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8E9D0C3B-D17C-239B-45BA-D66B3C508323}"/>
              </a:ext>
            </a:extLst>
          </p:cNvPr>
          <p:cNvSpPr>
            <a:spLocks noGrp="1"/>
          </p:cNvSpPr>
          <p:nvPr>
            <p:ph idx="1"/>
          </p:nvPr>
        </p:nvSpPr>
        <p:spPr>
          <a:xfrm>
            <a:off x="4636482" y="2556932"/>
            <a:ext cx="6260114" cy="3318936"/>
          </a:xfrm>
        </p:spPr>
        <p:txBody>
          <a:bodyPr>
            <a:normAutofit/>
          </a:bodyPr>
          <a:lstStyle/>
          <a:p>
            <a:pPr algn="just" rtl="1">
              <a:lnSpc>
                <a:spcPct val="90000"/>
              </a:lnSpc>
            </a:pPr>
            <a:r>
              <a:rPr lang="fa-IR" sz="2200" kern="100" dirty="0">
                <a:ln w="3175" cmpd="sng">
                  <a:noFill/>
                </a:ln>
                <a:solidFill>
                  <a:srgbClr val="262626"/>
                </a:solidFill>
                <a:latin typeface="Calibri" panose="020F0502020204030204" pitchFamily="34" charset="0"/>
                <a:ea typeface="Calibri" panose="020F0502020204030204" pitchFamily="34" charset="0"/>
                <a:cs typeface="2  Titr" panose="00000700000000000000" pitchFamily="2" charset="-78"/>
              </a:rPr>
              <a:t>این مرحله به عنوان مرحله دوم بعد از انتخاب پیمانکار است و شروع مراحل بستن قرارداد بین سازمان مدیریت و برنامه ریزی کشوری و پیمانکار انتخابی است.</a:t>
            </a:r>
          </a:p>
          <a:p>
            <a:pPr algn="just" rtl="1">
              <a:lnSpc>
                <a:spcPct val="90000"/>
              </a:lnSpc>
            </a:pPr>
            <a:r>
              <a:rPr lang="fa-IR" sz="22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موضوع پیمان: عبارت است از انجام خدمات مهندسی ، تأمین مصالح و تجهیزات ، و انجام سایر خدمات برای احداث ، واقع در</a:t>
            </a:r>
            <a:r>
              <a:rPr lang="fa-IR" sz="2200" kern="100" dirty="0">
                <a:solidFill>
                  <a:srgbClr val="262626"/>
                </a:solidFill>
                <a:latin typeface="Calibri" panose="020F0502020204030204" pitchFamily="34" charset="0"/>
                <a:ea typeface="Calibri" panose="020F0502020204030204" pitchFamily="34" charset="0"/>
                <a:cs typeface="2  Titr" panose="00000700000000000000" pitchFamily="2" charset="-78"/>
              </a:rPr>
              <a:t> </a:t>
            </a:r>
            <a:r>
              <a:rPr lang="fa-IR" sz="22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شرایط واگذاری حق استفاده از لیسانس از سوی پیمانکار به کارفرما است.</a:t>
            </a:r>
            <a:endParaRPr lang="en-US" sz="22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endParaRPr>
          </a:p>
          <a:p>
            <a:pPr algn="just" rtl="1">
              <a:lnSpc>
                <a:spcPct val="90000"/>
              </a:lnSpc>
            </a:pPr>
            <a:r>
              <a:rPr lang="fa-IR" sz="22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این پیمان دارای مواردی همچون موافقت نامه ها و بیست پیوست است.</a:t>
            </a:r>
            <a:endParaRPr lang="en-US" sz="22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endParaRPr>
          </a:p>
          <a:p>
            <a:pPr rtl="1">
              <a:lnSpc>
                <a:spcPct val="90000"/>
              </a:lnSpc>
            </a:pPr>
            <a:endParaRPr lang="en-US" sz="2200" kern="100" dirty="0">
              <a:ln w="3175" cmpd="sng">
                <a:noFill/>
              </a:ln>
              <a:solidFill>
                <a:srgbClr val="262626"/>
              </a:solidFill>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191661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8B0C-CDEF-E3E4-2296-27B709AE1996}"/>
              </a:ext>
            </a:extLst>
          </p:cNvPr>
          <p:cNvSpPr>
            <a:spLocks noGrp="1"/>
          </p:cNvSpPr>
          <p:nvPr>
            <p:ph type="title"/>
          </p:nvPr>
        </p:nvSpPr>
        <p:spPr>
          <a:xfrm>
            <a:off x="1295402" y="982132"/>
            <a:ext cx="9601196" cy="1303867"/>
          </a:xfrm>
        </p:spPr>
        <p:txBody>
          <a:bodyPr>
            <a:normAutofit/>
          </a:bodyPr>
          <a:lstStyle/>
          <a:p>
            <a:pPr rtl="1">
              <a:lnSpc>
                <a:spcPct val="90000"/>
              </a:lnSpc>
            </a:pPr>
            <a:r>
              <a:rPr lang="fa-IR" sz="28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موافقت نامه، </a:t>
            </a:r>
            <a:r>
              <a:rPr lang="fa-IR" sz="2800" kern="100" dirty="0">
                <a:solidFill>
                  <a:srgbClr val="262626"/>
                </a:solidFill>
                <a:latin typeface="Calibri" panose="020F0502020204030204" pitchFamily="34" charset="0"/>
                <a:ea typeface="Calibri" panose="020F0502020204030204" pitchFamily="34" charset="0"/>
                <a:cs typeface="2  Titr" panose="00000700000000000000" pitchFamily="2" charset="-78"/>
              </a:rPr>
              <a:t>پیوست</a:t>
            </a:r>
            <a:r>
              <a:rPr lang="fa-IR" sz="28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ها، شرایط عمومی و شرایط خصوصی پیمانهای مهندسی، تامین کالا و تجهیزات به صورت توام (</a:t>
            </a:r>
            <a:r>
              <a:rPr lang="en-US" sz="2800" kern="100" dirty="0">
                <a:solidFill>
                  <a:srgbClr val="262626"/>
                </a:solidFill>
                <a:latin typeface="Calibri" panose="020F0502020204030204" pitchFamily="34" charset="0"/>
                <a:ea typeface="Calibri" panose="020F0502020204030204" pitchFamily="34" charset="0"/>
                <a:cs typeface="2  Titr" panose="00000700000000000000" pitchFamily="2" charset="-78"/>
              </a:rPr>
              <a:t>EP</a:t>
            </a:r>
            <a:r>
              <a:rPr lang="fa-IR" sz="28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برای کار های صنعتی (تیر 1383)</a:t>
            </a:r>
            <a:br>
              <a:rPr lang="en-US" sz="28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rPr>
            </a:br>
            <a:endParaRPr lang="en-US" sz="2800" dirty="0">
              <a:solidFill>
                <a:srgbClr val="262626"/>
              </a:solidFill>
            </a:endParaRPr>
          </a:p>
        </p:txBody>
      </p:sp>
      <p:graphicFrame>
        <p:nvGraphicFramePr>
          <p:cNvPr id="5" name="Content Placeholder 2">
            <a:extLst>
              <a:ext uri="{FF2B5EF4-FFF2-40B4-BE49-F238E27FC236}">
                <a16:creationId xmlns:a16="http://schemas.microsoft.com/office/drawing/2014/main" id="{01532EC2-B3F5-96CD-77DA-9A5DADA47F3E}"/>
              </a:ext>
            </a:extLst>
          </p:cNvPr>
          <p:cNvGraphicFramePr>
            <a:graphicFrameLocks noGrp="1"/>
          </p:cNvGraphicFramePr>
          <p:nvPr>
            <p:ph idx="1"/>
            <p:extLst>
              <p:ext uri="{D42A27DB-BD31-4B8C-83A1-F6EECF244321}">
                <p14:modId xmlns:p14="http://schemas.microsoft.com/office/powerpoint/2010/main" val="2629619067"/>
              </p:ext>
            </p:extLst>
          </p:nvPr>
        </p:nvGraphicFramePr>
        <p:xfrm>
          <a:off x="1295400" y="2772384"/>
          <a:ext cx="96011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9691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E66D3F-14EA-4BCD-819B-EEF581746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D49D3EDE-CC3B-4573-A04B-26F32F1B2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3" name="Picture 12">
              <a:extLst>
                <a:ext uri="{FF2B5EF4-FFF2-40B4-BE49-F238E27FC236}">
                  <a16:creationId xmlns:a16="http://schemas.microsoft.com/office/drawing/2014/main" id="{700D0D4B-CC81-434D-B595-71AA691923B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1" name="Rectangle 20">
              <a:extLst>
                <a:ext uri="{FF2B5EF4-FFF2-40B4-BE49-F238E27FC236}">
                  <a16:creationId xmlns:a16="http://schemas.microsoft.com/office/drawing/2014/main" id="{B8047919-8C66-4EF3-9979-FB7112EB6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5" name="Picture 14">
              <a:extLst>
                <a:ext uri="{FF2B5EF4-FFF2-40B4-BE49-F238E27FC236}">
                  <a16:creationId xmlns:a16="http://schemas.microsoft.com/office/drawing/2014/main" id="{C00195C4-7BCF-469C-A003-AC2F0D2F910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CEE82425-33CD-4CF1-9623-91BECE687F6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4D31597E-D7BA-F6D8-AB44-655E92E8D777}"/>
              </a:ext>
            </a:extLst>
          </p:cNvPr>
          <p:cNvSpPr>
            <a:spLocks noGrp="1"/>
          </p:cNvSpPr>
          <p:nvPr>
            <p:ph type="title"/>
          </p:nvPr>
        </p:nvSpPr>
        <p:spPr>
          <a:xfrm>
            <a:off x="6094412" y="982132"/>
            <a:ext cx="4802185" cy="1303867"/>
          </a:xfrm>
        </p:spPr>
        <p:txBody>
          <a:bodyPr>
            <a:normAutofit/>
          </a:bodyPr>
          <a:lstStyle/>
          <a:p>
            <a:r>
              <a:rPr lang="fa-IR" sz="3600" kern="100" dirty="0">
                <a:solidFill>
                  <a:srgbClr val="262626"/>
                </a:solidFill>
                <a:latin typeface="Calibri" panose="020F0502020204030204" pitchFamily="34" charset="0"/>
                <a:ea typeface="Calibri" panose="020F0502020204030204" pitchFamily="34" charset="0"/>
                <a:cs typeface="2  Titr" panose="00000700000000000000" pitchFamily="2" charset="-78"/>
              </a:rPr>
              <a:t>کارفرما</a:t>
            </a:r>
            <a:endParaRPr lang="en-US" sz="3600" kern="100" dirty="0">
              <a:solidFill>
                <a:srgbClr val="262626"/>
              </a:solidFill>
              <a:latin typeface="Calibri" panose="020F0502020204030204" pitchFamily="34" charset="0"/>
              <a:ea typeface="Calibri" panose="020F0502020204030204" pitchFamily="34" charset="0"/>
              <a:cs typeface="2  Titr" panose="00000700000000000000" pitchFamily="2" charset="-78"/>
            </a:endParaRPr>
          </a:p>
        </p:txBody>
      </p:sp>
      <p:sp>
        <p:nvSpPr>
          <p:cNvPr id="22" name="Rectangle 21">
            <a:extLst>
              <a:ext uri="{FF2B5EF4-FFF2-40B4-BE49-F238E27FC236}">
                <a16:creationId xmlns:a16="http://schemas.microsoft.com/office/drawing/2014/main" id="{DD5289D1-D3B7-4C53-823E-280A79C02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4517009"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close-up of a building&#10;&#10;Description automatically generated">
            <a:extLst>
              <a:ext uri="{FF2B5EF4-FFF2-40B4-BE49-F238E27FC236}">
                <a16:creationId xmlns:a16="http://schemas.microsoft.com/office/drawing/2014/main" id="{DB6B1EF6-C05B-A1A9-363F-089C81A9BF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1894" y="1431783"/>
            <a:ext cx="4025616" cy="2193960"/>
          </a:xfrm>
          <a:prstGeom prst="rect">
            <a:avLst/>
          </a:prstGeom>
        </p:spPr>
      </p:pic>
      <p:cxnSp>
        <p:nvCxnSpPr>
          <p:cNvPr id="20" name="Straight Connector 19">
            <a:extLst>
              <a:ext uri="{FF2B5EF4-FFF2-40B4-BE49-F238E27FC236}">
                <a16:creationId xmlns:a16="http://schemas.microsoft.com/office/drawing/2014/main" id="{A456CE10-0EE3-4503-ACF3-1D53A6FDBB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4412" y="2400639"/>
            <a:ext cx="4802185"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2FFB9EA-7F5B-FE0B-515F-0AE85D925BB2}"/>
              </a:ext>
            </a:extLst>
          </p:cNvPr>
          <p:cNvSpPr>
            <a:spLocks noGrp="1"/>
          </p:cNvSpPr>
          <p:nvPr>
            <p:ph idx="1"/>
          </p:nvPr>
        </p:nvSpPr>
        <p:spPr>
          <a:xfrm>
            <a:off x="6094412" y="2556932"/>
            <a:ext cx="4802184" cy="3318936"/>
          </a:xfrm>
        </p:spPr>
        <p:txBody>
          <a:bodyPr>
            <a:normAutofit/>
          </a:bodyPr>
          <a:lstStyle/>
          <a:p>
            <a:pPr algn="just" rtl="1">
              <a:lnSpc>
                <a:spcPct val="90000"/>
              </a:lnSpc>
            </a:pPr>
            <a:r>
              <a:rPr lang="fa-IR" sz="17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کارفرما:  شخص حقوقی است که طرف پیمان با « پیمانکار » است و کارهای موضوع پیمان برای وی انجام می شود . نمایندگان و جانشینهای قانونی کارفرما ، در حکم کارفرما هستند.</a:t>
            </a:r>
            <a:endParaRPr lang="en-US" sz="17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endParaRPr>
          </a:p>
          <a:p>
            <a:pPr algn="just" rtl="1">
              <a:lnSpc>
                <a:spcPct val="90000"/>
              </a:lnSpc>
            </a:pPr>
            <a:r>
              <a:rPr lang="fa-IR" sz="17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مشاور کارفرما:  شخصی حقوقی است که به عنوان عامل فنی کارفرما ، برای انجام خدمات فنی در زمینه کارهای موضوع پیمان معرفی گردیده است. </a:t>
            </a:r>
            <a:endParaRPr lang="en-US" sz="17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endParaRPr>
          </a:p>
          <a:p>
            <a:pPr algn="just" rtl="1">
              <a:lnSpc>
                <a:spcPct val="90000"/>
              </a:lnSpc>
            </a:pPr>
            <a:r>
              <a:rPr lang="fa-IR" sz="17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بازرسی فنی:  شخصی است حقیقی یا حقوقی ، که از سوی کارفرما به منظور نظارت بر فعالیتهای کنترل کیفی کارهای انجام شده از سوی پیمانکار ، به کار گمارده می شود تا زیر نظر مشاور کارفرما انجام وظیفه کند</a:t>
            </a:r>
            <a:r>
              <a:rPr lang="en-US" sz="17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a:t>
            </a:r>
            <a:endParaRPr lang="en-US" sz="17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endParaRPr>
          </a:p>
          <a:p>
            <a:pPr rtl="1">
              <a:lnSpc>
                <a:spcPct val="90000"/>
              </a:lnSpc>
            </a:pPr>
            <a:endParaRPr lang="en-US" sz="1700" dirty="0">
              <a:solidFill>
                <a:srgbClr val="262626"/>
              </a:solidFill>
            </a:endParaRPr>
          </a:p>
        </p:txBody>
      </p:sp>
      <p:sp>
        <p:nvSpPr>
          <p:cNvPr id="6" name="TextBox 5">
            <a:extLst>
              <a:ext uri="{FF2B5EF4-FFF2-40B4-BE49-F238E27FC236}">
                <a16:creationId xmlns:a16="http://schemas.microsoft.com/office/drawing/2014/main" id="{87547BC9-AB6C-2464-6430-438D563AB343}"/>
              </a:ext>
            </a:extLst>
          </p:cNvPr>
          <p:cNvSpPr txBox="1"/>
          <p:nvPr/>
        </p:nvSpPr>
        <p:spPr>
          <a:xfrm>
            <a:off x="1450709" y="3927566"/>
            <a:ext cx="3876801" cy="615553"/>
          </a:xfrm>
          <a:prstGeom prst="rect">
            <a:avLst/>
          </a:prstGeom>
          <a:noFill/>
        </p:spPr>
        <p:txBody>
          <a:bodyPr wrap="square" rtlCol="0">
            <a:spAutoFit/>
          </a:bodyPr>
          <a:lstStyle/>
          <a:p>
            <a:pPr algn="r" rtl="1"/>
            <a:r>
              <a:rPr lang="ar-IQ" sz="1700" kern="100" dirty="0">
                <a:solidFill>
                  <a:srgbClr val="262626"/>
                </a:solidFill>
                <a:latin typeface="Calibri" panose="020F0502020204030204" pitchFamily="34" charset="0"/>
                <a:ea typeface="Calibri" panose="020F0502020204030204" pitchFamily="34" charset="0"/>
                <a:cs typeface="2  Titr" panose="00000700000000000000" pitchFamily="2" charset="-78"/>
              </a:rPr>
              <a:t>آدرس : تهران،خیابان شهید دستگردی،خیابان مصدق شمالی نبش کوچه 12 پلاک 32</a:t>
            </a:r>
            <a:endParaRPr lang="en-US" sz="1700" kern="100" dirty="0">
              <a:solidFill>
                <a:srgbClr val="262626"/>
              </a:solidFill>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1411640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6FE17-F74C-CBC6-6C30-78D933EB0B97}"/>
              </a:ext>
            </a:extLst>
          </p:cNvPr>
          <p:cNvSpPr>
            <a:spLocks noGrp="1"/>
          </p:cNvSpPr>
          <p:nvPr>
            <p:ph type="title"/>
          </p:nvPr>
        </p:nvSpPr>
        <p:spPr/>
        <p:txBody>
          <a:bodyPr>
            <a:normAutofit/>
          </a:bodyPr>
          <a:lstStyle/>
          <a:p>
            <a:r>
              <a:rPr lang="fa-IR" sz="2800" dirty="0">
                <a:effectLst/>
                <a:latin typeface="Calibri" panose="020F0502020204030204" pitchFamily="34" charset="0"/>
                <a:ea typeface="Calibri" panose="020F0502020204030204" pitchFamily="34" charset="0"/>
                <a:cs typeface="2  Titr" panose="00000700000000000000" pitchFamily="2" charset="-78"/>
              </a:rPr>
              <a:t>تعهدات و مسئولیت های کارفرما: </a:t>
            </a:r>
            <a:endParaRPr lang="en-US" sz="6000" dirty="0"/>
          </a:p>
        </p:txBody>
      </p:sp>
      <p:sp>
        <p:nvSpPr>
          <p:cNvPr id="3" name="Content Placeholder 2">
            <a:extLst>
              <a:ext uri="{FF2B5EF4-FFF2-40B4-BE49-F238E27FC236}">
                <a16:creationId xmlns:a16="http://schemas.microsoft.com/office/drawing/2014/main" id="{E198EC14-C590-207B-6BC8-36FB794A218F}"/>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کارفرما ، ظرف 15 روز از تاریخ نافذ شدن پیمان ، فردی را همراه حدود اختیارات و وظایف وی ، به عنوان نماینده کارفرما به پیمانکار معرفی می کند . کارفرما در طول اجرای پیمان ، می تواند نماینده خود را تعویض و شخص دیگری را به جای وی تعیین نموده و به پیمانکار معرفی کند.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buNone/>
            </a:pPr>
            <a:endParaRPr lang="en-US" dirty="0"/>
          </a:p>
        </p:txBody>
      </p:sp>
      <p:sp>
        <p:nvSpPr>
          <p:cNvPr id="4" name="Rectangle 3">
            <a:extLst>
              <a:ext uri="{FF2B5EF4-FFF2-40B4-BE49-F238E27FC236}">
                <a16:creationId xmlns:a16="http://schemas.microsoft.com/office/drawing/2014/main" id="{E097689D-C7A5-87E0-EEFD-9F387819B8B1}"/>
              </a:ext>
            </a:extLst>
          </p:cNvPr>
          <p:cNvSpPr/>
          <p:nvPr/>
        </p:nvSpPr>
        <p:spPr>
          <a:xfrm>
            <a:off x="7502013" y="3598606"/>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تعیین </a:t>
            </a:r>
            <a:r>
              <a:rPr lang="fa-IR" sz="1400" dirty="0">
                <a:latin typeface="Calibri" panose="020F0502020204030204" pitchFamily="34" charset="0"/>
                <a:ea typeface="Calibri" panose="020F0502020204030204" pitchFamily="34" charset="0"/>
                <a:cs typeface="2  Titr" panose="00000700000000000000" pitchFamily="2" charset="-78"/>
              </a:rPr>
              <a:t>اطلاعات مربوط </a:t>
            </a:r>
            <a:r>
              <a:rPr lang="fa-IR" sz="1400" dirty="0">
                <a:effectLst/>
                <a:latin typeface="Calibri" panose="020F0502020204030204" pitchFamily="34" charset="0"/>
                <a:ea typeface="Calibri" panose="020F0502020204030204" pitchFamily="34" charset="0"/>
                <a:cs typeface="2  Titr" panose="00000700000000000000" pitchFamily="2" charset="-78"/>
              </a:rPr>
              <a:t>به محل پروژه و تسلیم آنها </a:t>
            </a:r>
            <a:endParaRPr lang="en-US" sz="1100" dirty="0"/>
          </a:p>
        </p:txBody>
      </p:sp>
      <p:sp>
        <p:nvSpPr>
          <p:cNvPr id="5" name="Rectangle 4">
            <a:extLst>
              <a:ext uri="{FF2B5EF4-FFF2-40B4-BE49-F238E27FC236}">
                <a16:creationId xmlns:a16="http://schemas.microsoft.com/office/drawing/2014/main" id="{11AB5890-6DB0-FEFD-545C-A44A9516A37A}"/>
              </a:ext>
            </a:extLst>
          </p:cNvPr>
          <p:cNvSpPr/>
          <p:nvPr/>
        </p:nvSpPr>
        <p:spPr>
          <a:xfrm>
            <a:off x="7502013" y="4216400"/>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rtl="1">
              <a:lnSpc>
                <a:spcPct val="107000"/>
              </a:lnSpc>
              <a:spcBef>
                <a:spcPts val="0"/>
              </a:spcBef>
              <a:spcAft>
                <a:spcPts val="800"/>
              </a:spcAft>
            </a:pPr>
            <a:r>
              <a:rPr lang="fa-IR" sz="1400" dirty="0">
                <a:effectLst/>
                <a:latin typeface="Calibri" panose="020F0502020204030204" pitchFamily="34" charset="0"/>
                <a:ea typeface="Calibri" panose="020F0502020204030204" pitchFamily="34" charset="0"/>
                <a:cs typeface="2  Titr" panose="00000700000000000000" pitchFamily="2" charset="-78"/>
              </a:rPr>
              <a:t>پرداخت صورت وضعیت ها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AC8F492B-717E-DC8B-4745-3A8DA67EC23D}"/>
              </a:ext>
            </a:extLst>
          </p:cNvPr>
          <p:cNvSpPr/>
          <p:nvPr/>
        </p:nvSpPr>
        <p:spPr>
          <a:xfrm>
            <a:off x="7502013" y="4834194"/>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دریافت بیمه نامه های در تعهد خود </a:t>
            </a:r>
            <a:endParaRPr lang="en-US" sz="1100" dirty="0"/>
          </a:p>
        </p:txBody>
      </p:sp>
      <p:sp>
        <p:nvSpPr>
          <p:cNvPr id="7" name="Rectangle 6">
            <a:extLst>
              <a:ext uri="{FF2B5EF4-FFF2-40B4-BE49-F238E27FC236}">
                <a16:creationId xmlns:a16="http://schemas.microsoft.com/office/drawing/2014/main" id="{5DC60064-E590-D9A7-FF5E-946707F70B86}"/>
              </a:ext>
            </a:extLst>
          </p:cNvPr>
          <p:cNvSpPr/>
          <p:nvPr/>
        </p:nvSpPr>
        <p:spPr>
          <a:xfrm>
            <a:off x="7502013" y="5462913"/>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اجرای کارهای ساختمانی و نصب و راه اندازی </a:t>
            </a:r>
            <a:endParaRPr lang="en-US" sz="1100" dirty="0"/>
          </a:p>
        </p:txBody>
      </p:sp>
      <p:sp>
        <p:nvSpPr>
          <p:cNvPr id="8" name="Rectangle 7">
            <a:extLst>
              <a:ext uri="{FF2B5EF4-FFF2-40B4-BE49-F238E27FC236}">
                <a16:creationId xmlns:a16="http://schemas.microsoft.com/office/drawing/2014/main" id="{475EA0E9-E56C-DD26-8FEA-615FBF811E7B}"/>
              </a:ext>
            </a:extLst>
          </p:cNvPr>
          <p:cNvSpPr/>
          <p:nvPr/>
        </p:nvSpPr>
        <p:spPr>
          <a:xfrm>
            <a:off x="1779639" y="5462912"/>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rtl="1">
              <a:lnSpc>
                <a:spcPct val="107000"/>
              </a:lnSpc>
              <a:spcBef>
                <a:spcPts val="0"/>
              </a:spcBef>
              <a:spcAft>
                <a:spcPts val="800"/>
              </a:spcAft>
            </a:pPr>
            <a:r>
              <a:rPr lang="fa-IR" sz="1400" dirty="0">
                <a:effectLst/>
                <a:latin typeface="Calibri" panose="020F0502020204030204" pitchFamily="34" charset="0"/>
                <a:ea typeface="Calibri" panose="020F0502020204030204" pitchFamily="34" charset="0"/>
                <a:cs typeface="2  Titr" panose="00000700000000000000" pitchFamily="2" charset="-78"/>
              </a:rPr>
              <a:t>پرداخت حقوق و عوارض گمرکی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074FB5D-35AF-D72B-0A20-ED5052A60C46}"/>
              </a:ext>
            </a:extLst>
          </p:cNvPr>
          <p:cNvSpPr/>
          <p:nvPr/>
        </p:nvSpPr>
        <p:spPr>
          <a:xfrm>
            <a:off x="1779639" y="4834194"/>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صدور مجوز ها: اخذ روادید ورود، مجوز کار</a:t>
            </a:r>
            <a:endParaRPr lang="en-US" sz="1100" dirty="0"/>
          </a:p>
        </p:txBody>
      </p:sp>
      <p:sp>
        <p:nvSpPr>
          <p:cNvPr id="10" name="Rectangle 9">
            <a:extLst>
              <a:ext uri="{FF2B5EF4-FFF2-40B4-BE49-F238E27FC236}">
                <a16:creationId xmlns:a16="http://schemas.microsoft.com/office/drawing/2014/main" id="{3EA1F9B4-04C2-12A8-9252-26F1BA133A2D}"/>
              </a:ext>
            </a:extLst>
          </p:cNvPr>
          <p:cNvSpPr/>
          <p:nvPr/>
        </p:nvSpPr>
        <p:spPr>
          <a:xfrm>
            <a:off x="1779639" y="4216400"/>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rtl="1">
              <a:lnSpc>
                <a:spcPct val="107000"/>
              </a:lnSpc>
              <a:spcBef>
                <a:spcPts val="0"/>
              </a:spcBef>
              <a:spcAft>
                <a:spcPts val="800"/>
              </a:spcAft>
            </a:pPr>
            <a:r>
              <a:rPr lang="fa-IR" sz="1400" kern="100" dirty="0">
                <a:effectLst/>
                <a:latin typeface="Calibri" panose="020F0502020204030204" pitchFamily="34" charset="0"/>
                <a:ea typeface="Calibri" panose="020F0502020204030204" pitchFamily="34" charset="0"/>
                <a:cs typeface="2  Titr" panose="00000700000000000000" pitchFamily="2" charset="-78"/>
              </a:rPr>
              <a:t>بررسی به موقع مدارک تسلیمی پیمانکار </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033C37F8-890F-9362-C34D-822367C39D83}"/>
              </a:ext>
            </a:extLst>
          </p:cNvPr>
          <p:cNvSpPr/>
          <p:nvPr/>
        </p:nvSpPr>
        <p:spPr>
          <a:xfrm>
            <a:off x="1779639" y="3598606"/>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دقت در اطلاعات و مدارک</a:t>
            </a:r>
            <a:endParaRPr lang="en-US" sz="1200" dirty="0"/>
          </a:p>
        </p:txBody>
      </p:sp>
    </p:spTree>
    <p:extLst>
      <p:ext uri="{BB962C8B-B14F-4D97-AF65-F5344CB8AC3E}">
        <p14:creationId xmlns:p14="http://schemas.microsoft.com/office/powerpoint/2010/main" val="2616256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711C0-8975-C111-EFD0-48ED51547C76}"/>
              </a:ext>
            </a:extLst>
          </p:cNvPr>
          <p:cNvSpPr>
            <a:spLocks noGrp="1"/>
          </p:cNvSpPr>
          <p:nvPr>
            <p:ph type="title"/>
          </p:nvPr>
        </p:nvSpPr>
        <p:spPr/>
        <p:txBody>
          <a:bodyPr/>
          <a:lstStyle/>
          <a:p>
            <a:r>
              <a:rPr lang="fa-IR" sz="2800" kern="100" dirty="0">
                <a:effectLst/>
                <a:latin typeface="Calibri" panose="020F0502020204030204" pitchFamily="34" charset="0"/>
                <a:ea typeface="Calibri" panose="020F0502020204030204" pitchFamily="34" charset="0"/>
                <a:cs typeface="2  Titr" panose="00000700000000000000" pitchFamily="2" charset="-78"/>
              </a:rPr>
              <a:t>شرح خدمات مشاور کارفرما، در کارهای طرح و ساخت</a:t>
            </a:r>
            <a:br>
              <a:rPr lang="en-US" sz="1800" kern="1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graphicFrame>
        <p:nvGraphicFramePr>
          <p:cNvPr id="5" name="Content Placeholder 2">
            <a:extLst>
              <a:ext uri="{FF2B5EF4-FFF2-40B4-BE49-F238E27FC236}">
                <a16:creationId xmlns:a16="http://schemas.microsoft.com/office/drawing/2014/main" id="{1747A018-5A6C-B1C8-0235-E413B1DCE2EF}"/>
              </a:ext>
            </a:extLst>
          </p:cNvPr>
          <p:cNvGraphicFramePr>
            <a:graphicFrameLocks noGrp="1"/>
          </p:cNvGraphicFramePr>
          <p:nvPr>
            <p:ph idx="1"/>
            <p:extLst>
              <p:ext uri="{D42A27DB-BD31-4B8C-83A1-F6EECF244321}">
                <p14:modId xmlns:p14="http://schemas.microsoft.com/office/powerpoint/2010/main" val="2134638284"/>
              </p:ext>
            </p:extLst>
          </p:nvPr>
        </p:nvGraphicFramePr>
        <p:xfrm>
          <a:off x="1295401" y="2556932"/>
          <a:ext cx="9601196" cy="3318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2297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711C0-8975-C111-EFD0-48ED51547C76}"/>
              </a:ext>
            </a:extLst>
          </p:cNvPr>
          <p:cNvSpPr>
            <a:spLocks noGrp="1"/>
          </p:cNvSpPr>
          <p:nvPr>
            <p:ph type="title"/>
          </p:nvPr>
        </p:nvSpPr>
        <p:spPr/>
        <p:txBody>
          <a:bodyPr/>
          <a:lstStyle/>
          <a:p>
            <a:r>
              <a:rPr lang="fa-IR" sz="2800" kern="100" dirty="0">
                <a:effectLst/>
                <a:latin typeface="Calibri" panose="020F0502020204030204" pitchFamily="34" charset="0"/>
                <a:ea typeface="Calibri" panose="020F0502020204030204" pitchFamily="34" charset="0"/>
                <a:cs typeface="2  Titr" panose="00000700000000000000" pitchFamily="2" charset="-78"/>
              </a:rPr>
              <a:t>شرح خدمات مشاور کارفرما، در کارهای طرح و ساخت</a:t>
            </a:r>
            <a:br>
              <a:rPr lang="en-US" sz="1800" kern="1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graphicFrame>
        <p:nvGraphicFramePr>
          <p:cNvPr id="5" name="Content Placeholder 2">
            <a:extLst>
              <a:ext uri="{FF2B5EF4-FFF2-40B4-BE49-F238E27FC236}">
                <a16:creationId xmlns:a16="http://schemas.microsoft.com/office/drawing/2014/main" id="{1747A018-5A6C-B1C8-0235-E413B1DCE2EF}"/>
              </a:ext>
            </a:extLst>
          </p:cNvPr>
          <p:cNvGraphicFramePr>
            <a:graphicFrameLocks noGrp="1"/>
          </p:cNvGraphicFramePr>
          <p:nvPr>
            <p:ph idx="1"/>
            <p:extLst>
              <p:ext uri="{D42A27DB-BD31-4B8C-83A1-F6EECF244321}">
                <p14:modId xmlns:p14="http://schemas.microsoft.com/office/powerpoint/2010/main" val="3373462155"/>
              </p:ext>
            </p:extLst>
          </p:nvPr>
        </p:nvGraphicFramePr>
        <p:xfrm>
          <a:off x="1295401" y="2556932"/>
          <a:ext cx="9601196" cy="3318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353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B9232-4AB0-F8AC-5900-B588FE872BA2}"/>
              </a:ext>
            </a:extLst>
          </p:cNvPr>
          <p:cNvSpPr>
            <a:spLocks noGrp="1"/>
          </p:cNvSpPr>
          <p:nvPr>
            <p:ph type="title"/>
          </p:nvPr>
        </p:nvSpPr>
        <p:spPr/>
        <p:txBody>
          <a:bodyPr>
            <a:normAutofit/>
          </a:bodyPr>
          <a:lstStyle/>
          <a:p>
            <a:r>
              <a:rPr lang="fa-IR" sz="4000" dirty="0">
                <a:effectLst/>
                <a:latin typeface="Calibri" panose="020F0502020204030204" pitchFamily="34" charset="0"/>
                <a:ea typeface="Calibri" panose="020F0502020204030204" pitchFamily="34" charset="0"/>
                <a:cs typeface="2  Titr" panose="00000700000000000000" pitchFamily="2" charset="-78"/>
              </a:rPr>
              <a:t>پیمانکار: </a:t>
            </a:r>
            <a:endParaRPr lang="en-US" sz="8000" dirty="0"/>
          </a:p>
        </p:txBody>
      </p:sp>
      <p:sp>
        <p:nvSpPr>
          <p:cNvPr id="3" name="Content Placeholder 2">
            <a:extLst>
              <a:ext uri="{FF2B5EF4-FFF2-40B4-BE49-F238E27FC236}">
                <a16:creationId xmlns:a16="http://schemas.microsoft.com/office/drawing/2014/main" id="{40A5B756-94F9-7051-D416-77C24E2FB256}"/>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شخص حقوقی است که طرف پیمان با « کارفرما » است و اجرای کارهای موضوع پیمان را به عهده گرفته است ، نمایندگان و جانشینهای قانونی « پیمانکار» ، در حکم «پیمانکار» هستند</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endParaRPr lang="fa-IR" sz="1800" kern="100" dirty="0">
              <a:effectLst/>
              <a:latin typeface="Calibri" panose="020F0502020204030204" pitchFamily="34" charset="0"/>
              <a:ea typeface="Calibri" panose="020F0502020204030204" pitchFamily="34" charset="0"/>
              <a:cs typeface="2  Titr" panose="00000700000000000000" pitchFamily="2" charset="-78"/>
            </a:endParaRPr>
          </a:p>
          <a:p>
            <a:pPr algn="just" rtl="1"/>
            <a:r>
              <a:rPr lang="fa-IR" sz="1800" kern="100" dirty="0">
                <a:latin typeface="Calibri" panose="020F0502020204030204" pitchFamily="34" charset="0"/>
                <a:ea typeface="Calibri" panose="020F0502020204030204" pitchFamily="34" charset="0"/>
                <a:cs typeface="2  Titr" panose="00000700000000000000" pitchFamily="2" charset="-78"/>
              </a:rPr>
              <a:t>در این مبحث همان شرکت هایی هستند که توسط سازمان مدیریت و برنامه ریزی کشوری تایید صلاحیت شده اند و دردریافت پروژه پیشنهاد خود را ارسال کرده اند.</a:t>
            </a:r>
            <a:endParaRPr lang="en-US" sz="1800" kern="100" dirty="0">
              <a:latin typeface="Calibri" panose="020F0502020204030204" pitchFamily="34" charset="0"/>
              <a:ea typeface="Calibri" panose="020F0502020204030204" pitchFamily="34" charset="0"/>
              <a:cs typeface="2  Titr" panose="00000700000000000000" pitchFamily="2" charset="-78"/>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مهندس طراح: شخصی حقیقی یا حقوقی است که از طرف پیمانکار ، مسئولیت انجام تمام یا بخشهایی از خدمات طراحی مهندسی کار موضوع پیمان را به عهده دارد. «</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r>
              <a:rPr lang="fa-IR" sz="1800" kern="100" dirty="0">
                <a:effectLst/>
                <a:latin typeface="Calibri" panose="020F0502020204030204" pitchFamily="34" charset="0"/>
                <a:ea typeface="Calibri" panose="020F0502020204030204" pitchFamily="34" charset="0"/>
                <a:cs typeface="2  Titr" panose="00000700000000000000" pitchFamily="2" charset="-78"/>
              </a:rPr>
              <a:t>مهندس طراح » ، می تواند از زیرمجموعه های سازمانی پیمانکار و یا یک شخص ثالث طرف پیمان با وی باشد ، که در هر حال پس از تأیید کارفرما ، شروع به کار می کند</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endParaRPr lang="fa-IR" sz="1800" kern="100" dirty="0">
              <a:effectLst/>
              <a:latin typeface="Calibri" panose="020F0502020204030204" pitchFamily="34" charset="0"/>
              <a:ea typeface="Calibri" panose="020F0502020204030204" pitchFamily="34" charset="0"/>
              <a:cs typeface="2  Titr" panose="00000700000000000000" pitchFamily="2" charset="-78"/>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پیمانکار عملیات ساختمانی و نصب: شخص حقیقی یا حقوقی است که به منظور انجام بخش و یا بخشهایی از عملیات ساختمان و نصب و خدمات فنی مرتبط با آن در « کارگاه » ، به وسیله کارفرما ، به کار گمارده شده است.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1327433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0F9D4-57F6-1A02-148D-3691B418DDB3}"/>
              </a:ext>
            </a:extLst>
          </p:cNvPr>
          <p:cNvSpPr>
            <a:spLocks noGrp="1"/>
          </p:cNvSpPr>
          <p:nvPr>
            <p:ph type="title"/>
          </p:nvPr>
        </p:nvSpPr>
        <p:spPr/>
        <p:txBody>
          <a:bodyPr>
            <a:normAutofit/>
          </a:bodyPr>
          <a:lstStyle/>
          <a:p>
            <a:r>
              <a:rPr lang="fa-IR" sz="2800" dirty="0">
                <a:effectLst/>
                <a:latin typeface="Calibri" panose="020F0502020204030204" pitchFamily="34" charset="0"/>
                <a:ea typeface="Calibri" panose="020F0502020204030204" pitchFamily="34" charset="0"/>
                <a:cs typeface="2  Titr" panose="00000700000000000000" pitchFamily="2" charset="-78"/>
              </a:rPr>
              <a:t>تعهدات و مسئولیت های پیمانکار: </a:t>
            </a:r>
            <a:endParaRPr lang="en-US" sz="6000" dirty="0"/>
          </a:p>
        </p:txBody>
      </p:sp>
      <p:sp>
        <p:nvSpPr>
          <p:cNvPr id="3" name="Content Placeholder 2">
            <a:extLst>
              <a:ext uri="{FF2B5EF4-FFF2-40B4-BE49-F238E27FC236}">
                <a16:creationId xmlns:a16="http://schemas.microsoft.com/office/drawing/2014/main" id="{50E9DE56-7AD8-AC73-62BF-93E4972496F2}"/>
              </a:ext>
            </a:extLst>
          </p:cNvPr>
          <p:cNvSpPr>
            <a:spLocks noGrp="1"/>
          </p:cNvSpPr>
          <p:nvPr>
            <p:ph idx="1"/>
          </p:nvPr>
        </p:nvSpPr>
        <p:spPr/>
        <p:txBody>
          <a:bodyPr/>
          <a:lstStyle/>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تعهدات پیمانکار در چارچوب پیمان ، شامل خدمات مهندسی ، تأمین تمام مصالح و تجهیزات و لوازم یدکی ، انجام تمام کارها و خدمات فنی مورد نیاز برای طراحی ، خرید ، راه اندازی، انجام آزمایش های عملکردی و تکمیل و تحویل کار موضوع پیمان ، براساس نقشه ها ، مشخصات و مدارک فنی است.</a:t>
            </a:r>
          </a:p>
        </p:txBody>
      </p:sp>
      <p:sp>
        <p:nvSpPr>
          <p:cNvPr id="4" name="Rectangle 3">
            <a:extLst>
              <a:ext uri="{FF2B5EF4-FFF2-40B4-BE49-F238E27FC236}">
                <a16:creationId xmlns:a16="http://schemas.microsoft.com/office/drawing/2014/main" id="{03BC7BF6-12F3-C736-F2FD-E54462B62422}"/>
              </a:ext>
            </a:extLst>
          </p:cNvPr>
          <p:cNvSpPr/>
          <p:nvPr/>
        </p:nvSpPr>
        <p:spPr>
          <a:xfrm>
            <a:off x="7502013" y="3598606"/>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انجام خدمات طراحی و واگذاری لیسانس </a:t>
            </a:r>
            <a:endParaRPr lang="en-US" sz="1400" dirty="0"/>
          </a:p>
        </p:txBody>
      </p:sp>
      <p:sp>
        <p:nvSpPr>
          <p:cNvPr id="5" name="Rectangle 4">
            <a:extLst>
              <a:ext uri="{FF2B5EF4-FFF2-40B4-BE49-F238E27FC236}">
                <a16:creationId xmlns:a16="http://schemas.microsoft.com/office/drawing/2014/main" id="{601D54AB-557F-3012-687F-8D067F1C950A}"/>
              </a:ext>
            </a:extLst>
          </p:cNvPr>
          <p:cNvSpPr/>
          <p:nvPr/>
        </p:nvSpPr>
        <p:spPr>
          <a:xfrm>
            <a:off x="7502013" y="4216400"/>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rtl="1">
              <a:lnSpc>
                <a:spcPct val="107000"/>
              </a:lnSpc>
              <a:spcBef>
                <a:spcPts val="0"/>
              </a:spcBef>
              <a:spcAft>
                <a:spcPts val="800"/>
              </a:spcAft>
            </a:pPr>
            <a:r>
              <a:rPr lang="fa-IR" sz="1600" kern="100" dirty="0">
                <a:effectLst/>
                <a:latin typeface="Calibri" panose="020F0502020204030204" pitchFamily="34" charset="0"/>
                <a:ea typeface="Calibri" panose="020F0502020204030204" pitchFamily="34" charset="0"/>
                <a:cs typeface="2  Titr" panose="00000700000000000000" pitchFamily="2" charset="-78"/>
              </a:rPr>
              <a:t>تامین نیروی کار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233F7D1-12DA-B95D-1398-5B977A8D177D}"/>
              </a:ext>
            </a:extLst>
          </p:cNvPr>
          <p:cNvSpPr/>
          <p:nvPr/>
        </p:nvSpPr>
        <p:spPr>
          <a:xfrm>
            <a:off x="7502013" y="4834194"/>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برنامه پیشرفت کار</a:t>
            </a:r>
            <a:endParaRPr lang="en-US" sz="1400" dirty="0"/>
          </a:p>
        </p:txBody>
      </p:sp>
      <p:sp>
        <p:nvSpPr>
          <p:cNvPr id="7" name="Rectangle 6">
            <a:extLst>
              <a:ext uri="{FF2B5EF4-FFF2-40B4-BE49-F238E27FC236}">
                <a16:creationId xmlns:a16="http://schemas.microsoft.com/office/drawing/2014/main" id="{D874DDA8-4E73-D4C4-8805-83FF778E7209}"/>
              </a:ext>
            </a:extLst>
          </p:cNvPr>
          <p:cNvSpPr/>
          <p:nvPr/>
        </p:nvSpPr>
        <p:spPr>
          <a:xfrm>
            <a:off x="7502013" y="5462913"/>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پرداخت مالیات، عوارض و سایر حقوق های دولتی</a:t>
            </a:r>
            <a:endParaRPr lang="en-US" sz="1400" dirty="0"/>
          </a:p>
        </p:txBody>
      </p:sp>
      <p:sp>
        <p:nvSpPr>
          <p:cNvPr id="9" name="Rectangle 8">
            <a:extLst>
              <a:ext uri="{FF2B5EF4-FFF2-40B4-BE49-F238E27FC236}">
                <a16:creationId xmlns:a16="http://schemas.microsoft.com/office/drawing/2014/main" id="{15451977-BF88-70E0-01D7-B9731B8D19FC}"/>
              </a:ext>
            </a:extLst>
          </p:cNvPr>
          <p:cNvSpPr/>
          <p:nvPr/>
        </p:nvSpPr>
        <p:spPr>
          <a:xfrm>
            <a:off x="1779639" y="5462912"/>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rtl="1">
              <a:lnSpc>
                <a:spcPct val="107000"/>
              </a:lnSpc>
              <a:spcBef>
                <a:spcPts val="0"/>
              </a:spcBef>
              <a:spcAft>
                <a:spcPts val="800"/>
              </a:spcAft>
            </a:pPr>
            <a:r>
              <a:rPr lang="fa-IR" sz="1400" kern="100" dirty="0">
                <a:effectLst/>
                <a:latin typeface="Calibri" panose="020F0502020204030204" pitchFamily="34" charset="0"/>
                <a:ea typeface="Calibri" panose="020F0502020204030204" pitchFamily="34" charset="0"/>
                <a:cs typeface="2  Titr" panose="00000700000000000000" pitchFamily="2" charset="-78"/>
              </a:rPr>
              <a:t>دریافت بیمه نامه </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2B45AF89-A627-F771-C57D-BF8168A970F8}"/>
              </a:ext>
            </a:extLst>
          </p:cNvPr>
          <p:cNvSpPr/>
          <p:nvPr/>
        </p:nvSpPr>
        <p:spPr>
          <a:xfrm>
            <a:off x="1779639" y="4834194"/>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فروشندگان و سایر طرف های پیمان با پیمانکار</a:t>
            </a:r>
            <a:endParaRPr lang="en-US" sz="1400" dirty="0"/>
          </a:p>
        </p:txBody>
      </p:sp>
      <p:sp>
        <p:nvSpPr>
          <p:cNvPr id="11" name="Rectangle 10">
            <a:extLst>
              <a:ext uri="{FF2B5EF4-FFF2-40B4-BE49-F238E27FC236}">
                <a16:creationId xmlns:a16="http://schemas.microsoft.com/office/drawing/2014/main" id="{EA301F82-A4A2-B063-FFE5-36E01EEE6ACD}"/>
              </a:ext>
            </a:extLst>
          </p:cNvPr>
          <p:cNvSpPr/>
          <p:nvPr/>
        </p:nvSpPr>
        <p:spPr>
          <a:xfrm>
            <a:off x="1779639" y="4216400"/>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dirty="0">
                <a:effectLst/>
                <a:latin typeface="Calibri" panose="020F0502020204030204" pitchFamily="34" charset="0"/>
                <a:ea typeface="Calibri" panose="020F0502020204030204" pitchFamily="34" charset="0"/>
                <a:cs typeface="2  Titr" panose="00000700000000000000" pitchFamily="2" charset="-78"/>
              </a:rPr>
              <a:t>تامین مصالح و تجهیزات و حمل و انبارداری آنها </a:t>
            </a:r>
            <a:endParaRPr lang="en-US" sz="1400" dirty="0"/>
          </a:p>
        </p:txBody>
      </p:sp>
      <p:sp>
        <p:nvSpPr>
          <p:cNvPr id="12" name="Rectangle 11">
            <a:extLst>
              <a:ext uri="{FF2B5EF4-FFF2-40B4-BE49-F238E27FC236}">
                <a16:creationId xmlns:a16="http://schemas.microsoft.com/office/drawing/2014/main" id="{2C2DFE69-9ED6-4BFF-1B73-A088D1B902FF}"/>
              </a:ext>
            </a:extLst>
          </p:cNvPr>
          <p:cNvSpPr/>
          <p:nvPr/>
        </p:nvSpPr>
        <p:spPr>
          <a:xfrm>
            <a:off x="1779639" y="3598606"/>
            <a:ext cx="3067664" cy="412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600" dirty="0">
                <a:effectLst/>
                <a:latin typeface="Calibri" panose="020F0502020204030204" pitchFamily="34" charset="0"/>
                <a:ea typeface="Calibri" panose="020F0502020204030204" pitchFamily="34" charset="0"/>
                <a:cs typeface="2  Titr" panose="00000700000000000000" pitchFamily="2" charset="-78"/>
              </a:rPr>
              <a:t>مدیریت و نظارت بر کار</a:t>
            </a:r>
            <a:endParaRPr lang="en-US" sz="1600" dirty="0"/>
          </a:p>
        </p:txBody>
      </p:sp>
    </p:spTree>
    <p:extLst>
      <p:ext uri="{BB962C8B-B14F-4D97-AF65-F5344CB8AC3E}">
        <p14:creationId xmlns:p14="http://schemas.microsoft.com/office/powerpoint/2010/main" val="4290218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0413F-D1A1-43CE-40B2-DBC248CDAA87}"/>
              </a:ext>
            </a:extLst>
          </p:cNvPr>
          <p:cNvSpPr>
            <a:spLocks noGrp="1"/>
          </p:cNvSpPr>
          <p:nvPr>
            <p:ph type="title"/>
          </p:nvPr>
        </p:nvSpPr>
        <p:spPr/>
        <p:txBody>
          <a:bodyPr/>
          <a:lstStyle/>
          <a:p>
            <a:r>
              <a:rPr lang="fa-IR" sz="1800" kern="100" dirty="0">
                <a:effectLst/>
                <a:latin typeface="Calibri" panose="020F0502020204030204" pitchFamily="34" charset="0"/>
                <a:ea typeface="Calibri" panose="020F0502020204030204" pitchFamily="34" charset="0"/>
                <a:cs typeface="2  Titr" panose="00000700000000000000" pitchFamily="2" charset="-78"/>
              </a:rPr>
              <a:t>مدارکی که در اختیار پیمانکاران قرار می گیرد:</a:t>
            </a:r>
            <a:endParaRPr lang="en-US" dirty="0"/>
          </a:p>
        </p:txBody>
      </p:sp>
      <p:sp>
        <p:nvSpPr>
          <p:cNvPr id="3" name="Content Placeholder 2">
            <a:extLst>
              <a:ext uri="{FF2B5EF4-FFF2-40B4-BE49-F238E27FC236}">
                <a16:creationId xmlns:a16="http://schemas.microsoft.com/office/drawing/2014/main" id="{3ED437DF-0B17-56BC-57F6-50A799CA54C8}"/>
              </a:ext>
            </a:extLst>
          </p:cNvPr>
          <p:cNvSpPr>
            <a:spLocks noGrp="1"/>
          </p:cNvSpPr>
          <p:nvPr>
            <p:ph idx="1"/>
          </p:nvPr>
        </p:nvSpPr>
        <p:spPr/>
        <p:txBody>
          <a:bodyPr/>
          <a:lstStyle/>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درخواست ارزیابی </a:t>
            </a: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درخواست پیشنهاد</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درخواست ارزیابی، خود شامل دو مرحلۀ فراخوان نخست و دعوت به ارزیابی توان اجرای کار است. پس از برگزاری مرحلۀ درخواست ارزیابی و تهیه فهرست کوتاه از پیمانکاران منتخب، از آنان برای ارایۀ پیشنهاد در مرحلۀ بعد، دعوت به عمل می آید. این پیشنهاد، حاوی ابعاد فنی، مدیریتی و قیمت خواهد بود.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اطلاعات و مدارک ارایه شده به پیشنهاد دهندگان، در درخواست پیشنهاد که همان اسناد مناقصه است، مجموعهای است که تمام اطلاعات و مدارک موجود طرح تا زمان برگزاری مناقصۀ طرح و ساخت، در آن گنجانده می شود. پیشنهاد دهندگان، بر مبنای اطلاعات موجود در درخواست پیشنهاد و نیز بررسیها و طراحیهای اولیه تکمیلی که توسط خودشان انجام می گیرد، پیشنهاد خود را برای طراحی و اجرای طرح، به کارفرما ارایه می کنند.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buNone/>
            </a:pPr>
            <a:endParaRPr lang="fa-IR" sz="1800" dirty="0">
              <a:effectLst/>
              <a:latin typeface="Calibri" panose="020F0502020204030204" pitchFamily="34" charset="0"/>
              <a:ea typeface="Calibri" panose="020F0502020204030204" pitchFamily="34" charset="0"/>
              <a:cs typeface="2  Titr" panose="00000700000000000000" pitchFamily="2" charset="-78"/>
            </a:endParaRPr>
          </a:p>
          <a:p>
            <a:pPr algn="r" rtl="1"/>
            <a:endParaRPr lang="en-US" dirty="0"/>
          </a:p>
        </p:txBody>
      </p:sp>
    </p:spTree>
    <p:extLst>
      <p:ext uri="{BB962C8B-B14F-4D97-AF65-F5344CB8AC3E}">
        <p14:creationId xmlns:p14="http://schemas.microsoft.com/office/powerpoint/2010/main" val="1468039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446F-F4F0-2A66-6DCC-2E72D74332C3}"/>
              </a:ext>
            </a:extLst>
          </p:cNvPr>
          <p:cNvSpPr>
            <a:spLocks noGrp="1"/>
          </p:cNvSpPr>
          <p:nvPr>
            <p:ph type="title"/>
          </p:nvPr>
        </p:nvSpPr>
        <p:spPr/>
        <p:txBody>
          <a:bodyPr>
            <a:normAutofit/>
          </a:bodyPr>
          <a:lstStyle/>
          <a:p>
            <a:r>
              <a:rPr lang="fa-IR" sz="4000" dirty="0">
                <a:latin typeface="Calibri" panose="020F0502020204030204" pitchFamily="34" charset="0"/>
                <a:ea typeface="Calibri" panose="020F0502020204030204" pitchFamily="34" charset="0"/>
                <a:cs typeface="2  Titr" panose="00000700000000000000" pitchFamily="2" charset="-78"/>
              </a:rPr>
              <a:t>دیگر تعاریف:</a:t>
            </a:r>
            <a:endParaRPr lang="en-US" sz="4000" dirty="0">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83E7990D-2CD2-7BE2-C182-1E64BFD79D3E}"/>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 لیسانس:  دانش فنی بخش هایی از کار است که منحصراً به نام « صاحب لیسانس » ثبت شده است.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صاحب لیسانس:  شخصی است حقیقی یا حقوقی که صاحب فنی انحصاری تمام یا بخشی از کار موضوع پیمان است و فناوری و دانش فنی تمام یا بخشی از کار را تامین می کند.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کار:  مجموعه خدمات طراحی ، مهندسی ، تامین و به کارگیری مصالح و تجهیزات و همکاری در نظارت بر نصب و راهاندازی است ، که طبق اسناد ومدارک پیمان باید تکمیل و تحویل شود</a:t>
            </a:r>
            <a:r>
              <a:rPr lang="en-US" sz="1800" dirty="0">
                <a:effectLst/>
                <a:latin typeface="Calibri" panose="020F0502020204030204" pitchFamily="34" charset="0"/>
                <a:ea typeface="Calibri" panose="020F0502020204030204" pitchFamily="34" charset="0"/>
                <a:cs typeface="2  Titr" panose="00000700000000000000" pitchFamily="2" charset="-78"/>
              </a:rPr>
              <a:t>.</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کارگاه:  اراضی یا سایر محوطه هایی است که طبق اسناد و مدارک پیمان ، به منظور احداث کار موضوع پیمان و یا انبار و راه های دسترسی مرتبط با آنها ، در نظر گرفته شده است.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190691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EC3FE-CE82-C945-8C57-87A33EDD30AE}"/>
              </a:ext>
            </a:extLst>
          </p:cNvPr>
          <p:cNvSpPr>
            <a:spLocks noGrp="1"/>
          </p:cNvSpPr>
          <p:nvPr>
            <p:ph type="title"/>
          </p:nvPr>
        </p:nvSpPr>
        <p:spPr/>
        <p:txBody>
          <a:bodyPr/>
          <a:lstStyle/>
          <a:p>
            <a:r>
              <a:rPr lang="fa-IR" sz="4400" dirty="0">
                <a:latin typeface="Calibri" panose="020F0502020204030204" pitchFamily="34" charset="0"/>
                <a:ea typeface="Calibri" panose="020F0502020204030204" pitchFamily="34" charset="0"/>
                <a:cs typeface="2  Titr" panose="00000700000000000000" pitchFamily="2" charset="-78"/>
              </a:rPr>
              <a:t>دیگر تعاریف:</a:t>
            </a:r>
            <a:endParaRPr lang="en-US" dirty="0"/>
          </a:p>
        </p:txBody>
      </p:sp>
      <p:sp>
        <p:nvSpPr>
          <p:cNvPr id="3" name="Content Placeholder 2">
            <a:extLst>
              <a:ext uri="{FF2B5EF4-FFF2-40B4-BE49-F238E27FC236}">
                <a16:creationId xmlns:a16="http://schemas.microsoft.com/office/drawing/2014/main" id="{5B67800F-4F59-1502-7579-5CA00673DD70}"/>
              </a:ext>
            </a:extLst>
          </p:cNvPr>
          <p:cNvSpPr>
            <a:spLocks noGrp="1"/>
          </p:cNvSpPr>
          <p:nvPr>
            <p:ph idx="1"/>
          </p:nvPr>
        </p:nvSpPr>
        <p:spPr/>
        <p:txBody>
          <a:bodyPr/>
          <a:lstStyle/>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پروژه: عبارت از مجموعه کامل قابل بهره برداری است که کار موضوع پیمان ، تمام یا قسمتی از آن است. </a:t>
            </a:r>
          </a:p>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مبلغ پیمان: عبارت از مبلغی که می تواند براساس ماده 56</a:t>
            </a:r>
            <a:r>
              <a:rPr lang="fa-IR" sz="1800" dirty="0">
                <a:effectLst/>
                <a:ea typeface="Calibri" panose="020F0502020204030204" pitchFamily="34" charset="0"/>
                <a:cs typeface="Calibri" panose="020F0502020204030204" pitchFamily="34" charset="0"/>
              </a:rPr>
              <a:t> </a:t>
            </a:r>
            <a:r>
              <a:rPr lang="fa-IR" sz="1800" dirty="0">
                <a:effectLst/>
                <a:latin typeface="Calibri" panose="020F0502020204030204" pitchFamily="34" charset="0"/>
                <a:ea typeface="Calibri" panose="020F0502020204030204" pitchFamily="34" charset="0"/>
                <a:cs typeface="2  Titr" panose="00000700000000000000" pitchFamily="2" charset="-78"/>
              </a:rPr>
              <a:t>تغییر یابد</a:t>
            </a:r>
            <a:r>
              <a:rPr lang="en-US" sz="1800" dirty="0">
                <a:effectLst/>
                <a:latin typeface="Calibri" panose="020F0502020204030204" pitchFamily="34" charset="0"/>
                <a:ea typeface="Calibri" panose="020F0502020204030204" pitchFamily="34" charset="0"/>
                <a:cs typeface="2  Titr" panose="00000700000000000000" pitchFamily="2" charset="-78"/>
              </a:rPr>
              <a:t> .</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مدت پیمان: عبارت است از مدت درج شده تغییرات بعدی آن طبق ماده 64 ، به منظور تکمیل کار و تحویل موقت براساس ماده 60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نافذ شدن پیمان: به معنای شروع تعهدات دو طرف است</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گواهی رفع نقص: عبارت از گواهی تایید رفع نواقص احتمالی موجود در کارها به هنگام تحویل موقت است.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اسناد فناوری مبنا: عبارت از مجموعه اسناد فنی ، استانداردها ، کد ها ، آیین نامه ها ، مشخصات فنی ، نقشه ها و سایر مدارک است که کار موضوع پیمان باید طبق آنها ، به وسیله پیمانکار انجام شود.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buNone/>
            </a:pPr>
            <a:endParaRPr lang="en-US" dirty="0"/>
          </a:p>
        </p:txBody>
      </p:sp>
    </p:spTree>
    <p:extLst>
      <p:ext uri="{BB962C8B-B14F-4D97-AF65-F5344CB8AC3E}">
        <p14:creationId xmlns:p14="http://schemas.microsoft.com/office/powerpoint/2010/main" val="1922183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F9BA-61A3-4D3C-99D5-18431E06AC5D}"/>
              </a:ext>
            </a:extLst>
          </p:cNvPr>
          <p:cNvSpPr>
            <a:spLocks noGrp="1"/>
          </p:cNvSpPr>
          <p:nvPr>
            <p:ph type="title"/>
          </p:nvPr>
        </p:nvSpPr>
        <p:spPr/>
        <p:txBody>
          <a:bodyPr/>
          <a:lstStyle/>
          <a:p>
            <a:r>
              <a:rPr lang="fa-IR" sz="1800" dirty="0">
                <a:effectLst/>
                <a:latin typeface="Calibri" panose="020F0502020204030204" pitchFamily="34" charset="0"/>
                <a:ea typeface="Calibri" panose="020F0502020204030204" pitchFamily="34" charset="0"/>
                <a:cs typeface="2  Titr" panose="00000700000000000000" pitchFamily="2" charset="-78"/>
              </a:rPr>
              <a:t> </a:t>
            </a:r>
            <a:r>
              <a:rPr lang="fa-IR" sz="4400" dirty="0">
                <a:latin typeface="Calibri" panose="020F0502020204030204" pitchFamily="34" charset="0"/>
                <a:ea typeface="Calibri" panose="020F0502020204030204" pitchFamily="34" charset="0"/>
                <a:cs typeface="2  Titr" panose="00000700000000000000" pitchFamily="2" charset="-78"/>
              </a:rPr>
              <a:t>دیگر تعاریف:</a:t>
            </a:r>
            <a:endParaRPr lang="en-US" dirty="0"/>
          </a:p>
        </p:txBody>
      </p:sp>
      <p:sp>
        <p:nvSpPr>
          <p:cNvPr id="3" name="Content Placeholder 2">
            <a:extLst>
              <a:ext uri="{FF2B5EF4-FFF2-40B4-BE49-F238E27FC236}">
                <a16:creationId xmlns:a16="http://schemas.microsoft.com/office/drawing/2014/main" id="{FA2A5263-C0C4-27C0-AEC8-B132F82E3696}"/>
              </a:ext>
            </a:extLst>
          </p:cNvPr>
          <p:cNvSpPr>
            <a:spLocks noGrp="1"/>
          </p:cNvSpPr>
          <p:nvPr>
            <p:ph idx="1"/>
          </p:nvPr>
        </p:nvSpPr>
        <p:spPr/>
        <p:txBody>
          <a:bodyPr/>
          <a:lstStyle/>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مدارک تسلیمی پیمانکار:  </a:t>
            </a:r>
            <a:r>
              <a:rPr lang="fa-IR" sz="1800" kern="100" dirty="0">
                <a:effectLst/>
                <a:latin typeface="Calibri" panose="020F0502020204030204" pitchFamily="34" charset="0"/>
                <a:ea typeface="Calibri" panose="020F0502020204030204" pitchFamily="34" charset="0"/>
                <a:cs typeface="2  Titr" panose="00000700000000000000" pitchFamily="2" charset="-78"/>
              </a:rPr>
              <a:t>عبارت از هرگونه نقشه ، مشخصات و مدارک تهیه شده به وسیله پیمانکار از قبیل گزارش های پیشرفت ،نقشه های کارگاهی ، برنامه ریزی های دورها و ... است که در طول مدت پیمان تسلیم کارفرما می شود.</a:t>
            </a:r>
          </a:p>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دستور تغییر کار: سندی است که افزایش ، کاهش و یا تغییر کار و تغییرات در مدت و مبلغ پیمان ناشی از آنها ، در آن درج شده است و به امضای کارفرما و پیمانکار می رسد.</a:t>
            </a:r>
          </a:p>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مصالح و تجهیزات: عبارت است از مواد ، اجناس ، کالا ، دستگاه ها ، ادوات ، اقلام و به طورکلی ، هر آن چیزی که در کار مصرف شده و باقی می ماند.</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ماشین آلات ساختمانی: عبارت از تمام دستگاه ها و ماشین آلات است که برای اجرا و تکمیل عملیات ساختمان و</a:t>
            </a:r>
            <a:r>
              <a:rPr lang="fa-IR" sz="1800" kern="100" dirty="0">
                <a:effectLst/>
                <a:latin typeface="Calibri" panose="020F0502020204030204" pitchFamily="34" charset="0"/>
                <a:ea typeface="Calibri" panose="020F0502020204030204" pitchFamily="34" charset="0"/>
                <a:cs typeface="Arial" panose="020B0604020202020204" pitchFamily="34" charset="0"/>
              </a:rPr>
              <a:t> </a:t>
            </a:r>
            <a:r>
              <a:rPr lang="fa-IR" sz="1800" kern="100" dirty="0">
                <a:effectLst/>
                <a:latin typeface="Calibri" panose="020F0502020204030204" pitchFamily="34" charset="0"/>
                <a:ea typeface="Calibri" panose="020F0502020204030204" pitchFamily="34" charset="0"/>
                <a:cs typeface="2  Titr" panose="00000700000000000000" pitchFamily="2" charset="-78"/>
              </a:rPr>
              <a:t>نصب لازم است ، اما شامل دستگاه هایی که در کار باقی می مانند نمی شود.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buNone/>
            </a:pPr>
            <a:endParaRPr lang="en-US" dirty="0"/>
          </a:p>
        </p:txBody>
      </p:sp>
    </p:spTree>
    <p:extLst>
      <p:ext uri="{BB962C8B-B14F-4D97-AF65-F5344CB8AC3E}">
        <p14:creationId xmlns:p14="http://schemas.microsoft.com/office/powerpoint/2010/main" val="2907320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1574F-9F08-2800-0F53-A0E974C272A0}"/>
              </a:ext>
            </a:extLst>
          </p:cNvPr>
          <p:cNvSpPr>
            <a:spLocks noGrp="1"/>
          </p:cNvSpPr>
          <p:nvPr>
            <p:ph type="title"/>
          </p:nvPr>
        </p:nvSpPr>
        <p:spPr/>
        <p:txBody>
          <a:bodyPr/>
          <a:lstStyle/>
          <a:p>
            <a:r>
              <a:rPr lang="fa-IR" sz="4400" dirty="0">
                <a:latin typeface="Calibri" panose="020F0502020204030204" pitchFamily="34" charset="0"/>
                <a:ea typeface="Calibri" panose="020F0502020204030204" pitchFamily="34" charset="0"/>
                <a:cs typeface="2  Titr" panose="00000700000000000000" pitchFamily="2" charset="-78"/>
              </a:rPr>
              <a:t>دیگر تعاریف:</a:t>
            </a:r>
            <a:endParaRPr lang="en-US" dirty="0"/>
          </a:p>
        </p:txBody>
      </p:sp>
      <p:sp>
        <p:nvSpPr>
          <p:cNvPr id="3" name="Content Placeholder 2">
            <a:extLst>
              <a:ext uri="{FF2B5EF4-FFF2-40B4-BE49-F238E27FC236}">
                <a16:creationId xmlns:a16="http://schemas.microsoft.com/office/drawing/2014/main" id="{41040DD4-7552-4B94-BC5C-DF874AEAE54E}"/>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عملیات ساختمان و نصب: عبارت از عملیات اجرایی اعم از سیویل و سازه ، مکانیک ، لوله کشی ، برق ، ابزار دقیق ، رنگ ، عایق و سایر کارهای تکمیلی مرتبط با آنها است ، که در محل</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r>
              <a:rPr lang="fa-IR" sz="1800" kern="100" dirty="0">
                <a:effectLst/>
                <a:latin typeface="Calibri" panose="020F0502020204030204" pitchFamily="34" charset="0"/>
                <a:ea typeface="Calibri" panose="020F0502020204030204" pitchFamily="34" charset="0"/>
                <a:cs typeface="2  Titr" panose="00000700000000000000" pitchFamily="2" charset="-78"/>
              </a:rPr>
              <a:t>«</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r>
              <a:rPr lang="fa-IR" sz="1800" kern="100" dirty="0">
                <a:effectLst/>
                <a:latin typeface="Calibri" panose="020F0502020204030204" pitchFamily="34" charset="0"/>
                <a:ea typeface="Calibri" panose="020F0502020204030204" pitchFamily="34" charset="0"/>
                <a:cs typeface="2  Titr" panose="00000700000000000000" pitchFamily="2" charset="-78"/>
              </a:rPr>
              <a:t>کارگاه » به منظور احداث کار موضوع پیمان ، تا مرحله پیش راهاندازی ، با استفاده از « مصالح و تجهیزات » . به اجرا در می آید. </a:t>
            </a: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پیش راه اندازی: به تمام عملیات پس از تکمیل ساختمان و نصب ، از قبیل انجام آزمایش ها ، بازرسی ها و هر نوع کارهای تکمیلی دیگر گفته می شود ، به نحوی که کار موضوع پیمان را آماده راه اندازی سازد.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راه اندازی: به معنای انجام کارهای لازم برای قراردادن موضوع پیمان در شرایط عملیاتی پس از تکمیل مکانیکی است</a:t>
            </a:r>
            <a:r>
              <a:rPr lang="en-US" sz="1800" kern="100" dirty="0">
                <a:effectLst/>
                <a:latin typeface="Calibri" panose="020F0502020204030204" pitchFamily="34" charset="0"/>
                <a:ea typeface="Calibri" panose="020F0502020204030204" pitchFamily="34" charset="0"/>
                <a:cs typeface="2  Titr" panose="00000700000000000000" pitchFamily="2" charset="-78"/>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آزمایش عملکردی: مجموعه آزمایش ها و رسیدگی هایی است که به منظور حصول اطمینان از دستیابی به شرایط تضمین شده عملکردی و میزان مصارف پس از مرحله راه اندازی صورت می گیرد.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buNone/>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2018992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33F0879-3DA0-4CB8-B35E-A0AD42558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24D2183-F388-476E-92A9-D6639D69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90"/>
            <a:ext cx="3823215"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43462E7-1698-4B21-BE89-AEFAC7C2F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2"/>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F6DA033F-E7D5-EF48-B6FC-1C0D10D1FBA2}"/>
              </a:ext>
            </a:extLst>
          </p:cNvPr>
          <p:cNvSpPr>
            <a:spLocks noGrp="1"/>
          </p:cNvSpPr>
          <p:nvPr>
            <p:ph type="title"/>
          </p:nvPr>
        </p:nvSpPr>
        <p:spPr>
          <a:xfrm>
            <a:off x="929140" y="972766"/>
            <a:ext cx="2835464" cy="1254868"/>
          </a:xfrm>
        </p:spPr>
        <p:txBody>
          <a:bodyPr anchor="b">
            <a:normAutofit/>
          </a:bodyPr>
          <a:lstStyle/>
          <a:p>
            <a:r>
              <a:rPr lang="fa-IR" sz="2800">
                <a:solidFill>
                  <a:srgbClr val="262626"/>
                </a:solidFill>
                <a:latin typeface="Calibri" panose="020F0502020204030204" pitchFamily="34" charset="0"/>
                <a:ea typeface="Calibri" panose="020F0502020204030204" pitchFamily="34" charset="0"/>
                <a:cs typeface="2  Titr" panose="00000700000000000000" pitchFamily="2" charset="-78"/>
              </a:rPr>
              <a:t>پیمان:</a:t>
            </a:r>
            <a:endParaRPr lang="en-US" sz="2800" dirty="0">
              <a:solidFill>
                <a:srgbClr val="262626"/>
              </a:solidFill>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29B4A49D-C616-FAE9-88A6-2571048A07E7}"/>
              </a:ext>
            </a:extLst>
          </p:cNvPr>
          <p:cNvSpPr>
            <a:spLocks noGrp="1"/>
          </p:cNvSpPr>
          <p:nvPr>
            <p:ph idx="1"/>
          </p:nvPr>
        </p:nvSpPr>
        <p:spPr>
          <a:xfrm>
            <a:off x="929140" y="2333195"/>
            <a:ext cx="2835464" cy="3552039"/>
          </a:xfrm>
        </p:spPr>
        <p:txBody>
          <a:bodyPr>
            <a:normAutofit/>
          </a:bodyPr>
          <a:lstStyle/>
          <a:p>
            <a:pPr algn="just" rtl="1">
              <a:lnSpc>
                <a:spcPct val="90000"/>
              </a:lnSpc>
            </a:pPr>
            <a:r>
              <a:rPr lang="fa-IR"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هدف اسناد پیمان: </a:t>
            </a:r>
            <a:r>
              <a:rPr lang="ar-IQ"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هدف اسناد پیمان</a:t>
            </a:r>
            <a:r>
              <a:rPr lang="fa-IR"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a:t>
            </a:r>
            <a:r>
              <a:rPr lang="ar-IQ"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 توصیف کار تکمیل شده موضوع پیمان است که باید طبق اسناد پیمان طراحی و اجرا شود</a:t>
            </a:r>
            <a:r>
              <a:rPr lang="fa-IR"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 </a:t>
            </a:r>
            <a:r>
              <a:rPr lang="ar-IQ"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انجام هر کار و تامین هر نوع مصالح و تجهیزات ، که با استنباط از اسناد پیمان و یا طبق عرف فنی و تجاری برای انجام موضوع پیمان لازم باشد ،به عهده پیمانکار است</a:t>
            </a:r>
            <a:r>
              <a:rPr lang="fa-IR"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a:t>
            </a:r>
          </a:p>
          <a:p>
            <a:pPr algn="just" rtl="1">
              <a:lnSpc>
                <a:spcPct val="90000"/>
              </a:lnSpc>
            </a:pPr>
            <a:r>
              <a:rPr lang="fa-IR"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اولویت اسناد: </a:t>
            </a:r>
            <a:r>
              <a:rPr lang="ar-IQ"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هرگاه بین مفاد و مضمون اسناد پیمان ، تناقض ، اختلاف و یا اشتباهی بروز کند،</a:t>
            </a:r>
            <a:r>
              <a:rPr lang="fa-IR"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 </a:t>
            </a:r>
            <a:r>
              <a:rPr lang="ar-IQ" sz="1400" kern="100" dirty="0">
                <a:solidFill>
                  <a:srgbClr val="262626"/>
                </a:solidFill>
                <a:latin typeface="Calibri" panose="020F0502020204030204" pitchFamily="34" charset="0"/>
                <a:ea typeface="Calibri" panose="020F0502020204030204" pitchFamily="34" charset="0"/>
                <a:cs typeface="2  Titr" panose="00000700000000000000" pitchFamily="2" charset="-78"/>
              </a:rPr>
              <a:t>با استنتاج منطقی از مفاد اسناد مرتبط با موضوع ، تناقض ، اختلاف و اشتباه برطرف خواهد شد . اما در هر صورت ، موافقتنامه و شرایط عمومی نسبت به سایر اسناد پیمان اولویت دارند .  </a:t>
            </a:r>
            <a:endParaRPr lang="en-US" sz="1400" kern="100" dirty="0">
              <a:solidFill>
                <a:srgbClr val="262626"/>
              </a:solidFill>
              <a:latin typeface="Calibri" panose="020F0502020204030204" pitchFamily="34" charset="0"/>
              <a:ea typeface="Calibri" panose="020F0502020204030204" pitchFamily="34" charset="0"/>
              <a:cs typeface="2  Titr" panose="00000700000000000000" pitchFamily="2" charset="-78"/>
            </a:endParaRPr>
          </a:p>
        </p:txBody>
      </p:sp>
      <p:sp useBgFill="1">
        <p:nvSpPr>
          <p:cNvPr id="16" name="Rectangle 15">
            <a:extLst>
              <a:ext uri="{FF2B5EF4-FFF2-40B4-BE49-F238E27FC236}">
                <a16:creationId xmlns:a16="http://schemas.microsoft.com/office/drawing/2014/main" id="{6C22FCAC-D7EC-4A52-B153-FF761E223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491" y="0"/>
            <a:ext cx="7396509"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screenshot of a computer screen&#10;&#10;Description automatically generated">
            <a:extLst>
              <a:ext uri="{FF2B5EF4-FFF2-40B4-BE49-F238E27FC236}">
                <a16:creationId xmlns:a16="http://schemas.microsoft.com/office/drawing/2014/main" id="{94598C48-8660-E38D-9F9E-62A3A29F88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5910" y="1453254"/>
            <a:ext cx="6098041" cy="3900445"/>
          </a:xfrm>
          <a:prstGeom prst="rect">
            <a:avLst/>
          </a:prstGeom>
        </p:spPr>
      </p:pic>
    </p:spTree>
    <p:extLst>
      <p:ext uri="{BB962C8B-B14F-4D97-AF65-F5344CB8AC3E}">
        <p14:creationId xmlns:p14="http://schemas.microsoft.com/office/powerpoint/2010/main" val="1004926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88"/>
            <a:ext cx="3823215"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7BEC95C-2FB9-7E1D-14D6-F8316F603611}"/>
              </a:ext>
            </a:extLst>
          </p:cNvPr>
          <p:cNvSpPr>
            <a:spLocks noGrp="1"/>
          </p:cNvSpPr>
          <p:nvPr>
            <p:ph type="title"/>
          </p:nvPr>
        </p:nvSpPr>
        <p:spPr>
          <a:xfrm>
            <a:off x="1055599" y="1055077"/>
            <a:ext cx="2532909" cy="4794578"/>
          </a:xfrm>
        </p:spPr>
        <p:txBody>
          <a:bodyPr>
            <a:normAutofit/>
          </a:bodyPr>
          <a:lstStyle/>
          <a:p>
            <a:r>
              <a:rPr lang="fa-IR" dirty="0">
                <a:latin typeface="Calibri" panose="020F0502020204030204" pitchFamily="34" charset="0"/>
                <a:ea typeface="Calibri" panose="020F0502020204030204" pitchFamily="34" charset="0"/>
                <a:cs typeface="2  Titr" panose="00000700000000000000" pitchFamily="2" charset="-78"/>
              </a:rPr>
              <a:t>اقدامات اولیه پس از عقد قرارداد:</a:t>
            </a:r>
            <a:endParaRPr lang="en-US" dirty="0">
              <a:latin typeface="Calibri" panose="020F0502020204030204" pitchFamily="34" charset="0"/>
              <a:ea typeface="Calibri" panose="020F0502020204030204" pitchFamily="34" charset="0"/>
              <a:cs typeface="2  Titr" panose="00000700000000000000" pitchFamily="2" charset="-78"/>
            </a:endParaRPr>
          </a:p>
        </p:txBody>
      </p:sp>
      <p:sp useBgFill="1">
        <p:nvSpPr>
          <p:cNvPr id="15" name="Rectangle 14">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053" y="-2"/>
            <a:ext cx="753994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93B8C79F-51CE-FEEE-ED1B-5EC84684BA73}"/>
              </a:ext>
            </a:extLst>
          </p:cNvPr>
          <p:cNvGraphicFramePr>
            <a:graphicFrameLocks noGrp="1"/>
          </p:cNvGraphicFramePr>
          <p:nvPr>
            <p:ph idx="1"/>
            <p:extLst>
              <p:ext uri="{D42A27DB-BD31-4B8C-83A1-F6EECF244321}">
                <p14:modId xmlns:p14="http://schemas.microsoft.com/office/powerpoint/2010/main" val="1677643632"/>
              </p:ext>
            </p:extLst>
          </p:nvPr>
        </p:nvGraphicFramePr>
        <p:xfrm>
          <a:off x="5470072" y="804670"/>
          <a:ext cx="5914209"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7881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1C73-23D7-B83F-3DC6-664ED25EC703}"/>
              </a:ext>
            </a:extLst>
          </p:cNvPr>
          <p:cNvSpPr>
            <a:spLocks noGrp="1"/>
          </p:cNvSpPr>
          <p:nvPr>
            <p:ph type="title"/>
          </p:nvPr>
        </p:nvSpPr>
        <p:spPr/>
        <p:txBody>
          <a:bodyPr/>
          <a:lstStyle/>
          <a:p>
            <a:r>
              <a:rPr lang="fa-IR" dirty="0">
                <a:latin typeface="Calibri" panose="020F0502020204030204" pitchFamily="34" charset="0"/>
                <a:ea typeface="Calibri" panose="020F0502020204030204" pitchFamily="34" charset="0"/>
                <a:cs typeface="2  Titr" panose="00000700000000000000" pitchFamily="2" charset="-78"/>
              </a:rPr>
              <a:t>انواع ضمانتنامه:</a:t>
            </a:r>
            <a:endParaRPr lang="en-US" dirty="0">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9952D828-8B05-C726-F018-651A2F7AA77E}"/>
              </a:ext>
            </a:extLst>
          </p:cNvPr>
          <p:cNvSpPr>
            <a:spLocks noGrp="1"/>
          </p:cNvSpPr>
          <p:nvPr>
            <p:ph idx="1"/>
          </p:nvPr>
        </p:nvSpPr>
        <p:spPr/>
        <p:txBody>
          <a:bodyPr/>
          <a:lstStyle/>
          <a:p>
            <a:pPr algn="r" rtl="1"/>
            <a:r>
              <a:rPr lang="ar-IQ" sz="1700" kern="100" dirty="0">
                <a:latin typeface="Calibri" panose="020F0502020204030204" pitchFamily="34" charset="0"/>
                <a:ea typeface="Calibri" panose="020F0502020204030204" pitchFamily="34" charset="0"/>
                <a:cs typeface="2  Titr" panose="00000700000000000000" pitchFamily="2" charset="-78"/>
              </a:rPr>
              <a:t>ضمانتنامه پیش</a:t>
            </a:r>
            <a:r>
              <a:rPr lang="fa-IR" sz="1700" kern="100" dirty="0">
                <a:latin typeface="Calibri" panose="020F0502020204030204" pitchFamily="34" charset="0"/>
                <a:ea typeface="Calibri" panose="020F0502020204030204" pitchFamily="34" charset="0"/>
                <a:cs typeface="2  Titr" panose="00000700000000000000" pitchFamily="2" charset="-78"/>
              </a:rPr>
              <a:t> </a:t>
            </a:r>
            <a:r>
              <a:rPr lang="ar-IQ" sz="1700" kern="100" dirty="0">
                <a:latin typeface="Calibri" panose="020F0502020204030204" pitchFamily="34" charset="0"/>
                <a:ea typeface="Calibri" panose="020F0502020204030204" pitchFamily="34" charset="0"/>
                <a:cs typeface="2  Titr" panose="00000700000000000000" pitchFamily="2" charset="-78"/>
              </a:rPr>
              <a:t>پرداخت</a:t>
            </a:r>
            <a:endParaRPr lang="fa-IR" sz="1700" kern="100" dirty="0">
              <a:latin typeface="Calibri" panose="020F0502020204030204" pitchFamily="34" charset="0"/>
              <a:ea typeface="Calibri" panose="020F0502020204030204" pitchFamily="34" charset="0"/>
              <a:cs typeface="2  Titr" panose="00000700000000000000" pitchFamily="2" charset="-78"/>
            </a:endParaRPr>
          </a:p>
          <a:p>
            <a:pPr algn="just" rtl="1"/>
            <a:r>
              <a:rPr lang="ar-IQ" sz="1700" kern="100" dirty="0">
                <a:latin typeface="Calibri" panose="020F0502020204030204" pitchFamily="34" charset="0"/>
                <a:ea typeface="Calibri" panose="020F0502020204030204" pitchFamily="34" charset="0"/>
                <a:cs typeface="2  Titr" panose="00000700000000000000" pitchFamily="2" charset="-78"/>
              </a:rPr>
              <a:t>ضمانتنامه استرداد کسور حسن انجام کار</a:t>
            </a:r>
            <a:r>
              <a:rPr lang="fa-IR" sz="1700" kern="100" dirty="0">
                <a:latin typeface="Calibri" panose="020F0502020204030204" pitchFamily="34" charset="0"/>
                <a:ea typeface="Calibri" panose="020F0502020204030204" pitchFamily="34" charset="0"/>
                <a:cs typeface="2  Titr" panose="00000700000000000000" pitchFamily="2" charset="-78"/>
              </a:rPr>
              <a:t>: </a:t>
            </a:r>
            <a:r>
              <a:rPr lang="ar-IQ" sz="1700" kern="100" dirty="0">
                <a:latin typeface="Calibri" panose="020F0502020204030204" pitchFamily="34" charset="0"/>
                <a:ea typeface="Calibri" panose="020F0502020204030204" pitchFamily="34" charset="0"/>
                <a:cs typeface="2  Titr" panose="00000700000000000000" pitchFamily="2" charset="-78"/>
              </a:rPr>
              <a:t>پیمانکار می تواند در طول مدت اجرای پیمان ، تمام یا بخشی از مبالغ نگهداری شده به عنوان «کسور حسن انجام کار</a:t>
            </a:r>
            <a:r>
              <a:rPr lang="fa-IR" sz="1700" kern="100" dirty="0">
                <a:latin typeface="Calibri" panose="020F0502020204030204" pitchFamily="34" charset="0"/>
                <a:ea typeface="Calibri" panose="020F0502020204030204" pitchFamily="34" charset="0"/>
                <a:cs typeface="2  Titr" panose="00000700000000000000" pitchFamily="2" charset="-78"/>
              </a:rPr>
              <a:t>» </a:t>
            </a:r>
            <a:r>
              <a:rPr lang="ar-IQ" sz="1700" kern="100" dirty="0">
                <a:latin typeface="Calibri" panose="020F0502020204030204" pitchFamily="34" charset="0"/>
                <a:ea typeface="Calibri" panose="020F0502020204030204" pitchFamily="34" charset="0"/>
                <a:cs typeface="2  Titr" panose="00000700000000000000" pitchFamily="2" charset="-78"/>
              </a:rPr>
              <a:t>را ،در مقابل تسلیم ضمانتنامه بانکی یا بیمه</a:t>
            </a:r>
            <a:r>
              <a:rPr lang="fa-IR" sz="1700" kern="100" dirty="0">
                <a:latin typeface="Calibri" panose="020F0502020204030204" pitchFamily="34" charset="0"/>
                <a:ea typeface="Calibri" panose="020F0502020204030204" pitchFamily="34" charset="0"/>
                <a:cs typeface="2  Titr" panose="00000700000000000000" pitchFamily="2" charset="-78"/>
              </a:rPr>
              <a:t> ه</a:t>
            </a:r>
            <a:r>
              <a:rPr lang="ar-IQ" sz="1700" kern="100" dirty="0">
                <a:latin typeface="Calibri" panose="020F0502020204030204" pitchFamily="34" charset="0"/>
                <a:ea typeface="Calibri" panose="020F0502020204030204" pitchFamily="34" charset="0"/>
                <a:cs typeface="2  Titr" panose="00000700000000000000" pitchFamily="2" charset="-78"/>
              </a:rPr>
              <a:t>ای مورد تایید کارفرما معادل همان مبلغ، از کارفرما دریافت کند .</a:t>
            </a:r>
            <a:endParaRPr lang="fa-IR" sz="1700" kern="100" dirty="0">
              <a:latin typeface="Calibri" panose="020F0502020204030204" pitchFamily="34" charset="0"/>
              <a:ea typeface="Calibri" panose="020F0502020204030204" pitchFamily="34" charset="0"/>
              <a:cs typeface="2  Titr" panose="00000700000000000000" pitchFamily="2" charset="-78"/>
            </a:endParaRPr>
          </a:p>
          <a:p>
            <a:pPr algn="just" rtl="1"/>
            <a:r>
              <a:rPr lang="ar-IQ" sz="1700" kern="100" dirty="0">
                <a:latin typeface="Calibri" panose="020F0502020204030204" pitchFamily="34" charset="0"/>
                <a:ea typeface="Calibri" panose="020F0502020204030204" pitchFamily="34" charset="0"/>
                <a:cs typeface="2  Titr" panose="00000700000000000000" pitchFamily="2" charset="-78"/>
              </a:rPr>
              <a:t>ضمانتنامه انجام تعهدات</a:t>
            </a:r>
            <a:r>
              <a:rPr lang="fa-IR" sz="1700" kern="100" dirty="0">
                <a:latin typeface="Calibri" panose="020F0502020204030204" pitchFamily="34" charset="0"/>
                <a:ea typeface="Calibri" panose="020F0502020204030204" pitchFamily="34" charset="0"/>
                <a:cs typeface="2  Titr" panose="00000700000000000000" pitchFamily="2" charset="-78"/>
              </a:rPr>
              <a:t>: </a:t>
            </a:r>
            <a:r>
              <a:rPr lang="ar-IQ" sz="1700" kern="100" dirty="0">
                <a:latin typeface="Calibri" panose="020F0502020204030204" pitchFamily="34" charset="0"/>
                <a:ea typeface="Calibri" panose="020F0502020204030204" pitchFamily="34" charset="0"/>
                <a:cs typeface="2  Titr" panose="00000700000000000000" pitchFamily="2" charset="-78"/>
              </a:rPr>
              <a:t>پس از امضای پیمان ، به منظور تضمین انجام تعهدات پیمانکار ، درج شده در اسناد پیمان ، پیمانکار ضمانتنامهای به مبلغ تعیین شده در شرایط خصوصی ، که در هر حال نباید کمتر از پنج درصد مبلغ پیمان باشد</a:t>
            </a:r>
            <a:r>
              <a:rPr lang="fa-IR" sz="1700" kern="100" dirty="0">
                <a:latin typeface="Calibri" panose="020F0502020204030204" pitchFamily="34" charset="0"/>
                <a:ea typeface="Calibri" panose="020F0502020204030204" pitchFamily="34" charset="0"/>
                <a:cs typeface="2  Titr" panose="00000700000000000000" pitchFamily="2" charset="-78"/>
              </a:rPr>
              <a:t>، ا</a:t>
            </a:r>
            <a:r>
              <a:rPr lang="ar-IQ" sz="1700" kern="100" dirty="0">
                <a:latin typeface="Calibri" panose="020F0502020204030204" pitchFamily="34" charset="0"/>
                <a:ea typeface="Calibri" panose="020F0502020204030204" pitchFamily="34" charset="0"/>
                <a:cs typeface="2  Titr" panose="00000700000000000000" pitchFamily="2" charset="-78"/>
              </a:rPr>
              <a:t>ز بانکها یا موسسات بیمه مورد تایید کارفرما تهیه و تسلیم کارفرما میکند . این ضمانتنامه ، باید تا یکسال پس از تحویل موقت یا زمان پیشبینی شده در شرایط خصوصی ، معتبر باشد</a:t>
            </a:r>
            <a:r>
              <a:rPr lang="fa-IR" sz="1700" kern="100" dirty="0">
                <a:latin typeface="Calibri" panose="020F0502020204030204" pitchFamily="34" charset="0"/>
                <a:ea typeface="Calibri" panose="020F0502020204030204" pitchFamily="34" charset="0"/>
                <a:cs typeface="2  Titr" panose="00000700000000000000" pitchFamily="2" charset="-78"/>
              </a:rPr>
              <a:t>.</a:t>
            </a:r>
            <a:r>
              <a:rPr lang="ar-IQ" sz="1700" kern="100" dirty="0">
                <a:latin typeface="Calibri" panose="020F0502020204030204" pitchFamily="34" charset="0"/>
                <a:ea typeface="Calibri" panose="020F0502020204030204" pitchFamily="34" charset="0"/>
                <a:cs typeface="2  Titr" panose="00000700000000000000" pitchFamily="2" charset="-78"/>
              </a:rPr>
              <a:t> </a:t>
            </a:r>
            <a:endParaRPr lang="fa-IR" sz="1700" kern="100" dirty="0">
              <a:latin typeface="Calibri" panose="020F0502020204030204" pitchFamily="34" charset="0"/>
              <a:ea typeface="Calibri" panose="020F0502020204030204" pitchFamily="34" charset="0"/>
              <a:cs typeface="2  Titr" panose="00000700000000000000" pitchFamily="2" charset="-78"/>
            </a:endParaRPr>
          </a:p>
          <a:p>
            <a:pPr algn="r" rtl="1"/>
            <a:endParaRPr lang="en-US" sz="1700" kern="100" dirty="0">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744366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B866-3EC0-736B-FBD0-F7D039BCDACB}"/>
              </a:ext>
            </a:extLst>
          </p:cNvPr>
          <p:cNvSpPr>
            <a:spLocks noGrp="1"/>
          </p:cNvSpPr>
          <p:nvPr>
            <p:ph type="title"/>
          </p:nvPr>
        </p:nvSpPr>
        <p:spPr/>
        <p:txBody>
          <a:bodyPr/>
          <a:lstStyle/>
          <a:p>
            <a:r>
              <a:rPr lang="fa-IR" dirty="0">
                <a:latin typeface="Calibri" panose="020F0502020204030204" pitchFamily="34" charset="0"/>
                <a:ea typeface="Calibri" panose="020F0502020204030204" pitchFamily="34" charset="0"/>
                <a:cs typeface="2  Titr" panose="00000700000000000000" pitchFamily="2" charset="-78"/>
              </a:rPr>
              <a:t>دیگر ضمانت نامه ها</a:t>
            </a:r>
            <a:endParaRPr lang="en-US" dirty="0">
              <a:latin typeface="Calibri" panose="020F0502020204030204" pitchFamily="34" charset="0"/>
              <a:ea typeface="Calibri" panose="020F0502020204030204" pitchFamily="34" charset="0"/>
              <a:cs typeface="2  Titr" panose="00000700000000000000" pitchFamily="2" charset="-78"/>
            </a:endParaRPr>
          </a:p>
        </p:txBody>
      </p:sp>
      <p:pic>
        <p:nvPicPr>
          <p:cNvPr id="9" name="Content Placeholder 8" descr="A diagram of different colored circles&#10;&#10;Description automatically generated">
            <a:extLst>
              <a:ext uri="{FF2B5EF4-FFF2-40B4-BE49-F238E27FC236}">
                <a16:creationId xmlns:a16="http://schemas.microsoft.com/office/drawing/2014/main" id="{186B4384-FE95-FDC7-2CA5-895CD4812A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13588" y="2056019"/>
            <a:ext cx="6164824" cy="4109883"/>
          </a:xfrm>
        </p:spPr>
      </p:pic>
    </p:spTree>
    <p:extLst>
      <p:ext uri="{BB962C8B-B14F-4D97-AF65-F5344CB8AC3E}">
        <p14:creationId xmlns:p14="http://schemas.microsoft.com/office/powerpoint/2010/main" val="3162719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2AC0F86-9A78-4E84-A4B4-ADB8B2629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7" name="Group 26">
            <a:extLst>
              <a:ext uri="{FF2B5EF4-FFF2-40B4-BE49-F238E27FC236}">
                <a16:creationId xmlns:a16="http://schemas.microsoft.com/office/drawing/2014/main" id="{4AF78B9E-8BE2-4706-9377-A05FA25AB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28" name="Picture 27">
              <a:extLst>
                <a:ext uri="{FF2B5EF4-FFF2-40B4-BE49-F238E27FC236}">
                  <a16:creationId xmlns:a16="http://schemas.microsoft.com/office/drawing/2014/main" id="{32CDFDE2-4DB3-4623-BA21-187D1B710F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9" name="Rectangle 28">
              <a:extLst>
                <a:ext uri="{FF2B5EF4-FFF2-40B4-BE49-F238E27FC236}">
                  <a16:creationId xmlns:a16="http://schemas.microsoft.com/office/drawing/2014/main" id="{ED74B2AA-1443-4E9B-8462-F7F5B852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30" name="Picture 29">
              <a:extLst>
                <a:ext uri="{FF2B5EF4-FFF2-40B4-BE49-F238E27FC236}">
                  <a16:creationId xmlns:a16="http://schemas.microsoft.com/office/drawing/2014/main" id="{9BB652B6-7300-49EC-9422-EF5342492AF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1" name="Picture 30">
              <a:extLst>
                <a:ext uri="{FF2B5EF4-FFF2-40B4-BE49-F238E27FC236}">
                  <a16:creationId xmlns:a16="http://schemas.microsoft.com/office/drawing/2014/main" id="{D0909587-01DE-424D-A15F-DAA28CF2CD3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D99C8244-317B-B6FF-6682-B21445C0D955}"/>
              </a:ext>
            </a:extLst>
          </p:cNvPr>
          <p:cNvSpPr>
            <a:spLocks noGrp="1"/>
          </p:cNvSpPr>
          <p:nvPr>
            <p:ph type="title"/>
          </p:nvPr>
        </p:nvSpPr>
        <p:spPr>
          <a:xfrm>
            <a:off x="7535825" y="982132"/>
            <a:ext cx="3360772" cy="1303867"/>
          </a:xfrm>
        </p:spPr>
        <p:txBody>
          <a:bodyPr>
            <a:normAutofit/>
          </a:bodyPr>
          <a:lstStyle/>
          <a:p>
            <a:r>
              <a:rPr lang="fa-IR" dirty="0">
                <a:latin typeface="Calibri" panose="020F0502020204030204" pitchFamily="34" charset="0"/>
                <a:ea typeface="Calibri" panose="020F0502020204030204" pitchFamily="34" charset="0"/>
                <a:cs typeface="2  Titr" panose="00000700000000000000" pitchFamily="2" charset="-78"/>
              </a:rPr>
              <a:t>شروع به کار:</a:t>
            </a:r>
            <a:endParaRPr lang="en-US" dirty="0">
              <a:latin typeface="Calibri" panose="020F0502020204030204" pitchFamily="34" charset="0"/>
              <a:ea typeface="Calibri" panose="020F0502020204030204" pitchFamily="34" charset="0"/>
              <a:cs typeface="2  Titr" panose="00000700000000000000" pitchFamily="2" charset="-78"/>
            </a:endParaRPr>
          </a:p>
        </p:txBody>
      </p:sp>
      <p:sp>
        <p:nvSpPr>
          <p:cNvPr id="33" name="Rectangle 32">
            <a:extLst>
              <a:ext uri="{FF2B5EF4-FFF2-40B4-BE49-F238E27FC236}">
                <a16:creationId xmlns:a16="http://schemas.microsoft.com/office/drawing/2014/main" id="{69A54E25-1C05-48E5-A5CC-3778C1D363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5942687"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close-up of a document&#10;&#10;Description automatically generated">
            <a:extLst>
              <a:ext uri="{FF2B5EF4-FFF2-40B4-BE49-F238E27FC236}">
                <a16:creationId xmlns:a16="http://schemas.microsoft.com/office/drawing/2014/main" id="{696B5CEC-AFFB-EA66-4F52-EA4B6C92F58D}"/>
              </a:ext>
            </a:extLst>
          </p:cNvPr>
          <p:cNvPicPr>
            <a:picLocks noChangeAspect="1"/>
          </p:cNvPicPr>
          <p:nvPr/>
        </p:nvPicPr>
        <p:blipFill rotWithShape="1">
          <a:blip r:embed="rId5">
            <a:extLst>
              <a:ext uri="{28A0092B-C50C-407E-A947-70E740481C1C}">
                <a14:useLocalDpi xmlns:a14="http://schemas.microsoft.com/office/drawing/2010/main" val="0"/>
              </a:ext>
            </a:extLst>
          </a:blip>
          <a:srcRect l="15076" r="452" b="3"/>
          <a:stretch/>
        </p:blipFill>
        <p:spPr>
          <a:xfrm>
            <a:off x="1412683" y="1410208"/>
            <a:ext cx="5278777" cy="3858780"/>
          </a:xfrm>
          <a:prstGeom prst="rect">
            <a:avLst/>
          </a:prstGeom>
        </p:spPr>
      </p:pic>
      <p:cxnSp>
        <p:nvCxnSpPr>
          <p:cNvPr id="35" name="Straight Connector 34">
            <a:extLst>
              <a:ext uri="{FF2B5EF4-FFF2-40B4-BE49-F238E27FC236}">
                <a16:creationId xmlns:a16="http://schemas.microsoft.com/office/drawing/2014/main" id="{0E5D0023-B23E-4823-8D72-B07FFF8CAE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20089" y="2400639"/>
            <a:ext cx="3376508"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A968CB71-2C32-143B-E10D-44CFA4C103BB}"/>
              </a:ext>
            </a:extLst>
          </p:cNvPr>
          <p:cNvSpPr>
            <a:spLocks noGrp="1"/>
          </p:cNvSpPr>
          <p:nvPr>
            <p:ph idx="1"/>
          </p:nvPr>
        </p:nvSpPr>
        <p:spPr>
          <a:xfrm>
            <a:off x="7535824" y="2556932"/>
            <a:ext cx="3360771" cy="3318936"/>
          </a:xfrm>
        </p:spPr>
        <p:txBody>
          <a:bodyPr>
            <a:normAutofit/>
          </a:bodyPr>
          <a:lstStyle/>
          <a:p>
            <a:pPr algn="r" rtl="1">
              <a:lnSpc>
                <a:spcPct val="90000"/>
              </a:lnSpc>
            </a:pPr>
            <a:r>
              <a:rPr lang="ar-IQ" sz="1700" kern="100" dirty="0">
                <a:latin typeface="Calibri" panose="020F0502020204030204" pitchFamily="34" charset="0"/>
                <a:ea typeface="Calibri" panose="020F0502020204030204" pitchFamily="34" charset="0"/>
                <a:cs typeface="2  Titr" panose="00000700000000000000" pitchFamily="2" charset="-78"/>
              </a:rPr>
              <a:t>پیمانکار موظف است پس از دریافت ابلاغ شروع کار از سوی کارفرما در زمان تعیین شده در ابلاغیه ، و در صورت عدم دریافت ابلاغیه شروع کار از سوی کارفرما ، پس از گذشت سی روز از تاریخ تنفیذ پیمان ، نسبت به شروع کار اقدام کند</a:t>
            </a:r>
            <a:r>
              <a:rPr lang="fa-IR" sz="1700" kern="100" dirty="0">
                <a:latin typeface="Calibri" panose="020F0502020204030204" pitchFamily="34" charset="0"/>
                <a:ea typeface="Calibri" panose="020F0502020204030204" pitchFamily="34" charset="0"/>
                <a:cs typeface="2  Titr" panose="00000700000000000000" pitchFamily="2" charset="-78"/>
              </a:rPr>
              <a:t>.</a:t>
            </a:r>
          </a:p>
          <a:p>
            <a:pPr algn="r" rtl="1">
              <a:lnSpc>
                <a:spcPct val="90000"/>
              </a:lnSpc>
            </a:pPr>
            <a:r>
              <a:rPr lang="ar-IQ" sz="1700" kern="100" dirty="0">
                <a:latin typeface="Calibri" panose="020F0502020204030204" pitchFamily="34" charset="0"/>
                <a:ea typeface="Calibri" panose="020F0502020204030204" pitchFamily="34" charset="0"/>
                <a:cs typeface="2  Titr" panose="00000700000000000000" pitchFamily="2" charset="-78"/>
              </a:rPr>
              <a:t>پس از جمع بندی نهایی موارد و تهیه صورت جلسه آنها ، پیمانکار ، اصلاحات و تغییرات مصوب را تا قبل از درخواست اولین صورت وضعیت ، اعمال نموده و برای تایید نهایی به کارفرما تسلیم می کند</a:t>
            </a:r>
            <a:r>
              <a:rPr lang="fa-IR" sz="1700" kern="100" dirty="0">
                <a:latin typeface="Calibri" panose="020F0502020204030204" pitchFamily="34" charset="0"/>
                <a:ea typeface="Calibri" panose="020F0502020204030204" pitchFamily="34" charset="0"/>
                <a:cs typeface="2  Titr" panose="00000700000000000000" pitchFamily="2" charset="-78"/>
              </a:rPr>
              <a:t>.</a:t>
            </a:r>
            <a:endParaRPr lang="en-US" sz="1700" kern="100" dirty="0">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4089949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68F69-F3AB-A183-8C29-4726BF9B288D}"/>
              </a:ext>
            </a:extLst>
          </p:cNvPr>
          <p:cNvSpPr>
            <a:spLocks noGrp="1"/>
          </p:cNvSpPr>
          <p:nvPr>
            <p:ph type="title"/>
          </p:nvPr>
        </p:nvSpPr>
        <p:spPr>
          <a:xfrm>
            <a:off x="1295402" y="1662545"/>
            <a:ext cx="9601196" cy="623454"/>
          </a:xfrm>
        </p:spPr>
        <p:txBody>
          <a:bodyPr>
            <a:normAutofit fontScale="90000"/>
          </a:bodyPr>
          <a:lstStyle/>
          <a:p>
            <a:pPr rtl="1"/>
            <a:r>
              <a:rPr lang="fa-IR" sz="2400" kern="100" dirty="0">
                <a:effectLst/>
                <a:latin typeface="Calibri" panose="020F0502020204030204" pitchFamily="34" charset="0"/>
                <a:ea typeface="Calibri" panose="020F0502020204030204" pitchFamily="34" charset="0"/>
                <a:cs typeface="2  Titr" panose="00000700000000000000" pitchFamily="2" charset="-78"/>
              </a:rPr>
              <a:t>پیشنهاد فنی طرح: </a:t>
            </a:r>
            <a:br>
              <a:rPr lang="en-US" sz="2400" kern="100" dirty="0">
                <a:effectLst/>
                <a:latin typeface="Calibri" panose="020F0502020204030204" pitchFamily="34" charset="0"/>
                <a:ea typeface="Calibri" panose="020F0502020204030204" pitchFamily="34" charset="0"/>
                <a:cs typeface="Arial" panose="020B0604020202020204" pitchFamily="34" charset="0"/>
              </a:rPr>
            </a:br>
            <a:endParaRPr lang="en-US" sz="5400" dirty="0"/>
          </a:p>
        </p:txBody>
      </p:sp>
      <p:sp>
        <p:nvSpPr>
          <p:cNvPr id="3" name="Content Placeholder 2">
            <a:extLst>
              <a:ext uri="{FF2B5EF4-FFF2-40B4-BE49-F238E27FC236}">
                <a16:creationId xmlns:a16="http://schemas.microsoft.com/office/drawing/2014/main" id="{0137A3AF-F0BF-E641-0466-8FBD8E5C8330}"/>
              </a:ext>
            </a:extLst>
          </p:cNvPr>
          <p:cNvSpPr>
            <a:spLocks noGrp="1"/>
          </p:cNvSpPr>
          <p:nvPr>
            <p:ph idx="1"/>
          </p:nvPr>
        </p:nvSpPr>
        <p:spPr/>
        <p:txBody>
          <a:bodyPr/>
          <a:lstStyle/>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 در این بخش، اطلاعات و مدارک فنی که پیمانکار باید در پیشنهاد خود تهیه کند، مطرح میگردد. این اطلاعات و مدارک، بسته به هر طرح خاص و خواسته های کارفرما، تعیین گردیده و در خواستههای کارفرما گنجانده میشود. این بخش، با تهیه گزارشها، جدولها، نمودارها، نقشه ها و مدارک، باید به نحوی تهیه شود که قابل درک برای کارفرما باشد و همۀ موارد لازم را پوشش دهد</a:t>
            </a:r>
            <a:endParaRPr lang="en-US" dirty="0"/>
          </a:p>
        </p:txBody>
      </p:sp>
    </p:spTree>
    <p:extLst>
      <p:ext uri="{BB962C8B-B14F-4D97-AF65-F5344CB8AC3E}">
        <p14:creationId xmlns:p14="http://schemas.microsoft.com/office/powerpoint/2010/main" val="2471120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8B643-FC11-8B62-4EE0-39EC48A689E8}"/>
              </a:ext>
            </a:extLst>
          </p:cNvPr>
          <p:cNvSpPr>
            <a:spLocks noGrp="1"/>
          </p:cNvSpPr>
          <p:nvPr>
            <p:ph type="title"/>
          </p:nvPr>
        </p:nvSpPr>
        <p:spPr>
          <a:xfrm>
            <a:off x="1295401" y="982132"/>
            <a:ext cx="9601196" cy="1303867"/>
          </a:xfrm>
        </p:spPr>
        <p:txBody>
          <a:bodyPr/>
          <a:lstStyle/>
          <a:p>
            <a:r>
              <a:rPr lang="fa-IR" sz="1800" kern="100" dirty="0">
                <a:effectLst/>
                <a:latin typeface="Calibri" panose="020F0502020204030204" pitchFamily="34" charset="0"/>
                <a:ea typeface="Calibri" panose="020F0502020204030204" pitchFamily="34" charset="0"/>
                <a:cs typeface="2  Titr" panose="00000700000000000000" pitchFamily="2" charset="-78"/>
              </a:rPr>
              <a:t>دستورالعمل تهیه اطلاعات و مدارک طرح، در کارهای طرح و ساخت</a:t>
            </a:r>
            <a:r>
              <a:rPr lang="fa-IR" sz="1800" kern="100" dirty="0">
                <a:effectLst/>
                <a:latin typeface="Calibri" panose="020F0502020204030204" pitchFamily="34" charset="0"/>
                <a:ea typeface="Calibri" panose="020F0502020204030204" pitchFamily="34" charset="0"/>
                <a:cs typeface="Arial" panose="020B0604020202020204" pitchFamily="34" charset="0"/>
              </a:rPr>
              <a:t>:</a:t>
            </a:r>
            <a:endParaRPr lang="en-US" dirty="0"/>
          </a:p>
        </p:txBody>
      </p:sp>
      <p:sp>
        <p:nvSpPr>
          <p:cNvPr id="3" name="Content Placeholder 2">
            <a:extLst>
              <a:ext uri="{FF2B5EF4-FFF2-40B4-BE49-F238E27FC236}">
                <a16:creationId xmlns:a16="http://schemas.microsoft.com/office/drawing/2014/main" id="{B7C8E5FB-68D8-0253-AC90-9E69102620C4}"/>
              </a:ext>
            </a:extLst>
          </p:cNvPr>
          <p:cNvSpPr>
            <a:spLocks noGrp="1"/>
          </p:cNvSpPr>
          <p:nvPr>
            <p:ph idx="1"/>
          </p:nvPr>
        </p:nvSpPr>
        <p:spPr/>
        <p:txBody>
          <a:bodyPr/>
          <a:lstStyle/>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اطلاعات و مدارکی که برای انجام کار به روش طرح و ساخت مورد نیاز است، از نظر نوع و محتوا، تحت تأثیر دامنۀ مطالعات اولیۀ انجام شده است. دامنه و عمق مطالعات اولیه از طرحی به طرح دیگر، متفاوت خواهد بود. بنابراین، تهیۀ فهرست جامعی که بتواند در تمام طرحها مورد استفاده قرار گیرد، کاربردی نخواهد بود، اما میتوان محورهای کلی را تعیین نمود و حدودی را که برای تکمیل آنها مورد نیاز است، مشخص کرد.</a:t>
            </a:r>
          </a:p>
          <a:p>
            <a:pPr algn="r" rtl="1"/>
            <a:endParaRPr lang="en-US" dirty="0"/>
          </a:p>
        </p:txBody>
      </p:sp>
    </p:spTree>
    <p:extLst>
      <p:ext uri="{BB962C8B-B14F-4D97-AF65-F5344CB8AC3E}">
        <p14:creationId xmlns:p14="http://schemas.microsoft.com/office/powerpoint/2010/main" val="2849867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51AA9-1364-C5AB-6580-3CFC9887EB9D}"/>
              </a:ext>
            </a:extLst>
          </p:cNvPr>
          <p:cNvSpPr>
            <a:spLocks noGrp="1"/>
          </p:cNvSpPr>
          <p:nvPr>
            <p:ph type="title"/>
          </p:nvPr>
        </p:nvSpPr>
        <p:spPr>
          <a:xfrm>
            <a:off x="1295402" y="982132"/>
            <a:ext cx="9601196" cy="1303867"/>
          </a:xfrm>
        </p:spPr>
        <p:txBody>
          <a:bodyPr>
            <a:normAutofit/>
          </a:bodyPr>
          <a:lstStyle/>
          <a:p>
            <a:r>
              <a:rPr lang="fa-IR">
                <a:solidFill>
                  <a:srgbClr val="262626"/>
                </a:solidFill>
                <a:effectLst/>
                <a:latin typeface="Calibri" panose="020F0502020204030204" pitchFamily="34" charset="0"/>
                <a:ea typeface="Calibri" panose="020F0502020204030204" pitchFamily="34" charset="0"/>
                <a:cs typeface="2  Titr" panose="00000700000000000000" pitchFamily="2" charset="-78"/>
              </a:rPr>
              <a:t>مراحل طراحی و تهیه مدارک فنی طرح ها:</a:t>
            </a:r>
            <a:endParaRPr lang="en-US" dirty="0">
              <a:solidFill>
                <a:srgbClr val="262626"/>
              </a:solidFill>
            </a:endParaRPr>
          </a:p>
        </p:txBody>
      </p:sp>
      <p:graphicFrame>
        <p:nvGraphicFramePr>
          <p:cNvPr id="5" name="Content Placeholder 2">
            <a:extLst>
              <a:ext uri="{FF2B5EF4-FFF2-40B4-BE49-F238E27FC236}">
                <a16:creationId xmlns:a16="http://schemas.microsoft.com/office/drawing/2014/main" id="{226ECDFF-C91E-D533-6371-25090555C6DC}"/>
              </a:ext>
            </a:extLst>
          </p:cNvPr>
          <p:cNvGraphicFramePr>
            <a:graphicFrameLocks noGrp="1"/>
          </p:cNvGraphicFramePr>
          <p:nvPr>
            <p:ph idx="1"/>
            <p:extLst>
              <p:ext uri="{D42A27DB-BD31-4B8C-83A1-F6EECF244321}">
                <p14:modId xmlns:p14="http://schemas.microsoft.com/office/powerpoint/2010/main" val="643276544"/>
              </p:ext>
            </p:extLst>
          </p:nvPr>
        </p:nvGraphicFramePr>
        <p:xfrm>
          <a:off x="1295400" y="2772384"/>
          <a:ext cx="96011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6980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DF2D-A231-A368-F8E9-75E92024A7BE}"/>
              </a:ext>
            </a:extLst>
          </p:cNvPr>
          <p:cNvSpPr>
            <a:spLocks noGrp="1"/>
          </p:cNvSpPr>
          <p:nvPr>
            <p:ph type="title"/>
          </p:nvPr>
        </p:nvSpPr>
        <p:spPr/>
        <p:txBody>
          <a:bodyPr/>
          <a:lstStyle/>
          <a:p>
            <a:r>
              <a:rPr lang="fa-IR">
                <a:latin typeface="Calibri" panose="020F0502020204030204" pitchFamily="34" charset="0"/>
                <a:ea typeface="Calibri" panose="020F0502020204030204" pitchFamily="34" charset="0"/>
                <a:cs typeface="2  Titr" panose="00000700000000000000" pitchFamily="2" charset="-78"/>
              </a:rPr>
              <a:t>تهیه و تسلیم بیمه نامه:</a:t>
            </a:r>
            <a:endParaRPr lang="en-US" dirty="0"/>
          </a:p>
        </p:txBody>
      </p:sp>
      <p:graphicFrame>
        <p:nvGraphicFramePr>
          <p:cNvPr id="5" name="Content Placeholder 2">
            <a:extLst>
              <a:ext uri="{FF2B5EF4-FFF2-40B4-BE49-F238E27FC236}">
                <a16:creationId xmlns:a16="http://schemas.microsoft.com/office/drawing/2014/main" id="{003C0DB1-1F5F-3794-17B9-E6A1DD3C75BE}"/>
              </a:ext>
            </a:extLst>
          </p:cNvPr>
          <p:cNvGraphicFramePr>
            <a:graphicFrameLocks noGrp="1"/>
          </p:cNvGraphicFramePr>
          <p:nvPr>
            <p:ph idx="1"/>
            <p:extLst>
              <p:ext uri="{D42A27DB-BD31-4B8C-83A1-F6EECF244321}">
                <p14:modId xmlns:p14="http://schemas.microsoft.com/office/powerpoint/2010/main" val="1928926994"/>
              </p:ext>
            </p:extLst>
          </p:nvPr>
        </p:nvGraphicFramePr>
        <p:xfrm>
          <a:off x="1295401" y="2556932"/>
          <a:ext cx="9601196" cy="3318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1FE16893-0657-3902-73D8-DC8D7F7A5334}"/>
              </a:ext>
            </a:extLst>
          </p:cNvPr>
          <p:cNvSpPr/>
          <p:nvPr/>
        </p:nvSpPr>
        <p:spPr>
          <a:xfrm>
            <a:off x="7371184" y="5019869"/>
            <a:ext cx="3525414" cy="855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r" rtl="1">
              <a:lnSpc>
                <a:spcPct val="107000"/>
              </a:lnSpc>
              <a:spcBef>
                <a:spcPts val="0"/>
              </a:spcBef>
              <a:spcAft>
                <a:spcPts val="800"/>
              </a:spcAft>
            </a:pPr>
            <a:r>
              <a:rPr lang="fa-IR" sz="1400" kern="100" dirty="0">
                <a:effectLst/>
                <a:latin typeface="Calibri" panose="020F0502020204030204" pitchFamily="34" charset="0"/>
                <a:ea typeface="Calibri" panose="020F0502020204030204" pitchFamily="34" charset="0"/>
                <a:cs typeface="2  Titr" panose="00000700000000000000" pitchFamily="2" charset="-78"/>
              </a:rPr>
              <a:t>مراجع صادر کننده بیمه: تمام ضمانتنامه ها و بیمه نامه های مورد نیاز ، باید از بانکها و مؤسسات بیمه مورد تأیید کارفرما تهیه و تسلیم شوند.</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086420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0798-D999-719C-6A42-966275619863}"/>
              </a:ext>
            </a:extLst>
          </p:cNvPr>
          <p:cNvSpPr>
            <a:spLocks noGrp="1"/>
          </p:cNvSpPr>
          <p:nvPr>
            <p:ph type="title"/>
          </p:nvPr>
        </p:nvSpPr>
        <p:spPr/>
        <p:txBody>
          <a:bodyPr>
            <a:normAutofit/>
          </a:bodyPr>
          <a:lstStyle/>
          <a:p>
            <a:r>
              <a:rPr lang="fa-IR" sz="2800" dirty="0">
                <a:latin typeface="Calibri" panose="020F0502020204030204" pitchFamily="34" charset="0"/>
                <a:ea typeface="Calibri" panose="020F0502020204030204" pitchFamily="34" charset="0"/>
                <a:cs typeface="2  Titr" panose="00000700000000000000" pitchFamily="2" charset="-78"/>
              </a:rPr>
              <a:t>مراحل تکمیل مکانیکی پروژه:</a:t>
            </a:r>
            <a:endParaRPr lang="en-US" sz="2800" dirty="0">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BCC5CD03-6FFC-CB28-67FC-7F6D55E008AB}"/>
              </a:ext>
            </a:extLst>
          </p:cNvPr>
          <p:cNvSpPr>
            <a:spLocks noGrp="1"/>
          </p:cNvSpPr>
          <p:nvPr>
            <p:ph idx="1"/>
          </p:nvPr>
        </p:nvSpPr>
        <p:spPr/>
        <p:txBody>
          <a:bodyPr/>
          <a:lstStyle/>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تکمیل مکانیکی:</a:t>
            </a:r>
            <a:r>
              <a:rPr lang="fa-IR" sz="1800" dirty="0">
                <a:effectLst/>
                <a:latin typeface="Calibri" panose="020F0502020204030204" pitchFamily="34" charset="0"/>
                <a:ea typeface="Calibri" panose="020F0502020204030204" pitchFamily="34" charset="0"/>
                <a:cs typeface="Arial" panose="020B0604020202020204" pitchFamily="34" charset="0"/>
              </a:rPr>
              <a:t> </a:t>
            </a:r>
            <a:r>
              <a:rPr lang="fa-IR" sz="1800" dirty="0">
                <a:effectLst/>
                <a:latin typeface="Calibri" panose="020F0502020204030204" pitchFamily="34" charset="0"/>
                <a:ea typeface="Calibri" panose="020F0502020204030204" pitchFamily="34" charset="0"/>
                <a:cs typeface="2  Titr" panose="00000700000000000000" pitchFamily="2" charset="-78"/>
              </a:rPr>
              <a:t>کارهای ساختمان و نصب ، پیش راه اندازی و راه اندازی بوسیله کارفرما و براساس دسـتورالعمل های تهیه شده از سوی پیمانکار انجام می شود . پیمانکـار در تمـام مراحـل نـصب و پـیش راه انـدازی و راه اندازی ، طبق ماده 24 و بند 1-26 در امر نظارت بر انجام صحیح کارهـا ، بـا کارفرمـا همکـاری داشته ، در مراحل مختلف تحویل و تحول کارها از پیمانکاران عملیات ساختمان و نـصب ، شـرکت کرده و مدارک مربوط را تأیید می کند.</a:t>
            </a: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راه اندازی و آزمایش عملکرد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تحویل موقت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دوره مسئولیت رفع نقص 1 سال یا هر زمان بیشتری که در شرایط خصوصی گفته شده باشد.</a:t>
            </a:r>
          </a:p>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تحویل قطعی </a:t>
            </a:r>
            <a:endParaRPr lang="en-US" dirty="0"/>
          </a:p>
        </p:txBody>
      </p:sp>
    </p:spTree>
    <p:extLst>
      <p:ext uri="{BB962C8B-B14F-4D97-AF65-F5344CB8AC3E}">
        <p14:creationId xmlns:p14="http://schemas.microsoft.com/office/powerpoint/2010/main" val="1142780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224A92-B71D-4244-9CEE-E80F9BD11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069A319-3937-4297-B7D8-6745097B9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85" y="487353"/>
            <a:ext cx="11218182" cy="5883295"/>
          </a:xfrm>
          <a:prstGeom prst="rect">
            <a:avLst/>
          </a:prstGeom>
          <a:blipFill dpi="0" rotWithShape="1">
            <a:blip r:embed="rId3"/>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3FDFE78-2422-40CD-BC53-9E0C459C9D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76"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37ECC884-8310-6583-C6E3-7C58B0445CAD}"/>
              </a:ext>
            </a:extLst>
          </p:cNvPr>
          <p:cNvSpPr>
            <a:spLocks noGrp="1"/>
          </p:cNvSpPr>
          <p:nvPr>
            <p:ph type="title"/>
          </p:nvPr>
        </p:nvSpPr>
        <p:spPr>
          <a:xfrm>
            <a:off x="7535825" y="982132"/>
            <a:ext cx="3360772" cy="4625172"/>
          </a:xfrm>
        </p:spPr>
        <p:txBody>
          <a:bodyPr>
            <a:normAutofit/>
          </a:bodyPr>
          <a:lstStyle/>
          <a:p>
            <a:r>
              <a:rPr lang="fa-IR"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برکناری پیمانکار:</a:t>
            </a:r>
            <a:endParaRPr lang="en-US" dirty="0">
              <a:solidFill>
                <a:srgbClr val="262626"/>
              </a:solidFill>
            </a:endParaRPr>
          </a:p>
        </p:txBody>
      </p:sp>
      <p:sp>
        <p:nvSpPr>
          <p:cNvPr id="15" name="Rectangle 14">
            <a:extLst>
              <a:ext uri="{FF2B5EF4-FFF2-40B4-BE49-F238E27FC236}">
                <a16:creationId xmlns:a16="http://schemas.microsoft.com/office/drawing/2014/main" id="{A97E302E-4D34-42E4-94A8-4FC0AF572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5942687" cy="4515104"/>
          </a:xfrm>
          <a:prstGeom prst="rect">
            <a:avLst/>
          </a:prstGeom>
          <a:noFill/>
          <a:ln w="57150" cmpd="thickThin">
            <a:solidFill>
              <a:srgbClr val="7F7F7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4C7B970C-3EDA-1EED-303C-E279D2469248}"/>
              </a:ext>
            </a:extLst>
          </p:cNvPr>
          <p:cNvGraphicFramePr>
            <a:graphicFrameLocks noGrp="1"/>
          </p:cNvGraphicFramePr>
          <p:nvPr>
            <p:ph idx="1"/>
            <p:extLst>
              <p:ext uri="{D42A27DB-BD31-4B8C-83A1-F6EECF244321}">
                <p14:modId xmlns:p14="http://schemas.microsoft.com/office/powerpoint/2010/main" val="1551787277"/>
              </p:ext>
            </p:extLst>
          </p:nvPr>
        </p:nvGraphicFramePr>
        <p:xfrm>
          <a:off x="1391056" y="1391055"/>
          <a:ext cx="5272392" cy="39591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77701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CC884-8310-6583-C6E3-7C58B0445CAD}"/>
              </a:ext>
            </a:extLst>
          </p:cNvPr>
          <p:cNvSpPr>
            <a:spLocks noGrp="1"/>
          </p:cNvSpPr>
          <p:nvPr>
            <p:ph type="title"/>
          </p:nvPr>
        </p:nvSpPr>
        <p:spPr>
          <a:xfrm>
            <a:off x="7535825" y="982132"/>
            <a:ext cx="3360772" cy="4625172"/>
          </a:xfrm>
        </p:spPr>
        <p:txBody>
          <a:bodyPr>
            <a:normAutofit/>
          </a:bodyPr>
          <a:lstStyle/>
          <a:p>
            <a:r>
              <a:rPr lang="fa-IR"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برکناری پیمانکار:</a:t>
            </a:r>
            <a:endParaRPr lang="en-US" dirty="0">
              <a:solidFill>
                <a:srgbClr val="262626"/>
              </a:solidFill>
            </a:endParaRPr>
          </a:p>
        </p:txBody>
      </p:sp>
      <p:graphicFrame>
        <p:nvGraphicFramePr>
          <p:cNvPr id="5" name="Content Placeholder 2">
            <a:extLst>
              <a:ext uri="{FF2B5EF4-FFF2-40B4-BE49-F238E27FC236}">
                <a16:creationId xmlns:a16="http://schemas.microsoft.com/office/drawing/2014/main" id="{4C7B970C-3EDA-1EED-303C-E279D2469248}"/>
              </a:ext>
            </a:extLst>
          </p:cNvPr>
          <p:cNvGraphicFramePr>
            <a:graphicFrameLocks noGrp="1"/>
          </p:cNvGraphicFramePr>
          <p:nvPr>
            <p:ph idx="1"/>
            <p:extLst>
              <p:ext uri="{D42A27DB-BD31-4B8C-83A1-F6EECF244321}">
                <p14:modId xmlns:p14="http://schemas.microsoft.com/office/powerpoint/2010/main" val="1719798461"/>
              </p:ext>
            </p:extLst>
          </p:nvPr>
        </p:nvGraphicFramePr>
        <p:xfrm>
          <a:off x="1391056" y="1391055"/>
          <a:ext cx="5272392" cy="39591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45217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78BE18-6882-4FAA-BC8C-CA216E963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A34F12D-8C0F-46CA-9F4A-D56193C37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88137"/>
            <a:ext cx="11227442" cy="5883295"/>
          </a:xfrm>
          <a:prstGeom prst="rect">
            <a:avLst/>
          </a:prstGeom>
          <a:solidFill>
            <a:schemeClr val="bg2"/>
          </a:solidFill>
          <a:ln>
            <a:noFill/>
          </a:ln>
          <a:effectLst>
            <a:outerShdw blurRad="114300" dist="127000" dir="4800000" sx="99000" sy="99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panose="02020404030301010803"/>
              <a:ea typeface="+mn-ea"/>
              <a:cs typeface="+mn-cs"/>
            </a:endParaRPr>
          </a:p>
        </p:txBody>
      </p:sp>
      <p:pic>
        <p:nvPicPr>
          <p:cNvPr id="5" name="Picture 4" descr="A stopwatch on a chalkboard">
            <a:extLst>
              <a:ext uri="{FF2B5EF4-FFF2-40B4-BE49-F238E27FC236}">
                <a16:creationId xmlns:a16="http://schemas.microsoft.com/office/drawing/2014/main" id="{A5940802-9551-B102-8C24-ED6C3128587C}"/>
              </a:ext>
            </a:extLst>
          </p:cNvPr>
          <p:cNvPicPr>
            <a:picLocks noChangeAspect="1"/>
          </p:cNvPicPr>
          <p:nvPr/>
        </p:nvPicPr>
        <p:blipFill rotWithShape="1">
          <a:blip r:embed="rId3">
            <a:alphaModFix amt="25000"/>
            <a:extLst>
              <a:ext uri="{28A0092B-C50C-407E-A947-70E740481C1C}">
                <a14:useLocalDpi xmlns:a14="http://schemas.microsoft.com/office/drawing/2010/main" val="0"/>
              </a:ext>
            </a:extLst>
          </a:blip>
          <a:srcRect t="7255" r="1" b="1"/>
          <a:stretch/>
        </p:blipFill>
        <p:spPr>
          <a:xfrm>
            <a:off x="486138" y="486568"/>
            <a:ext cx="11227442" cy="5883295"/>
          </a:xfrm>
          <a:prstGeom prst="rect">
            <a:avLst/>
          </a:prstGeom>
        </p:spPr>
      </p:pic>
      <p:sp>
        <p:nvSpPr>
          <p:cNvPr id="14" name="Rectangle 13">
            <a:extLst>
              <a:ext uri="{FF2B5EF4-FFF2-40B4-BE49-F238E27FC236}">
                <a16:creationId xmlns:a16="http://schemas.microsoft.com/office/drawing/2014/main" id="{F3838012-22B6-4303-8F29-04E1419B3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tx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8F5D40A0-7E7B-4CC1-FAC2-DA26A7F6EF1F}"/>
              </a:ext>
            </a:extLst>
          </p:cNvPr>
          <p:cNvSpPr>
            <a:spLocks noGrp="1"/>
          </p:cNvSpPr>
          <p:nvPr>
            <p:ph type="title"/>
          </p:nvPr>
        </p:nvSpPr>
        <p:spPr>
          <a:xfrm>
            <a:off x="1295402" y="982132"/>
            <a:ext cx="9601196" cy="1303867"/>
          </a:xfrm>
        </p:spPr>
        <p:txBody>
          <a:bodyPr>
            <a:normAutofit/>
          </a:bodyPr>
          <a:lstStyle/>
          <a:p>
            <a:pPr rtl="1"/>
            <a:r>
              <a:rPr lang="fa-IR" kern="100" dirty="0">
                <a:solidFill>
                  <a:schemeClr val="tx1"/>
                </a:solidFill>
                <a:latin typeface="Calibri" panose="020F0502020204030204" pitchFamily="34" charset="0"/>
                <a:ea typeface="Calibri" panose="020F0502020204030204" pitchFamily="34" charset="0"/>
                <a:cs typeface="2  Titr" panose="00000700000000000000" pitchFamily="2" charset="-78"/>
              </a:rPr>
              <a:t>حوادث قهری:</a:t>
            </a:r>
            <a:endParaRPr lang="en-US" kern="100" dirty="0">
              <a:solidFill>
                <a:schemeClr val="tx1"/>
              </a:solidFill>
              <a:latin typeface="Calibri" panose="020F0502020204030204" pitchFamily="34" charset="0"/>
              <a:ea typeface="Calibri" panose="020F0502020204030204" pitchFamily="34" charset="0"/>
              <a:cs typeface="2  Titr" panose="00000700000000000000" pitchFamily="2" charset="-78"/>
            </a:endParaRPr>
          </a:p>
        </p:txBody>
      </p:sp>
      <p:cxnSp>
        <p:nvCxnSpPr>
          <p:cNvPr id="16" name="Straight Connector 15">
            <a:extLst>
              <a:ext uri="{FF2B5EF4-FFF2-40B4-BE49-F238E27FC236}">
                <a16:creationId xmlns:a16="http://schemas.microsoft.com/office/drawing/2014/main" id="{AB061FF5-9F81-427C-8DA5-3989395517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2351" y="2421466"/>
            <a:ext cx="9407298" cy="0"/>
          </a:xfrm>
          <a:prstGeom prst="line">
            <a:avLst/>
          </a:prstGeom>
          <a:ln w="158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F03F5A17-2CE9-4ADD-9FAF-C1A0BB39CD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8288" y="3128956"/>
            <a:ext cx="12234672" cy="658368"/>
            <a:chOff x="-18288" y="3128956"/>
            <a:chExt cx="12234672" cy="658368"/>
          </a:xfrm>
        </p:grpSpPr>
        <p:sp useBgFill="1">
          <p:nvSpPr>
            <p:cNvPr id="19" name="Rounded Rectangle 20">
              <a:extLst>
                <a:ext uri="{FF2B5EF4-FFF2-40B4-BE49-F238E27FC236}">
                  <a16:creationId xmlns:a16="http://schemas.microsoft.com/office/drawing/2014/main" id="{4A88F887-B43E-4CD1-BCE2-739013C68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panose="02020404030301010803"/>
                <a:ea typeface="+mn-ea"/>
                <a:cs typeface="+mn-cs"/>
              </a:endParaRPr>
            </a:p>
          </p:txBody>
        </p:sp>
        <p:pic>
          <p:nvPicPr>
            <p:cNvPr id="20" name="Picture 19">
              <a:extLst>
                <a:ext uri="{FF2B5EF4-FFF2-40B4-BE49-F238E27FC236}">
                  <a16:creationId xmlns:a16="http://schemas.microsoft.com/office/drawing/2014/main" id="{2C9D3412-AB4A-4E20-9A79-B2C80D198BC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21" name="Rounded Rectangle 22">
              <a:extLst>
                <a:ext uri="{FF2B5EF4-FFF2-40B4-BE49-F238E27FC236}">
                  <a16:creationId xmlns:a16="http://schemas.microsoft.com/office/drawing/2014/main" id="{A1D7D010-E182-46E6-9264-B39552853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panose="02020404030301010803"/>
                <a:ea typeface="+mn-ea"/>
                <a:cs typeface="+mn-cs"/>
              </a:endParaRPr>
            </a:p>
          </p:txBody>
        </p:sp>
        <p:pic>
          <p:nvPicPr>
            <p:cNvPr id="22" name="Picture 21">
              <a:extLst>
                <a:ext uri="{FF2B5EF4-FFF2-40B4-BE49-F238E27FC236}">
                  <a16:creationId xmlns:a16="http://schemas.microsoft.com/office/drawing/2014/main" id="{F4783A7B-2E08-42E4-87EC-EE59B873DFB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sp>
        <p:nvSpPr>
          <p:cNvPr id="3" name="Content Placeholder 2">
            <a:extLst>
              <a:ext uri="{FF2B5EF4-FFF2-40B4-BE49-F238E27FC236}">
                <a16:creationId xmlns:a16="http://schemas.microsoft.com/office/drawing/2014/main" id="{62C22504-4368-EEF8-70EB-DCB981CED5AE}"/>
              </a:ext>
            </a:extLst>
          </p:cNvPr>
          <p:cNvSpPr>
            <a:spLocks noGrp="1"/>
          </p:cNvSpPr>
          <p:nvPr>
            <p:ph idx="1"/>
          </p:nvPr>
        </p:nvSpPr>
        <p:spPr>
          <a:xfrm>
            <a:off x="1295401" y="2556932"/>
            <a:ext cx="9601196" cy="3318936"/>
          </a:xfrm>
        </p:spPr>
        <p:txBody>
          <a:bodyPr>
            <a:normAutofit/>
          </a:bodyPr>
          <a:lstStyle/>
          <a:p>
            <a:pPr algn="just" rtl="1"/>
            <a:r>
              <a:rPr lang="fa-IR" kern="100" dirty="0">
                <a:solidFill>
                  <a:schemeClr val="tx1"/>
                </a:solidFill>
                <a:effectLst/>
                <a:latin typeface="Calibri" panose="020F0502020204030204" pitchFamily="34" charset="0"/>
                <a:ea typeface="Calibri" panose="020F0502020204030204" pitchFamily="34" charset="0"/>
                <a:cs typeface="2  Titr" panose="00000700000000000000" pitchFamily="2" charset="-78"/>
              </a:rPr>
              <a:t>حوادث قهری به معنی بروز هرگونه شرایطی خارج از اختیار کارفرمـا و پیمانکـار ، بـه رغـم پیشبینی تمهیدات لازم و معقول توسط دو طرف است، که ادامـه کـار را غیـرممکن کنـد. جنگ ، اعم از اعلام شده یا نشده، یا اشغال به وسیله بیگانگان و شورش ، انقلاب یا کودتای نظامی ، یا جنگ داخلی و اعتصابهای عمومی کارگری ، به اسـتثنای مـواردی کـه تنهـا محـدود بـه کارکنـان پیمانکار باشد و زلزله ، سیل و طغیان های غیرعادی .</a:t>
            </a:r>
            <a:endParaRPr lang="en-US"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rtl="1"/>
            <a:endParaRPr lang="en-US" dirty="0">
              <a:solidFill>
                <a:schemeClr val="tx1"/>
              </a:solidFill>
            </a:endParaRPr>
          </a:p>
        </p:txBody>
      </p:sp>
    </p:spTree>
    <p:extLst>
      <p:ext uri="{BB962C8B-B14F-4D97-AF65-F5344CB8AC3E}">
        <p14:creationId xmlns:p14="http://schemas.microsoft.com/office/powerpoint/2010/main" val="579194342"/>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45B19-CDC9-96EE-C49D-1C6940CCF118}"/>
              </a:ext>
            </a:extLst>
          </p:cNvPr>
          <p:cNvSpPr>
            <a:spLocks noGrp="1"/>
          </p:cNvSpPr>
          <p:nvPr>
            <p:ph type="title"/>
          </p:nvPr>
        </p:nvSpPr>
        <p:spPr>
          <a:xfrm>
            <a:off x="1295401" y="982132"/>
            <a:ext cx="9601196" cy="1303867"/>
          </a:xfrm>
        </p:spPr>
        <p:txBody>
          <a:bodyPr>
            <a:normAutofit/>
          </a:bodyPr>
          <a:lstStyle/>
          <a:p>
            <a:pPr rtl="1">
              <a:lnSpc>
                <a:spcPct val="90000"/>
              </a:lnSpc>
            </a:pPr>
            <a:r>
              <a:rPr lang="fa-IR" sz="28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موافقتنامه، پیوست ها، شرایط عمومی و شرایط خصوصی پیمان های تامین کالا و تجهیزات، ساختمان و نصب به صورت توام  (</a:t>
            </a:r>
            <a:r>
              <a:rPr lang="en-US" sz="28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pc</a:t>
            </a:r>
            <a:r>
              <a:rPr lang="fa-IR" sz="28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 برای کار های صنعتی</a:t>
            </a:r>
            <a:br>
              <a:rPr lang="en-US" sz="28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rPr>
            </a:br>
            <a:endParaRPr lang="en-US" sz="2800" dirty="0">
              <a:solidFill>
                <a:srgbClr val="262626"/>
              </a:solidFill>
            </a:endParaRPr>
          </a:p>
        </p:txBody>
      </p:sp>
      <p:graphicFrame>
        <p:nvGraphicFramePr>
          <p:cNvPr id="5" name="Content Placeholder 2">
            <a:extLst>
              <a:ext uri="{FF2B5EF4-FFF2-40B4-BE49-F238E27FC236}">
                <a16:creationId xmlns:a16="http://schemas.microsoft.com/office/drawing/2014/main" id="{736E1539-F3CC-63FB-913B-8FDEFF05DE30}"/>
              </a:ext>
            </a:extLst>
          </p:cNvPr>
          <p:cNvGraphicFramePr>
            <a:graphicFrameLocks noGrp="1"/>
          </p:cNvGraphicFramePr>
          <p:nvPr>
            <p:ph idx="1"/>
            <p:extLst>
              <p:ext uri="{D42A27DB-BD31-4B8C-83A1-F6EECF244321}">
                <p14:modId xmlns:p14="http://schemas.microsoft.com/office/powerpoint/2010/main" val="934530547"/>
              </p:ext>
            </p:extLst>
          </p:nvPr>
        </p:nvGraphicFramePr>
        <p:xfrm>
          <a:off x="1295399" y="2772384"/>
          <a:ext cx="96011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FFA8D86F-1BE8-B036-79A3-BEEA883E900E}"/>
              </a:ext>
            </a:extLst>
          </p:cNvPr>
          <p:cNvSpPr txBox="1"/>
          <p:nvPr/>
        </p:nvSpPr>
        <p:spPr>
          <a:xfrm>
            <a:off x="8326805" y="2403052"/>
            <a:ext cx="2399071" cy="369332"/>
          </a:xfrm>
          <a:prstGeom prst="rect">
            <a:avLst/>
          </a:prstGeom>
          <a:noFill/>
        </p:spPr>
        <p:txBody>
          <a:bodyPr wrap="square" rtlCol="0">
            <a:spAutoFit/>
          </a:bodyPr>
          <a:lstStyle/>
          <a:p>
            <a:pPr algn="r" rtl="1"/>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پیوست ها:</a:t>
            </a:r>
            <a:endParaRPr lang="en-US"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4129443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40AD9-F529-AB98-B90F-2EA823E8ECBF}"/>
              </a:ext>
            </a:extLst>
          </p:cNvPr>
          <p:cNvSpPr>
            <a:spLocks noGrp="1"/>
          </p:cNvSpPr>
          <p:nvPr>
            <p:ph type="title"/>
          </p:nvPr>
        </p:nvSpPr>
        <p:spPr/>
        <p:txBody>
          <a:bodyPr/>
          <a:lstStyle/>
          <a:p>
            <a:pPr rtl="1"/>
            <a:r>
              <a:rPr lang="fa-IR" kern="100" dirty="0">
                <a:solidFill>
                  <a:schemeClr val="tx1"/>
                </a:solidFill>
                <a:latin typeface="Calibri" panose="020F0502020204030204" pitchFamily="34" charset="0"/>
                <a:ea typeface="Calibri" panose="020F0502020204030204" pitchFamily="34" charset="0"/>
                <a:cs typeface="2  Titr" panose="00000700000000000000" pitchFamily="2" charset="-78"/>
              </a:rPr>
              <a:t>دیگر تعاریف:</a:t>
            </a:r>
            <a:endParaRPr lang="en-US" kern="100" dirty="0">
              <a:solidFill>
                <a:schemeClr val="tx1"/>
              </a:solidFill>
              <a:latin typeface="Calibri" panose="020F0502020204030204" pitchFamily="34" charset="0"/>
              <a:ea typeface="Calibri" panose="020F0502020204030204" pitchFamily="34" charset="0"/>
              <a:cs typeface="2  Titr" panose="00000700000000000000" pitchFamily="2" charset="-78"/>
            </a:endParaRPr>
          </a:p>
        </p:txBody>
      </p:sp>
      <p:sp>
        <p:nvSpPr>
          <p:cNvPr id="3" name="Content Placeholder 2">
            <a:extLst>
              <a:ext uri="{FF2B5EF4-FFF2-40B4-BE49-F238E27FC236}">
                <a16:creationId xmlns:a16="http://schemas.microsoft.com/office/drawing/2014/main" id="{43DEFB3C-989F-1AD8-1A98-D2DDA1BA3994}"/>
              </a:ext>
            </a:extLst>
          </p:cNvPr>
          <p:cNvSpPr>
            <a:spLocks noGrp="1"/>
          </p:cNvSpPr>
          <p:nvPr>
            <p:ph idx="1"/>
          </p:nvPr>
        </p:nvSpPr>
        <p:spPr/>
        <p:txBody>
          <a:bodyPr/>
          <a:lstStyle/>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بازرس فنی: شخصی است حقیقی یا حقوقی ، که از سوی کارفرما به منظور نظارت بر فعالیت های کنترل کیفی کارهای انجام شده از سوی پیمانکار ، به کار گمارده می شود تا زیر نظر مهندس مشاور انجام وظیفه کند.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dirty="0">
                <a:effectLst/>
                <a:latin typeface="Calibri" panose="020F0502020204030204" pitchFamily="34" charset="0"/>
                <a:ea typeface="Calibri" panose="020F0502020204030204" pitchFamily="34" charset="0"/>
                <a:cs typeface="2  Titr" panose="00000700000000000000" pitchFamily="2" charset="-78"/>
              </a:rPr>
              <a:t>پیمانکار دست دوم: شخص حقیقی یا حقوقی است که به منظور انجام بخش و یـا بخـشهایی از عملیات ساختمان و نصب و خدمات فنی مرتبط با آن در « کارگاه » ، به وسیله پیمانکـار و از طریـق عقـد قرارداد ، به کار گمارده شده است . </a:t>
            </a: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کار: مجموعه خدمات تامین ، مصرف و به کارگیری مصالح و تجهیزات و عملیات سـاختمانی و نصب و راهاندازی است ، که طبق اسناد ومدارک پیمان باید تکمیل و تحویل شود</a:t>
            </a:r>
            <a:r>
              <a:rPr lang="en-US" sz="1800" kern="100" dirty="0">
                <a:effectLst/>
                <a:latin typeface="Calibri" panose="020F0502020204030204" pitchFamily="34" charset="0"/>
                <a:ea typeface="Calibri" panose="020F0502020204030204" pitchFamily="34" charset="0"/>
                <a:cs typeface="2  Titr" panose="00000700000000000000" pitchFamily="2" charset="-78"/>
              </a:rPr>
              <a: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just" rtl="1"/>
            <a:r>
              <a:rPr lang="fa-IR" sz="1800" kern="100" dirty="0">
                <a:effectLst/>
                <a:latin typeface="Calibri" panose="020F0502020204030204" pitchFamily="34" charset="0"/>
                <a:ea typeface="Calibri" panose="020F0502020204030204" pitchFamily="34" charset="0"/>
                <a:cs typeface="2  Titr" panose="00000700000000000000" pitchFamily="2" charset="-78"/>
              </a:rPr>
              <a:t>عملیات ساختمان و نصب: عبارت از عملیات اجرایی اعم از سیویل و سازه ، مکانیک ، لولهکشی ، برق ، ابزار دقیق ، رنگ ، عایق و سایر کارهای تکمیلی مرتبط با آنها است ، که در محـل « کارگـاه » بـه منظور احداث کار موضوع پیمان ، تا مرحله پیش راه اندازی ، با استفاده از « مصالح و تجهیزات » . به اجـرا در می آید.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buNone/>
            </a:pPr>
            <a:endParaRPr lang="en-US" dirty="0"/>
          </a:p>
        </p:txBody>
      </p:sp>
    </p:spTree>
    <p:extLst>
      <p:ext uri="{BB962C8B-B14F-4D97-AF65-F5344CB8AC3E}">
        <p14:creationId xmlns:p14="http://schemas.microsoft.com/office/powerpoint/2010/main" val="2985499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88"/>
            <a:ext cx="3823215"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23D6975B-F82D-0D83-B37B-95770C79513C}"/>
              </a:ext>
            </a:extLst>
          </p:cNvPr>
          <p:cNvSpPr>
            <a:spLocks noGrp="1"/>
          </p:cNvSpPr>
          <p:nvPr>
            <p:ph type="title"/>
          </p:nvPr>
        </p:nvSpPr>
        <p:spPr>
          <a:xfrm>
            <a:off x="1055599" y="1055077"/>
            <a:ext cx="2532909" cy="4794578"/>
          </a:xfrm>
        </p:spPr>
        <p:txBody>
          <a:bodyPr>
            <a:normAutofit/>
          </a:bodyPr>
          <a:lstStyle/>
          <a:p>
            <a:pPr rtl="1"/>
            <a:r>
              <a:rPr lang="fa-IR" sz="36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قرارداد همسان خرید تجهیزات (</a:t>
            </a:r>
            <a:r>
              <a:rPr lang="en-US" sz="36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p</a:t>
            </a:r>
            <a:r>
              <a:rPr lang="fa-IR" sz="36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 برای خرید های خارجی</a:t>
            </a:r>
            <a:br>
              <a:rPr lang="en-US"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rPr>
            </a:br>
            <a:endParaRPr lang="en-US" dirty="0">
              <a:solidFill>
                <a:srgbClr val="262626"/>
              </a:solidFill>
            </a:endParaRPr>
          </a:p>
        </p:txBody>
      </p:sp>
      <p:sp useBgFill="1">
        <p:nvSpPr>
          <p:cNvPr id="15" name="Rectangle 14">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053" y="-2"/>
            <a:ext cx="753994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BCD55738-A284-85D3-EE9C-C400EC57B089}"/>
              </a:ext>
            </a:extLst>
          </p:cNvPr>
          <p:cNvGraphicFramePr>
            <a:graphicFrameLocks noGrp="1"/>
          </p:cNvGraphicFramePr>
          <p:nvPr>
            <p:ph idx="1"/>
            <p:extLst>
              <p:ext uri="{D42A27DB-BD31-4B8C-83A1-F6EECF244321}">
                <p14:modId xmlns:p14="http://schemas.microsoft.com/office/powerpoint/2010/main" val="810442045"/>
              </p:ext>
            </p:extLst>
          </p:nvPr>
        </p:nvGraphicFramePr>
        <p:xfrm>
          <a:off x="5470072" y="804670"/>
          <a:ext cx="5914209"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81572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E66D3F-14EA-4BCD-819B-EEF581746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D49D3EDE-CC3B-4573-A04B-26F32F1B2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3" name="Picture 12">
              <a:extLst>
                <a:ext uri="{FF2B5EF4-FFF2-40B4-BE49-F238E27FC236}">
                  <a16:creationId xmlns:a16="http://schemas.microsoft.com/office/drawing/2014/main" id="{700D0D4B-CC81-434D-B595-71AA691923B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B8047919-8C66-4EF3-9979-FB7112EB6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5" name="Picture 14">
              <a:extLst>
                <a:ext uri="{FF2B5EF4-FFF2-40B4-BE49-F238E27FC236}">
                  <a16:creationId xmlns:a16="http://schemas.microsoft.com/office/drawing/2014/main" id="{C00195C4-7BCF-469C-A003-AC2F0D2F910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CEE82425-33CD-4CF1-9623-91BECE687F6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AADC4E4E-23B1-3002-67B2-F9FA52D6D476}"/>
              </a:ext>
            </a:extLst>
          </p:cNvPr>
          <p:cNvSpPr>
            <a:spLocks noGrp="1"/>
          </p:cNvSpPr>
          <p:nvPr>
            <p:ph type="title"/>
          </p:nvPr>
        </p:nvSpPr>
        <p:spPr>
          <a:xfrm>
            <a:off x="6094412" y="982132"/>
            <a:ext cx="4802185" cy="1303867"/>
          </a:xfrm>
        </p:spPr>
        <p:txBody>
          <a:bodyPr>
            <a:normAutofit/>
          </a:bodyPr>
          <a:lstStyle/>
          <a:p>
            <a:pPr rtl="1">
              <a:lnSpc>
                <a:spcPct val="90000"/>
              </a:lnSpc>
            </a:pPr>
            <a:r>
              <a:rPr lang="fa-IR" sz="2800" kern="100">
                <a:solidFill>
                  <a:srgbClr val="262626"/>
                </a:solidFill>
                <a:effectLst/>
                <a:latin typeface="Calibri" panose="020F0502020204030204" pitchFamily="34" charset="0"/>
                <a:ea typeface="Calibri" panose="020F0502020204030204" pitchFamily="34" charset="0"/>
                <a:cs typeface="2  Titr" panose="00000700000000000000" pitchFamily="2" charset="-78"/>
              </a:rPr>
              <a:t>قرارداد همسان خرید تجهیزات (</a:t>
            </a:r>
            <a:r>
              <a:rPr lang="en-US" sz="28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p</a:t>
            </a:r>
            <a:r>
              <a:rPr lang="fa-IR" sz="2800" kern="100">
                <a:solidFill>
                  <a:srgbClr val="262626"/>
                </a:solidFill>
                <a:effectLst/>
                <a:latin typeface="Calibri" panose="020F0502020204030204" pitchFamily="34" charset="0"/>
                <a:ea typeface="Calibri" panose="020F0502020204030204" pitchFamily="34" charset="0"/>
                <a:cs typeface="2  Titr" panose="00000700000000000000" pitchFamily="2" charset="-78"/>
              </a:rPr>
              <a:t> ) برای خرید های خارجی</a:t>
            </a:r>
            <a:br>
              <a:rPr lang="en-US" sz="28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rPr>
            </a:br>
            <a:endParaRPr lang="en-US" sz="2800" dirty="0">
              <a:solidFill>
                <a:srgbClr val="262626"/>
              </a:solidFill>
            </a:endParaRPr>
          </a:p>
        </p:txBody>
      </p:sp>
      <p:sp>
        <p:nvSpPr>
          <p:cNvPr id="18" name="Rectangle 17">
            <a:extLst>
              <a:ext uri="{FF2B5EF4-FFF2-40B4-BE49-F238E27FC236}">
                <a16:creationId xmlns:a16="http://schemas.microsoft.com/office/drawing/2014/main" id="{DD5289D1-D3B7-4C53-823E-280A79C02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4517009"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grey and white cover with a pattern&#10;&#10;Description automatically generated with medium confidence">
            <a:extLst>
              <a:ext uri="{FF2B5EF4-FFF2-40B4-BE49-F238E27FC236}">
                <a16:creationId xmlns:a16="http://schemas.microsoft.com/office/drawing/2014/main" id="{5E7A0795-FB19-A5C0-136B-16F74043AD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71570" y="1410208"/>
            <a:ext cx="2759027" cy="3858780"/>
          </a:xfrm>
          <a:prstGeom prst="rect">
            <a:avLst/>
          </a:prstGeom>
        </p:spPr>
      </p:pic>
      <p:cxnSp>
        <p:nvCxnSpPr>
          <p:cNvPr id="20" name="Straight Connector 19">
            <a:extLst>
              <a:ext uri="{FF2B5EF4-FFF2-40B4-BE49-F238E27FC236}">
                <a16:creationId xmlns:a16="http://schemas.microsoft.com/office/drawing/2014/main" id="{A456CE10-0EE3-4503-ACF3-1D53A6FDBB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4412" y="2400639"/>
            <a:ext cx="4802185"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01D0F071-1113-820C-4E36-D10C16F342A8}"/>
              </a:ext>
            </a:extLst>
          </p:cNvPr>
          <p:cNvSpPr>
            <a:spLocks noGrp="1"/>
          </p:cNvSpPr>
          <p:nvPr>
            <p:ph idx="1"/>
          </p:nvPr>
        </p:nvSpPr>
        <p:spPr>
          <a:xfrm>
            <a:off x="6094412" y="2556932"/>
            <a:ext cx="4802184" cy="3318936"/>
          </a:xfrm>
        </p:spPr>
        <p:txBody>
          <a:bodyPr>
            <a:normAutofit/>
          </a:bodyPr>
          <a:lstStyle/>
          <a:p>
            <a:pPr marL="0" marR="0" algn="just" rtl="1">
              <a:lnSpc>
                <a:spcPct val="90000"/>
              </a:lnSpc>
              <a:spcBef>
                <a:spcPts val="0"/>
              </a:spcBef>
              <a:spcAft>
                <a:spcPts val="800"/>
              </a:spcAft>
            </a:pPr>
            <a:r>
              <a:rPr lang="fa-IR" sz="19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 سایر اسناد و مدارکی که بر اساس مفاد قرار داد در مدت اجرا قابل تنظیم می شود.</a:t>
            </a:r>
            <a:endParaRPr lang="en-US" sz="19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endParaRPr>
          </a:p>
          <a:p>
            <a:pPr marL="0" marR="0" algn="just" rtl="1">
              <a:lnSpc>
                <a:spcPct val="90000"/>
              </a:lnSpc>
              <a:spcBef>
                <a:spcPts val="0"/>
              </a:spcBef>
              <a:spcAft>
                <a:spcPts val="800"/>
              </a:spcAft>
            </a:pPr>
            <a:r>
              <a:rPr lang="fa-IR" sz="19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هدف اسناد قرارداد: هدف اسناد قرارداد توصیف کار موضوع قرارداد است که باید طبق اسناد قرارداد اجرا شود.</a:t>
            </a:r>
            <a:endParaRPr lang="en-US" sz="19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endParaRPr>
          </a:p>
          <a:p>
            <a:pPr marL="0" marR="0" algn="just" rtl="1">
              <a:lnSpc>
                <a:spcPct val="90000"/>
              </a:lnSpc>
              <a:spcBef>
                <a:spcPts val="0"/>
              </a:spcBef>
              <a:spcAft>
                <a:spcPts val="800"/>
              </a:spcAft>
            </a:pPr>
            <a:r>
              <a:rPr lang="fa-IR" sz="19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مالکیت اسناد: مالکیت نقشه ها و مدارکی که به وسیله خریدار تهیه شده است، از آن خریدار است و فروشنده نمی تواند بدون اجازه خریدار از آنها به عنوان کار های خارج از موضوع این قرارداد استفا</a:t>
            </a:r>
            <a:r>
              <a:rPr lang="fa-IR" sz="1900" kern="100" dirty="0">
                <a:solidFill>
                  <a:srgbClr val="262626"/>
                </a:solidFill>
                <a:latin typeface="Calibri" panose="020F0502020204030204" pitchFamily="34" charset="0"/>
                <a:ea typeface="Calibri" panose="020F0502020204030204" pitchFamily="34" charset="0"/>
                <a:cs typeface="2  Titr" panose="00000700000000000000" pitchFamily="2" charset="-78"/>
              </a:rPr>
              <a:t>ذ</a:t>
            </a:r>
            <a:r>
              <a:rPr lang="fa-IR" sz="1900" kern="100" dirty="0">
                <a:solidFill>
                  <a:srgbClr val="262626"/>
                </a:solidFill>
                <a:effectLst/>
                <a:latin typeface="Calibri" panose="020F0502020204030204" pitchFamily="34" charset="0"/>
                <a:ea typeface="Calibri" panose="020F0502020204030204" pitchFamily="34" charset="0"/>
                <a:cs typeface="2  Titr" panose="00000700000000000000" pitchFamily="2" charset="-78"/>
              </a:rPr>
              <a:t>ه کند مگر با موافقت خریدار.</a:t>
            </a:r>
            <a:endParaRPr lang="en-US" sz="1900" kern="100" dirty="0">
              <a:solidFill>
                <a:srgbClr val="262626"/>
              </a:solidFill>
              <a:effectLst/>
              <a:latin typeface="Calibri" panose="020F0502020204030204" pitchFamily="34" charset="0"/>
              <a:ea typeface="Calibri" panose="020F0502020204030204" pitchFamily="34" charset="0"/>
              <a:cs typeface="Arial" panose="020B0604020202020204" pitchFamily="34" charset="0"/>
            </a:endParaRPr>
          </a:p>
          <a:p>
            <a:pPr marL="0" indent="0" rtl="1">
              <a:lnSpc>
                <a:spcPct val="90000"/>
              </a:lnSpc>
              <a:buNone/>
            </a:pPr>
            <a:endParaRPr lang="fa-IR" sz="1900" dirty="0">
              <a:solidFill>
                <a:srgbClr val="262626"/>
              </a:solidFill>
            </a:endParaRPr>
          </a:p>
          <a:p>
            <a:pPr marL="0" indent="0" rtl="1">
              <a:lnSpc>
                <a:spcPct val="90000"/>
              </a:lnSpc>
              <a:buNone/>
            </a:pPr>
            <a:endParaRPr lang="en-US" sz="1900" dirty="0">
              <a:solidFill>
                <a:srgbClr val="262626"/>
              </a:solidFill>
            </a:endParaRPr>
          </a:p>
        </p:txBody>
      </p:sp>
    </p:spTree>
    <p:extLst>
      <p:ext uri="{BB962C8B-B14F-4D97-AF65-F5344CB8AC3E}">
        <p14:creationId xmlns:p14="http://schemas.microsoft.com/office/powerpoint/2010/main" val="13464728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B0A9-CCCD-0D80-B6C1-180E83D36A35}"/>
              </a:ext>
            </a:extLst>
          </p:cNvPr>
          <p:cNvSpPr>
            <a:spLocks noGrp="1"/>
          </p:cNvSpPr>
          <p:nvPr>
            <p:ph type="title"/>
          </p:nvPr>
        </p:nvSpPr>
        <p:spPr/>
        <p:txBody>
          <a:bodyPr/>
          <a:lstStyle/>
          <a:p>
            <a:r>
              <a:rPr lang="fa-IR" sz="2800" kern="100" dirty="0">
                <a:effectLst/>
                <a:latin typeface="Calibri" panose="020F0502020204030204" pitchFamily="34" charset="0"/>
                <a:ea typeface="Calibri" panose="020F0502020204030204" pitchFamily="34" charset="0"/>
                <a:cs typeface="2  Titr" panose="00000700000000000000" pitchFamily="2" charset="-78"/>
              </a:rPr>
              <a:t>تعهدات و مسئولیهای فروشنده </a:t>
            </a:r>
            <a:br>
              <a:rPr lang="en-US" sz="1800" kern="1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F4F199D5-4EA9-075B-7D6A-883D0808D180}"/>
              </a:ext>
            </a:extLst>
          </p:cNvPr>
          <p:cNvSpPr>
            <a:spLocks noGrp="1"/>
          </p:cNvSpPr>
          <p:nvPr>
            <p:ph idx="1"/>
          </p:nvPr>
        </p:nvSpPr>
        <p:spPr>
          <a:xfrm>
            <a:off x="7576457" y="2556932"/>
            <a:ext cx="3320139" cy="3318936"/>
          </a:xfrm>
        </p:spPr>
        <p:txBody>
          <a:bodyPr/>
          <a:lstStyle/>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نقشه ها و دستور العمل ها </a:t>
            </a: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نو </a:t>
            </a:r>
            <a:r>
              <a:rPr lang="fa-IR" sz="1800" dirty="0">
                <a:latin typeface="Calibri" panose="020F0502020204030204" pitchFamily="34" charset="0"/>
                <a:ea typeface="Calibri" panose="020F0502020204030204" pitchFamily="34" charset="0"/>
                <a:cs typeface="2  Titr" panose="00000700000000000000" pitchFamily="2" charset="-78"/>
              </a:rPr>
              <a:t>بودن تجهیزات</a:t>
            </a:r>
          </a:p>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آزمایش</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بسته بندی و علامت گذاری بسته ها</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حمل</a:t>
            </a:r>
          </a:p>
          <a:p>
            <a:pPr algn="r" rtl="1"/>
            <a:r>
              <a:rPr lang="fa-IR" sz="1800" kern="100" dirty="0">
                <a:effectLst/>
                <a:latin typeface="Calibri" panose="020F0502020204030204" pitchFamily="34" charset="0"/>
                <a:ea typeface="Calibri" panose="020F0502020204030204" pitchFamily="34" charset="0"/>
                <a:cs typeface="2  Titr" panose="00000700000000000000" pitchFamily="2" charset="-78"/>
              </a:rPr>
              <a:t>تهیه اسناد حمل</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مشخصات محموله </a:t>
            </a:r>
            <a:endParaRPr lang="fa-IR" sz="1800" dirty="0">
              <a:latin typeface="Calibri" panose="020F0502020204030204" pitchFamily="34" charset="0"/>
              <a:ea typeface="Calibri" panose="020F0502020204030204" pitchFamily="34" charset="0"/>
              <a:cs typeface="2  Titr" panose="00000700000000000000" pitchFamily="2" charset="-78"/>
            </a:endParaRPr>
          </a:p>
          <a:p>
            <a:pPr algn="r" rtl="1"/>
            <a:r>
              <a:rPr lang="fa-IR" sz="1800" dirty="0">
                <a:effectLst/>
                <a:latin typeface="Calibri" panose="020F0502020204030204" pitchFamily="34" charset="0"/>
                <a:ea typeface="Calibri" panose="020F0502020204030204" pitchFamily="34" charset="0"/>
                <a:cs typeface="2  Titr" panose="00000700000000000000" pitchFamily="2" charset="-78"/>
              </a:rPr>
              <a:t>تامین لوازم یدکی</a:t>
            </a:r>
            <a:endParaRPr lang="en-US" dirty="0"/>
          </a:p>
        </p:txBody>
      </p:sp>
      <p:sp>
        <p:nvSpPr>
          <p:cNvPr id="4" name="TextBox 3">
            <a:extLst>
              <a:ext uri="{FF2B5EF4-FFF2-40B4-BE49-F238E27FC236}">
                <a16:creationId xmlns:a16="http://schemas.microsoft.com/office/drawing/2014/main" id="{D288E2EB-6B86-EEF7-9122-6BFED9BC2767}"/>
              </a:ext>
            </a:extLst>
          </p:cNvPr>
          <p:cNvSpPr txBox="1"/>
          <p:nvPr/>
        </p:nvSpPr>
        <p:spPr>
          <a:xfrm>
            <a:off x="2900516" y="2546555"/>
            <a:ext cx="4321166" cy="1754326"/>
          </a:xfrm>
          <a:prstGeom prst="rect">
            <a:avLst/>
          </a:prstGeom>
          <a:noFill/>
        </p:spPr>
        <p:txBody>
          <a:bodyPr wrap="square" rtlCol="0">
            <a:spAutoFit/>
          </a:bodyPr>
          <a:lstStyle/>
          <a:p>
            <a:pPr marL="285750" indent="-285750" algn="r" rtl="1">
              <a:buFont typeface="Arial" panose="020B0604020202020204" pitchFamily="34" charset="0"/>
              <a:buChar char="•"/>
            </a:pPr>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نظارت </a:t>
            </a:r>
          </a:p>
          <a:p>
            <a:pPr marL="285750" indent="-285750" algn="r" rtl="1">
              <a:buFont typeface="Arial" panose="020B0604020202020204" pitchFamily="34" charset="0"/>
              <a:buChar char="•"/>
            </a:pPr>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مالیات، عوارض، حقوق بیمه تامین اجتماعی</a:t>
            </a:r>
          </a:p>
          <a:p>
            <a:pPr marL="285750" indent="-285750" algn="r" rtl="1">
              <a:buFont typeface="Arial" panose="020B0604020202020204" pitchFamily="34" charset="0"/>
              <a:buChar char="•"/>
            </a:pPr>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دعاوی حق اختراع و علایم تجاری </a:t>
            </a:r>
          </a:p>
          <a:p>
            <a:pPr marL="285750" indent="-285750" algn="r" rtl="1">
              <a:buFont typeface="Arial" panose="020B0604020202020204" pitchFamily="34" charset="0"/>
              <a:buChar char="•"/>
            </a:pPr>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تضمین های عملکردی </a:t>
            </a:r>
          </a:p>
          <a:p>
            <a:pPr marL="285750" indent="-285750" algn="r" rtl="1">
              <a:buFont typeface="Arial" panose="020B0604020202020204" pitchFamily="34" charset="0"/>
              <a:buChar char="•"/>
            </a:pPr>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دوره رفع نقص </a:t>
            </a:r>
          </a:p>
          <a:p>
            <a:pPr marL="285750" indent="-285750" algn="r" rtl="1">
              <a:buFont typeface="Arial" panose="020B0604020202020204" pitchFamily="34" charset="0"/>
              <a:buChar char="•"/>
            </a:pPr>
            <a:r>
              <a:rPr lang="fa-IR"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rPr>
              <a:t>بازرسی</a:t>
            </a:r>
            <a:endParaRPr lang="en-US" dirty="0">
              <a:solidFill>
                <a:schemeClr val="tx1">
                  <a:lumMod val="85000"/>
                  <a:lumOff val="15000"/>
                </a:schemeClr>
              </a:solidFill>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40446338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ACEA1-B5C0-9581-F26B-308AF4F04928}"/>
              </a:ext>
            </a:extLst>
          </p:cNvPr>
          <p:cNvSpPr>
            <a:spLocks noGrp="1"/>
          </p:cNvSpPr>
          <p:nvPr>
            <p:ph type="title"/>
          </p:nvPr>
        </p:nvSpPr>
        <p:spPr/>
        <p:txBody>
          <a:bodyPr>
            <a:normAutofit/>
          </a:bodyPr>
          <a:lstStyle/>
          <a:p>
            <a:r>
              <a:rPr lang="fa-IR" sz="3600" dirty="0">
                <a:effectLst/>
                <a:latin typeface="Calibri" panose="020F0502020204030204" pitchFamily="34" charset="0"/>
                <a:ea typeface="Calibri" panose="020F0502020204030204" pitchFamily="34" charset="0"/>
                <a:cs typeface="2  Titr" panose="00000700000000000000" pitchFamily="2" charset="-78"/>
              </a:rPr>
              <a:t>بازرسی:</a:t>
            </a:r>
            <a:endParaRPr lang="en-US" sz="7200" dirty="0"/>
          </a:p>
        </p:txBody>
      </p:sp>
      <p:graphicFrame>
        <p:nvGraphicFramePr>
          <p:cNvPr id="7" name="Content Placeholder 2">
            <a:extLst>
              <a:ext uri="{FF2B5EF4-FFF2-40B4-BE49-F238E27FC236}">
                <a16:creationId xmlns:a16="http://schemas.microsoft.com/office/drawing/2014/main" id="{365971BA-9FB5-29CF-E2DA-3A6886A82893}"/>
              </a:ext>
            </a:extLst>
          </p:cNvPr>
          <p:cNvGraphicFramePr>
            <a:graphicFrameLocks noGrp="1"/>
          </p:cNvGraphicFramePr>
          <p:nvPr>
            <p:ph idx="1"/>
            <p:extLst>
              <p:ext uri="{D42A27DB-BD31-4B8C-83A1-F6EECF244321}">
                <p14:modId xmlns:p14="http://schemas.microsoft.com/office/powerpoint/2010/main" val="3859551822"/>
              </p:ext>
            </p:extLst>
          </p:nvPr>
        </p:nvGraphicFramePr>
        <p:xfrm>
          <a:off x="1295401" y="2556932"/>
          <a:ext cx="9601196" cy="3318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29200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E46B4-6BA3-F3CD-E962-DB60DBF2A9C4}"/>
              </a:ext>
            </a:extLst>
          </p:cNvPr>
          <p:cNvSpPr>
            <a:spLocks noGrp="1"/>
          </p:cNvSpPr>
          <p:nvPr>
            <p:ph type="title"/>
          </p:nvPr>
        </p:nvSpPr>
        <p:spPr/>
        <p:txBody>
          <a:bodyPr>
            <a:normAutofit fontScale="90000"/>
          </a:bodyPr>
          <a:lstStyle/>
          <a:p>
            <a:pPr rtl="1"/>
            <a:r>
              <a:rPr lang="fa-IR" sz="2800" kern="100" dirty="0">
                <a:effectLst/>
                <a:latin typeface="Calibri" panose="020F0502020204030204" pitchFamily="34" charset="0"/>
                <a:ea typeface="Calibri" panose="020F0502020204030204" pitchFamily="34" charset="0"/>
                <a:cs typeface="2  Titr" panose="00000700000000000000" pitchFamily="2" charset="-78"/>
              </a:rPr>
              <a:t>قوانین مالی در پیمان های (</a:t>
            </a:r>
            <a:r>
              <a:rPr lang="en-US" sz="2800" kern="100" dirty="0">
                <a:effectLst/>
                <a:latin typeface="Calibri" panose="020F0502020204030204" pitchFamily="34" charset="0"/>
                <a:ea typeface="Calibri" panose="020F0502020204030204" pitchFamily="34" charset="0"/>
                <a:cs typeface="2  Titr" panose="00000700000000000000" pitchFamily="2" charset="-78"/>
              </a:rPr>
              <a:t>  </a:t>
            </a:r>
            <a:r>
              <a:rPr lang="en-US" sz="2800" kern="100" dirty="0">
                <a:effectLst/>
                <a:latin typeface="2  Titr" panose="00000700000000000000" pitchFamily="2" charset="-78"/>
                <a:ea typeface="Calibri" panose="020F0502020204030204" pitchFamily="34" charset="0"/>
                <a:cs typeface="Arial" panose="020B0604020202020204" pitchFamily="34" charset="0"/>
              </a:rPr>
              <a:t> </a:t>
            </a:r>
            <a:r>
              <a:rPr lang="en-US" sz="2800" kern="100" dirty="0">
                <a:effectLst/>
                <a:latin typeface="Calibri" panose="020F0502020204030204" pitchFamily="34" charset="0"/>
                <a:ea typeface="Calibri" panose="020F0502020204030204" pitchFamily="34" charset="0"/>
                <a:cs typeface="2  Titr" panose="00000700000000000000" pitchFamily="2" charset="-78"/>
              </a:rPr>
              <a:t>EPC, PC, EP</a:t>
            </a:r>
            <a:r>
              <a:rPr lang="fa-IR" sz="2800" kern="100" dirty="0">
                <a:effectLst/>
                <a:latin typeface="Calibri" panose="020F0502020204030204" pitchFamily="34" charset="0"/>
                <a:ea typeface="Calibri" panose="020F0502020204030204" pitchFamily="34" charset="0"/>
                <a:cs typeface="2  Titr" panose="00000700000000000000" pitchFamily="2" charset="-78"/>
              </a:rPr>
              <a:t>  ) طبق بخشنامه مرداد 1400</a:t>
            </a:r>
            <a:br>
              <a:rPr lang="en-US" sz="2800" kern="100" dirty="0">
                <a:effectLst/>
                <a:latin typeface="Calibri" panose="020F0502020204030204" pitchFamily="34" charset="0"/>
                <a:ea typeface="Calibri" panose="020F0502020204030204" pitchFamily="34" charset="0"/>
                <a:cs typeface="Arial" panose="020B0604020202020204" pitchFamily="34" charset="0"/>
              </a:rPr>
            </a:br>
            <a:endParaRPr lang="en-US" sz="6000" dirty="0"/>
          </a:p>
        </p:txBody>
      </p:sp>
      <p:sp>
        <p:nvSpPr>
          <p:cNvPr id="3" name="Content Placeholder 2">
            <a:extLst>
              <a:ext uri="{FF2B5EF4-FFF2-40B4-BE49-F238E27FC236}">
                <a16:creationId xmlns:a16="http://schemas.microsoft.com/office/drawing/2014/main" id="{76C3A459-A66A-1BBF-D366-63A288B47038}"/>
              </a:ext>
            </a:extLst>
          </p:cNvPr>
          <p:cNvSpPr>
            <a:spLocks noGrp="1"/>
          </p:cNvSpPr>
          <p:nvPr>
            <p:ph idx="1"/>
          </p:nvPr>
        </p:nvSpPr>
        <p:spPr/>
        <p:txBody>
          <a:bodyPr>
            <a:normAutofit fontScale="92500" lnSpcReduction="20000"/>
          </a:bodyPr>
          <a:lstStyle/>
          <a:p>
            <a:pPr marL="0" marR="0" algn="r" rtl="1">
              <a:lnSpc>
                <a:spcPct val="107000"/>
              </a:lnSpc>
              <a:spcBef>
                <a:spcPts val="0"/>
              </a:spcBef>
              <a:spcAft>
                <a:spcPts val="800"/>
              </a:spcAft>
            </a:pPr>
            <a:r>
              <a:rPr lang="fa-IR" sz="1800" kern="100" dirty="0">
                <a:effectLst/>
                <a:latin typeface="Calibri" panose="020F0502020204030204" pitchFamily="34" charset="0"/>
                <a:ea typeface="Calibri" panose="020F0502020204030204" pitchFamily="34" charset="0"/>
                <a:cs typeface="2  Titr" panose="00000700000000000000" pitchFamily="2" charset="-78"/>
              </a:rPr>
              <a:t> تعیین قیمت كارهاي مشروط براي كاركردهاي پس از ابلاغ این بخشنامه، براي مبالغ مشروطِ تا 10 درصد مبلغ اولیه پیمان منوط به تایید كارفرما و براي مبالغ مشروط بیشتر، نیاز به تایید كل مبلغ مشروط توسط وزیر یا بالاترین مقام كشوري سازمان كارفرما براي كارفرماهایي كه تابع هیچ یک از وزارتخانه ها نیستند، مي باشد.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kern="100" dirty="0">
                <a:effectLst/>
                <a:latin typeface="Calibri" panose="020F0502020204030204" pitchFamily="34" charset="0"/>
                <a:ea typeface="Calibri" panose="020F0502020204030204" pitchFamily="34" charset="0"/>
                <a:cs typeface="2  Titr" panose="00000700000000000000" pitchFamily="2" charset="-78"/>
              </a:rPr>
              <a:t> مبالغ مشروط در شرایط عمومي پیمان هاي مشمول این بخشنامه، براي انعقاد پیمانهایي كه آخرین مهلت ارائه قیمت پس از تاریخ 1400/07/01 باشد، حداكثر تا سقف 10 درصد مبلغ اولیه پیمان مجاز مي باشد.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kern="100" dirty="0">
                <a:effectLst/>
                <a:latin typeface="Calibri" panose="020F0502020204030204" pitchFamily="34" charset="0"/>
                <a:ea typeface="Calibri" panose="020F0502020204030204" pitchFamily="34" charset="0"/>
                <a:cs typeface="2  Titr" panose="00000700000000000000" pitchFamily="2" charset="-78"/>
              </a:rPr>
              <a:t> هر نوع پرداخت از محل مبلغ مشروط به تناسب كارها، خدمات یا تأمین مصالح و تجهیزاتي صورت ميگیرد كه با دستور كارفرما از پیمانکار درخواست شده باشد. درج مبلغ مشروط در پیمان، هیچگونه تعهدي براي كارفرما در برابر پیمانکار در این خصوص، ایجاد نمي كند</a:t>
            </a:r>
            <a:r>
              <a:rPr lang="en-US" sz="1800" kern="100" dirty="0">
                <a:effectLst/>
                <a:latin typeface="Calibri" panose="020F0502020204030204" pitchFamily="34" charset="0"/>
                <a:ea typeface="Calibri" panose="020F0502020204030204" pitchFamily="34" charset="0"/>
                <a:cs typeface="2  Titr" panose="00000700000000000000" pitchFamily="2" charset="-78"/>
              </a:rPr>
              <a: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kern="100" dirty="0">
                <a:effectLst/>
                <a:latin typeface="Calibri" panose="020F0502020204030204" pitchFamily="34" charset="0"/>
                <a:ea typeface="Calibri" panose="020F0502020204030204" pitchFamily="34" charset="0"/>
                <a:cs typeface="2  Titr" panose="00000700000000000000" pitchFamily="2" charset="-78"/>
              </a:rPr>
              <a:t> پیمانکار قیمت كارهاي مشروط را مطابق ماده 3-54 محاسبه و تسلیم مشاور كارفرما ميكند. تعیین قیمت كارهاي مشروط منوط به ارائه تجزیهبها، قیمت واحد و یا اسناد مثبته انجام كار به مشاور كارفرما ميباشد. قیمتي كه با توافق پیمانکار و مشاور كارفرما تعیین شود و به تصویب كارفرما برسد مالك پرداخت است. قیمتهایي كه به این صورت تعیین ميشود باید بر حسب هزینه اجراي كار در محل اجرا محاسبه گردد</a:t>
            </a:r>
            <a:r>
              <a:rPr lang="en-US" sz="1800" kern="100" dirty="0">
                <a:effectLst/>
                <a:latin typeface="Calibri" panose="020F0502020204030204" pitchFamily="34" charset="0"/>
                <a:ea typeface="Calibri" panose="020F0502020204030204" pitchFamily="34" charset="0"/>
                <a:cs typeface="2  Titr" panose="00000700000000000000" pitchFamily="2" charset="-78"/>
              </a:rPr>
              <a: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15312533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224A92-B71D-4244-9CEE-E80F9BD11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069A319-3937-4297-B7D8-6745097B9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85" y="487353"/>
            <a:ext cx="11218182" cy="5883295"/>
          </a:xfrm>
          <a:prstGeom prst="rect">
            <a:avLst/>
          </a:prstGeom>
          <a:blipFill dpi="0" rotWithShape="1">
            <a:blip r:embed="rId3"/>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3FDFE78-2422-40CD-BC53-9E0C459C9D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76"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0B745965-F0E6-62A5-17DB-75E4E92F924B}"/>
              </a:ext>
            </a:extLst>
          </p:cNvPr>
          <p:cNvSpPr>
            <a:spLocks noGrp="1"/>
          </p:cNvSpPr>
          <p:nvPr>
            <p:ph type="title"/>
          </p:nvPr>
        </p:nvSpPr>
        <p:spPr>
          <a:xfrm>
            <a:off x="7535825" y="982132"/>
            <a:ext cx="3360772" cy="4625172"/>
          </a:xfrm>
        </p:spPr>
        <p:txBody>
          <a:bodyPr>
            <a:normAutofit/>
          </a:bodyPr>
          <a:lstStyle/>
          <a:p>
            <a:r>
              <a:rPr lang="fa-IR" dirty="0">
                <a:solidFill>
                  <a:srgbClr val="262626"/>
                </a:solidFill>
                <a:latin typeface="Calibri" panose="020F0502020204030204" pitchFamily="34" charset="0"/>
                <a:ea typeface="Calibri" panose="020F0502020204030204" pitchFamily="34" charset="0"/>
                <a:cs typeface="2  Titr" panose="00000700000000000000" pitchFamily="2" charset="-78"/>
              </a:rPr>
              <a:t>آیین نامه اجرای کار:</a:t>
            </a:r>
            <a:endParaRPr lang="en-US" dirty="0">
              <a:solidFill>
                <a:srgbClr val="262626"/>
              </a:solidFill>
              <a:latin typeface="Calibri" panose="020F0502020204030204" pitchFamily="34" charset="0"/>
              <a:ea typeface="Calibri" panose="020F0502020204030204" pitchFamily="34" charset="0"/>
              <a:cs typeface="2  Titr" panose="00000700000000000000" pitchFamily="2" charset="-78"/>
            </a:endParaRPr>
          </a:p>
        </p:txBody>
      </p:sp>
      <p:sp>
        <p:nvSpPr>
          <p:cNvPr id="16" name="Rectangle 15">
            <a:extLst>
              <a:ext uri="{FF2B5EF4-FFF2-40B4-BE49-F238E27FC236}">
                <a16:creationId xmlns:a16="http://schemas.microsoft.com/office/drawing/2014/main" id="{A97E302E-4D34-42E4-94A8-4FC0AF572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5942687" cy="4515104"/>
          </a:xfrm>
          <a:prstGeom prst="rect">
            <a:avLst/>
          </a:prstGeom>
          <a:noFill/>
          <a:ln w="57150" cmpd="thickThin">
            <a:solidFill>
              <a:srgbClr val="7F7F7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2A4E1152-64EB-D20E-C180-DC6BD8ED0F8E}"/>
              </a:ext>
            </a:extLst>
          </p:cNvPr>
          <p:cNvGraphicFramePr>
            <a:graphicFrameLocks noGrp="1"/>
          </p:cNvGraphicFramePr>
          <p:nvPr>
            <p:ph idx="1"/>
            <p:extLst>
              <p:ext uri="{D42A27DB-BD31-4B8C-83A1-F6EECF244321}">
                <p14:modId xmlns:p14="http://schemas.microsoft.com/office/powerpoint/2010/main" val="1213586937"/>
              </p:ext>
            </p:extLst>
          </p:nvPr>
        </p:nvGraphicFramePr>
        <p:xfrm>
          <a:off x="1391056" y="1391055"/>
          <a:ext cx="5272392" cy="39591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86C900CD-3756-8CDB-CFB8-5CC4F8DCD45F}"/>
              </a:ext>
            </a:extLst>
          </p:cNvPr>
          <p:cNvSpPr txBox="1"/>
          <p:nvPr/>
        </p:nvSpPr>
        <p:spPr>
          <a:xfrm>
            <a:off x="4886632" y="1092200"/>
            <a:ext cx="1964914" cy="353943"/>
          </a:xfrm>
          <a:prstGeom prst="rect">
            <a:avLst/>
          </a:prstGeom>
          <a:noFill/>
        </p:spPr>
        <p:txBody>
          <a:bodyPr wrap="square" rtlCol="0">
            <a:spAutoFit/>
          </a:bodyPr>
          <a:lstStyle/>
          <a:p>
            <a:pPr algn="r"/>
            <a:r>
              <a:rPr lang="fa-IR" sz="1700" b="1" kern="1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rPr>
              <a:t>وظایف دستگاه اجرایی:</a:t>
            </a:r>
            <a:endParaRPr lang="en-US" sz="1700" b="1" kern="100" dirty="0">
              <a:solidFill>
                <a:prstClr val="black">
                  <a:lumMod val="85000"/>
                  <a:lumOff val="15000"/>
                </a:prstClr>
              </a:solidFill>
              <a:latin typeface="Calibri" panose="020F0502020204030204" pitchFamily="34" charset="0"/>
              <a:ea typeface="Calibri" panose="020F0502020204030204" pitchFamily="34" charset="0"/>
              <a:cs typeface="2  Titr" panose="00000700000000000000" pitchFamily="2" charset="-78"/>
            </a:endParaRPr>
          </a:p>
        </p:txBody>
      </p:sp>
    </p:spTree>
    <p:extLst>
      <p:ext uri="{BB962C8B-B14F-4D97-AF65-F5344CB8AC3E}">
        <p14:creationId xmlns:p14="http://schemas.microsoft.com/office/powerpoint/2010/main" val="15920520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88"/>
            <a:ext cx="3823215"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DE7303F1-EA3B-9904-3CAB-9F86DDEDD245}"/>
              </a:ext>
            </a:extLst>
          </p:cNvPr>
          <p:cNvSpPr>
            <a:spLocks noGrp="1"/>
          </p:cNvSpPr>
          <p:nvPr>
            <p:ph type="title"/>
          </p:nvPr>
        </p:nvSpPr>
        <p:spPr>
          <a:xfrm>
            <a:off x="1055599" y="1055077"/>
            <a:ext cx="2532909" cy="4794578"/>
          </a:xfrm>
        </p:spPr>
        <p:txBody>
          <a:bodyPr>
            <a:normAutofit/>
          </a:bodyPr>
          <a:lstStyle/>
          <a:p>
            <a:r>
              <a:rPr lang="fa-IR" dirty="0">
                <a:solidFill>
                  <a:srgbClr val="262626"/>
                </a:solidFill>
                <a:latin typeface="Calibri" panose="020F0502020204030204" pitchFamily="34" charset="0"/>
                <a:ea typeface="Calibri" panose="020F0502020204030204" pitchFamily="34" charset="0"/>
                <a:cs typeface="2  Titr" panose="00000700000000000000" pitchFamily="2" charset="-78"/>
              </a:rPr>
              <a:t>آیین نامه اجرای کار:</a:t>
            </a:r>
            <a:endParaRPr lang="en-US" dirty="0">
              <a:solidFill>
                <a:srgbClr val="262626"/>
              </a:solidFill>
            </a:endParaRPr>
          </a:p>
        </p:txBody>
      </p:sp>
      <p:sp useBgFill="1">
        <p:nvSpPr>
          <p:cNvPr id="15" name="Rectangle 14">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053" y="-2"/>
            <a:ext cx="753994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93367592-45E7-3727-FB3F-233601785EAE}"/>
              </a:ext>
            </a:extLst>
          </p:cNvPr>
          <p:cNvGraphicFramePr>
            <a:graphicFrameLocks noGrp="1"/>
          </p:cNvGraphicFramePr>
          <p:nvPr>
            <p:ph idx="1"/>
            <p:extLst>
              <p:ext uri="{D42A27DB-BD31-4B8C-83A1-F6EECF244321}">
                <p14:modId xmlns:p14="http://schemas.microsoft.com/office/powerpoint/2010/main" val="58836172"/>
              </p:ext>
            </p:extLst>
          </p:nvPr>
        </p:nvGraphicFramePr>
        <p:xfrm>
          <a:off x="5470072" y="804670"/>
          <a:ext cx="5914209"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80587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9633A-EBB6-4424-16F1-A43B476F3B36}"/>
              </a:ext>
            </a:extLst>
          </p:cNvPr>
          <p:cNvSpPr>
            <a:spLocks noGrp="1"/>
          </p:cNvSpPr>
          <p:nvPr>
            <p:ph idx="1"/>
          </p:nvPr>
        </p:nvSpPr>
        <p:spPr>
          <a:xfrm>
            <a:off x="1295402" y="1632141"/>
            <a:ext cx="9601196" cy="3318936"/>
          </a:xfrm>
        </p:spPr>
        <p:txBody>
          <a:bodyPr>
            <a:normAutofit/>
          </a:bodyPr>
          <a:lstStyle/>
          <a:p>
            <a:pPr marL="0" indent="0" algn="ctr" rtl="1">
              <a:buNone/>
            </a:pPr>
            <a:r>
              <a:rPr lang="fa-IR" sz="3600" dirty="0">
                <a:cs typeface="2  Baran" panose="00000400000000000000" pitchFamily="2" charset="-78"/>
              </a:rPr>
              <a:t>با تشکر از توجه شما</a:t>
            </a:r>
            <a:endParaRPr lang="en-US" sz="3600" dirty="0">
              <a:cs typeface="2  Baran" panose="00000400000000000000" pitchFamily="2" charset="-78"/>
            </a:endParaRPr>
          </a:p>
        </p:txBody>
      </p:sp>
    </p:spTree>
    <p:extLst>
      <p:ext uri="{BB962C8B-B14F-4D97-AF65-F5344CB8AC3E}">
        <p14:creationId xmlns:p14="http://schemas.microsoft.com/office/powerpoint/2010/main" val="93153711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921</TotalTime>
  <Words>5200</Words>
  <Application>Microsoft Office PowerPoint</Application>
  <PresentationFormat>Widescreen</PresentationFormat>
  <Paragraphs>269</Paragraphs>
  <Slides>51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57" baseType="lpstr">
      <vt:lpstr>2  Titr</vt:lpstr>
      <vt:lpstr>Arial</vt:lpstr>
      <vt:lpstr>Calibri</vt:lpstr>
      <vt:lpstr>Garamond</vt:lpstr>
      <vt:lpstr>Organic</vt:lpstr>
      <vt:lpstr>Acrobat Document</vt:lpstr>
      <vt:lpstr>درس مدیریت تشکیلات کارگاهی موضوع: طرح و ساخت </vt:lpstr>
      <vt:lpstr>گواهی صلاحیت: </vt:lpstr>
      <vt:lpstr>گواهی صلاحیت: </vt:lpstr>
      <vt:lpstr>انواع گواهی صلاحیت:</vt:lpstr>
      <vt:lpstr>انواع متقاضیان دریافت گواهی صلاحیت:</vt:lpstr>
      <vt:lpstr>PowerPoint Presentation</vt:lpstr>
      <vt:lpstr>  دستورالعمل ارزشیابی پیمانکاران طرح و ساخت مرداد 1384: </vt:lpstr>
      <vt:lpstr>  دستورالعمل ارزشیابی پیمانکاران طرح و ساخت مرداد 1384:</vt:lpstr>
      <vt:lpstr> دستورالعمل ارزشیابی پیمانکاران طرح و ساخت مرداد 1384:</vt:lpstr>
      <vt:lpstr>معیار های ارزشیابی: کیفیت خدمات پیمانکار، توان مدیریتی و تخصصی </vt:lpstr>
      <vt:lpstr>ضوابط و مقررات:</vt:lpstr>
      <vt:lpstr>خلاصه اقدامات در بحث ارزیابی:</vt:lpstr>
      <vt:lpstr>خلاصه اقدامات در بحث ارزیابی:</vt:lpstr>
      <vt:lpstr>راهنمای مناقصه در کارهای طراحی و ساخت: 1. دستورالعمل شرکت در مناقصه  2. دعوت نامه و فرم های مناقصه مرداد 1384 </vt:lpstr>
      <vt:lpstr>مناقصه گران واجد شرایط: </vt:lpstr>
      <vt:lpstr>موافقت نامه، پیوست ها، شرایط عمومی و شرایط خصوصی پیمانهای مهندسی، تامین کالا و تجهیزات به صورت توام (EP) برای کار های صنعتی (تیر 1383) </vt:lpstr>
      <vt:lpstr>موافقت نامه، پیوست ها، شرایط عمومی و شرایط خصوصی پیمانهای مهندسی، تامین کالا و تجهیزات به صورت توام (EP) برای کار های صنعتی (تیر 1383) </vt:lpstr>
      <vt:lpstr>کارفرما</vt:lpstr>
      <vt:lpstr>تعهدات و مسئولیت های کارفرما: </vt:lpstr>
      <vt:lpstr>شرح خدمات مشاور کارفرما، در کارهای طرح و ساخت </vt:lpstr>
      <vt:lpstr>شرح خدمات مشاور کارفرما، در کارهای طرح و ساخت </vt:lpstr>
      <vt:lpstr>پیمانکار: </vt:lpstr>
      <vt:lpstr>تعهدات و مسئولیت های پیمانکار: </vt:lpstr>
      <vt:lpstr>مدارکی که در اختیار پیمانکاران قرار می گیرد:</vt:lpstr>
      <vt:lpstr>دیگر تعاریف:</vt:lpstr>
      <vt:lpstr>دیگر تعاریف:</vt:lpstr>
      <vt:lpstr> دیگر تعاریف:</vt:lpstr>
      <vt:lpstr>دیگر تعاریف:</vt:lpstr>
      <vt:lpstr>پیمان:</vt:lpstr>
      <vt:lpstr>اقدامات اولیه پس از عقد قرارداد:</vt:lpstr>
      <vt:lpstr>انواع ضمانتنامه:</vt:lpstr>
      <vt:lpstr>دیگر ضمانت نامه ها</vt:lpstr>
      <vt:lpstr>شروع به کار:</vt:lpstr>
      <vt:lpstr>پیشنهاد فنی طرح:  </vt:lpstr>
      <vt:lpstr>دستورالعمل تهیه اطلاعات و مدارک طرح، در کارهای طرح و ساخت:</vt:lpstr>
      <vt:lpstr>مراحل طراحی و تهیه مدارک فنی طرح ها:</vt:lpstr>
      <vt:lpstr>تهیه و تسلیم بیمه نامه:</vt:lpstr>
      <vt:lpstr>مراحل تکمیل مکانیکی پروژه:</vt:lpstr>
      <vt:lpstr>برکناری پیمانکار:</vt:lpstr>
      <vt:lpstr>برکناری پیمانکار:</vt:lpstr>
      <vt:lpstr>حوادث قهری:</vt:lpstr>
      <vt:lpstr>موافقتنامه، پیوست ها، شرایط عمومی و شرایط خصوصی پیمان های تامین کالا و تجهیزات، ساختمان و نصب به صورت توام  (pc ) برای کار های صنعتی </vt:lpstr>
      <vt:lpstr>دیگر تعاریف:</vt:lpstr>
      <vt:lpstr>قرارداد همسان خرید تجهیزات (p ) برای خرید های خارجی </vt:lpstr>
      <vt:lpstr>قرارداد همسان خرید تجهیزات (p ) برای خرید های خارجی </vt:lpstr>
      <vt:lpstr>تعهدات و مسئولیهای فروشنده  </vt:lpstr>
      <vt:lpstr>بازرسی:</vt:lpstr>
      <vt:lpstr>قوانین مالی در پیمان های (   EPC, PC, EP  ) طبق بخشنامه مرداد 1400 </vt:lpstr>
      <vt:lpstr>آیین نامه اجرای کار:</vt:lpstr>
      <vt:lpstr>آیین نامه اجرای کار:</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درس مدیریت تشکیلات کارگاهی موضوع: استانداردهای صنعت ساخت </dc:title>
  <dc:creator>m m</dc:creator>
  <cp:lastModifiedBy>mahdi azad</cp:lastModifiedBy>
  <cp:revision>18</cp:revision>
  <dcterms:created xsi:type="dcterms:W3CDTF">2023-10-25T17:11:55Z</dcterms:created>
  <dcterms:modified xsi:type="dcterms:W3CDTF">2024-01-05T07:52:41Z</dcterms:modified>
</cp:coreProperties>
</file>