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7" r:id="rId6"/>
    <p:sldId id="266" r:id="rId7"/>
    <p:sldId id="304" r:id="rId8"/>
    <p:sldId id="264" r:id="rId9"/>
    <p:sldId id="263" r:id="rId10"/>
    <p:sldId id="262" r:id="rId11"/>
    <p:sldId id="261" r:id="rId12"/>
    <p:sldId id="260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1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r" rtl="1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r" rtl="1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r" rtl="1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r" rtl="1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r" rtl="1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r" rtl="1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r" rtl="1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r" rtl="1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r" rtl="1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 dirty="0"/>
          </a:p>
        </p:txBody>
      </p:sp>
      <p:pic>
        <p:nvPicPr>
          <p:cNvPr id="4" name="Picture 3" descr="untitled1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69742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2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3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4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5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 descr="untitled8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6" name="Picture 5" descr="untitled.6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 dirty="0"/>
          </a:p>
        </p:txBody>
      </p:sp>
      <p:pic>
        <p:nvPicPr>
          <p:cNvPr id="4" name="Picture 3" descr="untitled7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9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10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11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12.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13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14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15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17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18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19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20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21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22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23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24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25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26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27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28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29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30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31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32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33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34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35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36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37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38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39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40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 descr="untitled41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42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43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44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45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46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47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Picture 3" descr="untitled48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73914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16</TotalTime>
  <Words>0</Words>
  <Application>Microsoft Office PowerPoint</Application>
  <PresentationFormat>On-screen Show (4:3)</PresentationFormat>
  <Paragraphs>0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Apex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teimouri-pc</cp:lastModifiedBy>
  <cp:revision>4</cp:revision>
  <dcterms:created xsi:type="dcterms:W3CDTF">2006-08-16T00:00:00Z</dcterms:created>
  <dcterms:modified xsi:type="dcterms:W3CDTF">2015-11-15T05:30:48Z</dcterms:modified>
</cp:coreProperties>
</file>