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61"/>
  </p:notesMasterIdLst>
  <p:handoutMasterIdLst>
    <p:handoutMasterId r:id="rId62"/>
  </p:handoutMasterIdLst>
  <p:sldIdLst>
    <p:sldId id="496" r:id="rId5"/>
    <p:sldId id="498" r:id="rId6"/>
    <p:sldId id="509" r:id="rId7"/>
    <p:sldId id="510" r:id="rId8"/>
    <p:sldId id="511" r:id="rId9"/>
    <p:sldId id="512" r:id="rId10"/>
    <p:sldId id="513" r:id="rId11"/>
    <p:sldId id="430" r:id="rId12"/>
    <p:sldId id="514" r:id="rId13"/>
    <p:sldId id="515" r:id="rId14"/>
    <p:sldId id="507" r:id="rId15"/>
    <p:sldId id="497" r:id="rId16"/>
    <p:sldId id="516" r:id="rId17"/>
    <p:sldId id="518" r:id="rId18"/>
    <p:sldId id="517" r:id="rId19"/>
    <p:sldId id="519" r:id="rId20"/>
    <p:sldId id="520" r:id="rId21"/>
    <p:sldId id="521" r:id="rId22"/>
    <p:sldId id="522" r:id="rId23"/>
    <p:sldId id="523" r:id="rId24"/>
    <p:sldId id="524" r:id="rId25"/>
    <p:sldId id="525" r:id="rId26"/>
    <p:sldId id="526" r:id="rId27"/>
    <p:sldId id="527" r:id="rId28"/>
    <p:sldId id="528" r:id="rId29"/>
    <p:sldId id="529" r:id="rId30"/>
    <p:sldId id="530" r:id="rId31"/>
    <p:sldId id="531" r:id="rId32"/>
    <p:sldId id="532" r:id="rId33"/>
    <p:sldId id="533" r:id="rId34"/>
    <p:sldId id="534" r:id="rId35"/>
    <p:sldId id="535" r:id="rId36"/>
    <p:sldId id="536" r:id="rId37"/>
    <p:sldId id="537" r:id="rId38"/>
    <p:sldId id="539" r:id="rId39"/>
    <p:sldId id="540" r:id="rId40"/>
    <p:sldId id="541" r:id="rId41"/>
    <p:sldId id="542" r:id="rId42"/>
    <p:sldId id="538" r:id="rId43"/>
    <p:sldId id="543" r:id="rId44"/>
    <p:sldId id="544" r:id="rId45"/>
    <p:sldId id="545" r:id="rId46"/>
    <p:sldId id="546" r:id="rId47"/>
    <p:sldId id="547" r:id="rId48"/>
    <p:sldId id="548" r:id="rId49"/>
    <p:sldId id="549" r:id="rId50"/>
    <p:sldId id="550" r:id="rId51"/>
    <p:sldId id="551" r:id="rId52"/>
    <p:sldId id="552" r:id="rId53"/>
    <p:sldId id="553" r:id="rId54"/>
    <p:sldId id="555" r:id="rId55"/>
    <p:sldId id="554" r:id="rId56"/>
    <p:sldId id="556" r:id="rId57"/>
    <p:sldId id="557" r:id="rId58"/>
    <p:sldId id="558" r:id="rId59"/>
    <p:sldId id="49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hra" initials="z" lastIdx="2" clrIdx="0">
    <p:extLst>
      <p:ext uri="{19B8F6BF-5375-455C-9EA6-DF929625EA0E}">
        <p15:presenceInfo xmlns:p15="http://schemas.microsoft.com/office/powerpoint/2012/main" userId="zahr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4650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60"/>
  </p:normalViewPr>
  <p:slideViewPr>
    <p:cSldViewPr snapToGrid="0" showGuides="1">
      <p:cViewPr varScale="1">
        <p:scale>
          <a:sx n="77" d="100"/>
          <a:sy n="77" d="100"/>
        </p:scale>
        <p:origin x="850" y="58"/>
      </p:cViewPr>
      <p:guideLst>
        <p:guide orient="horz" pos="1968"/>
        <p:guide pos="3840"/>
      </p:guideLst>
    </p:cSldViewPr>
  </p:slideViewPr>
  <p:notesTextViewPr>
    <p:cViewPr>
      <p:scale>
        <a:sx n="1" d="1"/>
        <a:sy n="1" d="1"/>
      </p:scale>
      <p:origin x="0" y="0"/>
    </p:cViewPr>
  </p:notesTextViewPr>
  <p:notesViewPr>
    <p:cSldViewPr snapToGrid="0">
      <p:cViewPr varScale="1">
        <p:scale>
          <a:sx n="60" d="100"/>
          <a:sy n="60" d="100"/>
        </p:scale>
        <p:origin x="2333"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BA0D1191-41B5-4E4E-98CA-BB121638FA27}">
      <dgm:prSet custT="1"/>
      <dgm:spPr/>
      <dgm:t>
        <a:bodyPr/>
        <a:lstStyle/>
        <a:p>
          <a:pPr algn="r"/>
          <a:r>
            <a:rPr lang="ar-SA" sz="1600" b="0" i="0" u="none" dirty="0"/>
            <a:t> </a:t>
          </a:r>
          <a:r>
            <a:rPr lang="ar-SA" sz="1200" b="0" i="0" u="none" dirty="0">
              <a:cs typeface="B Zar" panose="00000400000000000000" pitchFamily="2" charset="-78"/>
            </a:rPr>
            <a:t>فردی است فارغ‌التحصیل رشته‌های عمران، معماری، مهندسیِ برق، مکانیک، شهرسازی، ترافیک ونقشه برداری که آزمون  نظام مهندسی را زیر نظرِ” وزارت راه و شهرسازی همچنین معاونت ساختمان و مسکن” گذرانده‌اند و صلاحیت نظارت را دریافت کرده‌اند</a:t>
          </a:r>
          <a:endParaRPr lang="en-US" sz="1600" dirty="0">
            <a:cs typeface="B Zar" panose="00000400000000000000" pitchFamily="2" charset="-78"/>
          </a:endParaRPr>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2" phldr="0"/>
      <dgm:spPr/>
      <dgm:t>
        <a:bodyPr/>
        <a:lstStyle/>
        <a:p>
          <a:r>
            <a:rPr lang="en-US"/>
            <a:t>2</a:t>
          </a:r>
          <a:endParaRPr lang="en-US" dirty="0"/>
        </a:p>
      </dgm:t>
    </dgm:pt>
    <dgm:pt modelId="{1F20ABF3-642B-4EA2-9497-67153B1D953A}">
      <dgm:prSet custT="1"/>
      <dgm:spPr/>
      <dgm:t>
        <a:bodyPr/>
        <a:lstStyle/>
        <a:p>
          <a:pPr algn="r"/>
          <a:r>
            <a:rPr lang="ar-SA" sz="1400" b="0" i="0" u="none" dirty="0">
              <a:cs typeface="B Zar" panose="00000400000000000000" pitchFamily="2" charset="-78"/>
            </a:rPr>
            <a:t>در صنعت ساختمان سازی به فردی که وظیفه اجرا را دارد مجری ساختمان می‌گویند.</a:t>
          </a:r>
          <a:endParaRPr lang="en-US" sz="1400" b="0" i="0" u="none" dirty="0">
            <a:cs typeface="B Zar" panose="00000400000000000000" pitchFamily="2" charset="-78"/>
          </a:endParaRPr>
        </a:p>
        <a:p>
          <a:pPr algn="r"/>
          <a:r>
            <a:rPr lang="ar-SA" sz="1400" b="0" i="0" u="none" dirty="0">
              <a:cs typeface="B Zar" panose="00000400000000000000" pitchFamily="2" charset="-78"/>
            </a:rPr>
            <a:t> مجری را می‌توان منتخب و نماینده کارفرما معرفی کرد که بر اجرای مراحل فنی پروژه نظارت می‌کند .</a:t>
          </a:r>
          <a:endParaRPr lang="en-US" sz="1400" dirty="0">
            <a:cs typeface="B Zar" panose="00000400000000000000" pitchFamily="2" charset="-78"/>
          </a:endParaRPr>
        </a:p>
      </dgm:t>
    </dgm:pt>
    <dgm:pt modelId="{FE5BB2D4-8C6C-4733-A4F4-BB908B5819C2}" type="parTrans" cxnId="{EF2C8C7A-25B0-4A45-86CA-AD1B06A26E26}">
      <dgm:prSet/>
      <dgm:spPr/>
      <dgm:t>
        <a:bodyPr/>
        <a:lstStyle/>
        <a:p>
          <a:endParaRPr lang="en-US"/>
        </a:p>
      </dgm:t>
    </dgm:pt>
    <dgm:pt modelId="{AC6DD392-D3D9-41A4-B130-4C271E107B19}" type="sibTrans" cxnId="{EF2C8C7A-25B0-4A45-86CA-AD1B06A26E26}">
      <dgm:prSet phldrT="3" phldr="0"/>
      <dgm:spPr/>
      <dgm:t>
        <a:bodyPr/>
        <a:lstStyle/>
        <a:p>
          <a:r>
            <a:rPr lang="en-US"/>
            <a:t>3</a:t>
          </a:r>
          <a:endParaRPr lang="en-US" dirty="0"/>
        </a:p>
      </dgm:t>
    </dgm:pt>
    <dgm:pt modelId="{D841507B-447A-43E4-A67A-78917CB1FB25}">
      <dgm:prSet custT="1"/>
      <dgm:spPr/>
      <dgm:t>
        <a:bodyPr/>
        <a:lstStyle/>
        <a:p>
          <a:pPr algn="r"/>
          <a:r>
            <a:rPr lang="ar-SA" sz="1400" b="0" i="0" u="none" dirty="0">
              <a:cs typeface="B Zar" panose="00000400000000000000" pitchFamily="2" charset="-78"/>
            </a:rPr>
            <a:t>برای ساخت هر نوع سازه‌ای احتیاج به نقشه است این نقشه توسط  فارغ‌التحصیل رشته معماری طراحی می‌شود </a:t>
          </a:r>
          <a:endParaRPr lang="en-US" sz="1400" dirty="0">
            <a:cs typeface="B Zar" panose="00000400000000000000" pitchFamily="2" charset="-78"/>
          </a:endParaRPr>
        </a:p>
      </dgm:t>
    </dgm:pt>
    <dgm:pt modelId="{8A56963F-9458-4CF1-BA11-F6B59F6693C3}" type="sibTrans" cxnId="{89F99CCE-DD31-45EB-8368-0C474560C17C}">
      <dgm:prSet phldrT="1" phldr="0"/>
      <dgm:spPr/>
      <dgm:t>
        <a:bodyPr/>
        <a:lstStyle/>
        <a:p>
          <a:r>
            <a:rPr lang="en-US"/>
            <a:t>1</a:t>
          </a:r>
          <a:endParaRPr lang="en-US" dirty="0"/>
        </a:p>
      </dgm:t>
    </dgm:pt>
    <dgm:pt modelId="{09ECAFD9-77B4-411E-A0C6-BD2718D2ED19}" type="parTrans" cxnId="{89F99CCE-DD31-45EB-8368-0C474560C17C}">
      <dgm:prSet/>
      <dgm:spPr/>
      <dgm:t>
        <a:bodyPr/>
        <a:lstStyle/>
        <a:p>
          <a:endParaRPr lang="en-US"/>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9"/>
      <dgm:spPr/>
    </dgm:pt>
    <dgm:pt modelId="{CB784251-3D1A-453A-AC20-F2E87A36EEF3}" type="pres">
      <dgm:prSet presAssocID="{D841507B-447A-43E4-A67A-78917CB1FB25}" presName="lineArrowNode" presStyleLbl="alignAccFollowNode1" presStyleIdx="1" presStyleCnt="9"/>
      <dgm:spPr/>
    </dgm:pt>
    <dgm:pt modelId="{7D680E2B-37E7-47C5-9407-98DE51395E71}" type="pres">
      <dgm:prSet presAssocID="{8A56963F-9458-4CF1-BA11-F6B59F6693C3}" presName="sibTransNodeCircle" presStyleLbl="alignNode1" presStyleIdx="0" presStyleCnt="3" custLinFactNeighborX="-1971" custLinFactNeighborY="1314">
        <dgm:presLayoutVars>
          <dgm:chMax val="0"/>
          <dgm:bulletEnabled/>
        </dgm:presLayoutVars>
      </dgm:prSet>
      <dgm:spPr>
        <a:prstGeom prst="rect">
          <a:avLst/>
        </a:prstGeom>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9" custLinFactNeighborX="-894" custLinFactNeighborY="-448">
        <dgm:presLayoutVars>
          <dgm:bulletEnabled val="1"/>
        </dgm:presLayoutVars>
      </dgm:prSet>
      <dgm:spPr/>
    </dgm:pt>
    <dgm:pt modelId="{EC099AD6-5E45-4621-B76A-90EC2958EE47}" type="pres">
      <dgm:prSet presAssocID="{8A56963F-9458-4CF1-BA11-F6B59F6693C3}"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3" presStyleCnt="9"/>
      <dgm:spPr/>
    </dgm:pt>
    <dgm:pt modelId="{AE6DFE2B-B7F2-4F30-B659-B552E321FADD}" type="pres">
      <dgm:prSet presAssocID="{BA0D1191-41B5-4E4E-98CA-BB121638FA27}" presName="lineArrowNode" presStyleLbl="alignAccFollowNode1" presStyleIdx="4" presStyleCnt="9"/>
      <dgm:spPr/>
    </dgm:pt>
    <dgm:pt modelId="{5245C8DA-1E76-407A-B430-701BCCF29F00}" type="pres">
      <dgm:prSet presAssocID="{43A04663-B22C-4CA5-9BCF-3B42D70D691D}" presName="sibTransNodeCircle" presStyleLbl="alignNode1" presStyleIdx="1" presStyleCnt="3" custLinFactNeighborX="-657" custLinFactNeighborY="1390">
        <dgm:presLayoutVars>
          <dgm:chMax val="0"/>
          <dgm:bulletEnabled/>
        </dgm:presLayoutVars>
      </dgm:prSet>
      <dgm:spPr>
        <a:prstGeom prst="flowChartProcess">
          <a:avLst/>
        </a:prstGeom>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5" presStyleCnt="9">
        <dgm:presLayoutVars>
          <dgm:bulletEnabled val="1"/>
        </dgm:presLayoutVars>
      </dgm:prSet>
      <dgm:spPr/>
    </dgm:pt>
    <dgm:pt modelId="{5BD921B9-FF63-486B-BBF5-5535F2AA32B5}" type="pres">
      <dgm:prSet presAssocID="{43A04663-B22C-4CA5-9BCF-3B42D70D691D}" presName="sibTransComposite" presStyleCnt="0"/>
      <dgm:spPr/>
    </dgm:pt>
    <dgm:pt modelId="{F191E6AC-D335-43FD-9BCC-B6410C726B8A}" type="pres">
      <dgm:prSet presAssocID="{1F20ABF3-642B-4EA2-9497-67153B1D953A}" presName="compositeNode" presStyleCnt="0"/>
      <dgm:spPr/>
    </dgm:pt>
    <dgm:pt modelId="{691B272D-AEC8-430E-936D-2AB0A64D72AE}" type="pres">
      <dgm:prSet presAssocID="{1F20ABF3-642B-4EA2-9497-67153B1D953A}" presName="parTx" presStyleLbl="node1" presStyleIdx="0" presStyleCnt="0">
        <dgm:presLayoutVars>
          <dgm:chMax val="0"/>
          <dgm:chPref val="0"/>
          <dgm:bulletEnabled val="1"/>
        </dgm:presLayoutVars>
      </dgm:prSet>
      <dgm:spPr/>
    </dgm:pt>
    <dgm:pt modelId="{00E7883D-13E0-419A-8CB6-169DF9386E10}" type="pres">
      <dgm:prSet presAssocID="{1F20ABF3-642B-4EA2-9497-67153B1D953A}" presName="parSh" presStyleCnt="0"/>
      <dgm:spPr/>
    </dgm:pt>
    <dgm:pt modelId="{98FC13F5-E633-4E1D-AC5F-6F956633F8CC}" type="pres">
      <dgm:prSet presAssocID="{1F20ABF3-642B-4EA2-9497-67153B1D953A}" presName="lineNode" presStyleLbl="alignAccFollowNode1" presStyleIdx="6" presStyleCnt="9"/>
      <dgm:spPr/>
    </dgm:pt>
    <dgm:pt modelId="{852C83FD-BB6A-41CB-BDAC-26661C8025B8}" type="pres">
      <dgm:prSet presAssocID="{1F20ABF3-642B-4EA2-9497-67153B1D953A}" presName="lineArrowNode" presStyleLbl="alignAccFollowNode1" presStyleIdx="7" presStyleCnt="9"/>
      <dgm:spPr/>
    </dgm:pt>
    <dgm:pt modelId="{A40815D7-3BD6-44D4-A32A-A6FD819154DF}" type="pres">
      <dgm:prSet presAssocID="{AC6DD392-D3D9-41A4-B130-4C271E107B19}" presName="sibTransNodeCircle" presStyleLbl="alignNode1" presStyleIdx="2" presStyleCnt="3">
        <dgm:presLayoutVars>
          <dgm:chMax val="0"/>
          <dgm:bulletEnabled/>
        </dgm:presLayoutVars>
      </dgm:prSet>
      <dgm:spPr>
        <a:prstGeom prst="rect">
          <a:avLst/>
        </a:prstGeom>
      </dgm:spPr>
    </dgm:pt>
    <dgm:pt modelId="{13747DFA-6414-464B-A499-B8238DDAD9A2}" type="pres">
      <dgm:prSet presAssocID="{AC6DD392-D3D9-41A4-B130-4C271E107B19}" presName="spacerBetweenCircleAndCallout" presStyleCnt="0">
        <dgm:presLayoutVars/>
      </dgm:prSet>
      <dgm:spPr/>
    </dgm:pt>
    <dgm:pt modelId="{B116FA97-1FAE-40A9-8C85-DB8F4C91EF7C}" type="pres">
      <dgm:prSet presAssocID="{1F20ABF3-642B-4EA2-9497-67153B1D953A}" presName="nodeText" presStyleLbl="alignAccFollowNode1" presStyleIdx="8" presStyleCnt="9">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1" destOrd="0" parTransId="{BF60A160-E127-4E75-A05F-AE196FFF76E3}" sibTransId="{43A04663-B22C-4CA5-9BCF-3B42D70D691D}"/>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EF2C8C7A-25B0-4A45-86CA-AD1B06A26E26}" srcId="{98A846BE-51A9-4BA7-9258-ECFAE05E7F40}" destId="{1F20ABF3-642B-4EA2-9497-67153B1D953A}" srcOrd="2" destOrd="0" parTransId="{FE5BB2D4-8C6C-4733-A4F4-BB908B5819C2}" sibTransId="{AC6DD392-D3D9-41A4-B130-4C271E107B19}"/>
    <dgm:cxn modelId="{D122D99E-A9DF-4DC6-A122-FBB00FD45699}" type="presOf" srcId="{1F20ABF3-642B-4EA2-9497-67153B1D953A}" destId="{B116FA97-1FAE-40A9-8C85-DB8F4C91EF7C}" srcOrd="0" destOrd="0" presId="urn:microsoft.com/office/officeart/2016/7/layout/LinearArrowProcessNumbered#1"/>
    <dgm:cxn modelId="{B440F4A5-682F-4A55-BEA7-C899D1ED6BA2}" type="presOf" srcId="{AC6DD392-D3D9-41A4-B130-4C271E107B19}" destId="{A40815D7-3BD6-44D4-A32A-A6FD819154DF}"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8F447F70-04A1-4BC9-AA30-09B985C0A12B}" type="presParOf" srcId="{D9938462-A694-4D2B-BC8A-98DD7FFDFAAA}" destId="{95226D6D-DC9D-43A5-AC93-827EFF228E2A}" srcOrd="2"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 modelId="{E537C05D-53BB-4C4C-AC73-C6455980C74B}" type="presParOf" srcId="{D9938462-A694-4D2B-BC8A-98DD7FFDFAAA}" destId="{5BD921B9-FF63-486B-BBF5-5535F2AA32B5}" srcOrd="3" destOrd="0" presId="urn:microsoft.com/office/officeart/2016/7/layout/LinearArrowProcessNumbered#1"/>
    <dgm:cxn modelId="{2D074049-F8C2-4C50-B0DE-9796ED379050}" type="presParOf" srcId="{D9938462-A694-4D2B-BC8A-98DD7FFDFAAA}" destId="{F191E6AC-D335-43FD-9BCC-B6410C726B8A}" srcOrd="4" destOrd="0" presId="urn:microsoft.com/office/officeart/2016/7/layout/LinearArrowProcessNumbered#1"/>
    <dgm:cxn modelId="{E40E180A-9791-43B4-ABF6-75A6F103C1A2}" type="presParOf" srcId="{F191E6AC-D335-43FD-9BCC-B6410C726B8A}" destId="{691B272D-AEC8-430E-936D-2AB0A64D72AE}" srcOrd="0" destOrd="0" presId="urn:microsoft.com/office/officeart/2016/7/layout/LinearArrowProcessNumbered#1"/>
    <dgm:cxn modelId="{86E58116-E15D-482E-BAD1-90B3B170F2FB}" type="presParOf" srcId="{F191E6AC-D335-43FD-9BCC-B6410C726B8A}" destId="{00E7883D-13E0-419A-8CB6-169DF9386E10}" srcOrd="1" destOrd="0" presId="urn:microsoft.com/office/officeart/2016/7/layout/LinearArrowProcessNumbered#1"/>
    <dgm:cxn modelId="{5118885E-4AB5-4839-A684-6D2769C21178}" type="presParOf" srcId="{00E7883D-13E0-419A-8CB6-169DF9386E10}" destId="{98FC13F5-E633-4E1D-AC5F-6F956633F8CC}" srcOrd="0" destOrd="0" presId="urn:microsoft.com/office/officeart/2016/7/layout/LinearArrowProcessNumbered#1"/>
    <dgm:cxn modelId="{069B09BD-CB12-4861-8649-6569163AD350}" type="presParOf" srcId="{00E7883D-13E0-419A-8CB6-169DF9386E10}" destId="{852C83FD-BB6A-41CB-BDAC-26661C8025B8}" srcOrd="1" destOrd="0" presId="urn:microsoft.com/office/officeart/2016/7/layout/LinearArrowProcessNumbered#1"/>
    <dgm:cxn modelId="{06028961-C0C2-4751-B578-785C7615600E}" type="presParOf" srcId="{00E7883D-13E0-419A-8CB6-169DF9386E10}" destId="{A40815D7-3BD6-44D4-A32A-A6FD819154DF}" srcOrd="2" destOrd="0" presId="urn:microsoft.com/office/officeart/2016/7/layout/LinearArrowProcessNumbered#1"/>
    <dgm:cxn modelId="{13CCEE06-4894-4DFD-93BC-9CC0E4AB9F2F}" type="presParOf" srcId="{00E7883D-13E0-419A-8CB6-169DF9386E10}" destId="{13747DFA-6414-464B-A499-B8238DDAD9A2}" srcOrd="3" destOrd="0" presId="urn:microsoft.com/office/officeart/2016/7/layout/LinearArrowProcessNumbered#1"/>
    <dgm:cxn modelId="{C677B61A-47EA-40C1-9A4D-A73F136C4604}" type="presParOf" srcId="{F191E6AC-D335-43FD-9BCC-B6410C726B8A}" destId="{B116FA97-1FAE-40A9-8C85-DB8F4C91EF7C}"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1800" b="0" i="0" u="none" dirty="0">
              <a:cs typeface="B Zar" panose="00000400000000000000" pitchFamily="2" charset="-78"/>
            </a:rPr>
            <a:t>پیش بینی راه هاي خروج جهت خارج شدن بموقع و ایمـن افـراد از سـاختمان و انتقـال آنـان بـه مکانهاي امن.</a:t>
          </a:r>
          <a:endParaRPr lang="en-US" sz="18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800" b="0" i="0" u="none" dirty="0">
              <a:cs typeface="B Zar" panose="00000400000000000000" pitchFamily="2" charset="-78"/>
            </a:rPr>
            <a:t>تأمین تمهیدات لازم در طراحی و اجراي ساختمان ها به منظور پیشگیري از بروز حریق</a:t>
          </a:r>
          <a:endParaRPr lang="en-US" sz="18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55AD6682-19A1-4F15-920E-E13D92EB312E}">
      <dgm:prSet custT="1"/>
      <dgm:spPr/>
      <dgm:t>
        <a:bodyPr/>
        <a:lstStyle/>
        <a:p>
          <a:pPr algn="ctr"/>
          <a:r>
            <a:rPr lang="fa-IR" sz="1800" b="0" i="0" u="none" dirty="0">
              <a:cs typeface="B Zar" panose="00000400000000000000" pitchFamily="2" charset="-78"/>
            </a:rPr>
            <a:t>ج</a:t>
          </a:r>
          <a:r>
            <a:rPr lang="ar-SA" sz="1800" b="0" i="0" u="none" dirty="0">
              <a:cs typeface="B Zar" panose="00000400000000000000" pitchFamily="2" charset="-78"/>
            </a:rPr>
            <a:t>لوگیري از گسترش آتش و دود در ساختمان و سرایت حریق از یک ساختمان به ساختمان دیگر. </a:t>
          </a:r>
          <a:endParaRPr lang="en-US" sz="1800" dirty="0">
            <a:cs typeface="B Zar" panose="00000400000000000000" pitchFamily="2" charset="-78"/>
          </a:endParaRPr>
        </a:p>
      </dgm:t>
    </dgm:pt>
    <dgm:pt modelId="{0A1EE536-D200-411C-8FD0-7F23E7109629}" type="parTrans" cxnId="{522DD16F-B30D-40BA-AA70-7667AAFFD0AE}">
      <dgm:prSet/>
      <dgm:spPr/>
      <dgm:t>
        <a:bodyPr/>
        <a:lstStyle/>
        <a:p>
          <a:endParaRPr lang="en-US"/>
        </a:p>
      </dgm:t>
    </dgm:pt>
    <dgm:pt modelId="{6DA0DC7B-EEAC-48D5-8C2F-256705FA5618}" type="sibTrans" cxnId="{522DD16F-B30D-40BA-AA70-7667AAFFD0AE}">
      <dgm:prSet phldrT="3" phldr="0"/>
      <dgm:spPr/>
      <dgm:t>
        <a:bodyPr/>
        <a:lstStyle/>
        <a:p>
          <a:r>
            <a:rPr lang="en-US"/>
            <a:t>3</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9"/>
      <dgm:spPr/>
    </dgm:pt>
    <dgm:pt modelId="{CB784251-3D1A-453A-AC20-F2E87A36EEF3}" type="pres">
      <dgm:prSet presAssocID="{D841507B-447A-43E4-A67A-78917CB1FB25}" presName="lineArrowNode" presStyleLbl="alignAccFollowNode1" presStyleIdx="1" presStyleCnt="9"/>
      <dgm:spPr/>
    </dgm:pt>
    <dgm:pt modelId="{7D680E2B-37E7-47C5-9407-98DE51395E71}" type="pres">
      <dgm:prSet presAssocID="{8A56963F-9458-4CF1-BA11-F6B59F6693C3}" presName="sibTransNodeCircle" presStyleLbl="alignNode1" presStyleIdx="0" presStyleCnt="3">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9"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9"/>
      <dgm:spPr/>
    </dgm:pt>
    <dgm:pt modelId="{443C13A9-1FDD-4FC4-A337-CF907FF0D233}" type="pres">
      <dgm:prSet presAssocID="{AA8D6E5D-2291-4551-826E-2E8CD77EBBCD}" presName="lineArrowNode" presStyleLbl="alignAccFollowNode1" presStyleIdx="4" presStyleCnt="9"/>
      <dgm:spPr/>
    </dgm:pt>
    <dgm:pt modelId="{2E0F8023-7BBB-4718-BC8F-AC65EE454DC6}" type="pres">
      <dgm:prSet presAssocID="{6D5F5307-B9A3-4224-A52C-70B5D7E58E7C}" presName="sibTransNodeCircle" presStyleLbl="alignNode1" presStyleIdx="1" presStyleCnt="3">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9">
        <dgm:presLayoutVars>
          <dgm:bulletEnabled val="1"/>
        </dgm:presLayoutVars>
      </dgm:prSet>
      <dgm:spPr/>
    </dgm:pt>
    <dgm:pt modelId="{B6BBB860-34CE-4234-8D3B-BDBD461D22B0}" type="pres">
      <dgm:prSet presAssocID="{6D5F5307-B9A3-4224-A52C-70B5D7E58E7C}" presName="sibTransComposite" presStyleCnt="0"/>
      <dgm:spPr/>
    </dgm:pt>
    <dgm:pt modelId="{F093D1EA-1E4B-4611-A553-45F589D6189E}" type="pres">
      <dgm:prSet presAssocID="{55AD6682-19A1-4F15-920E-E13D92EB312E}" presName="compositeNode" presStyleCnt="0"/>
      <dgm:spPr/>
    </dgm:pt>
    <dgm:pt modelId="{200EAA04-D9FF-4E34-8629-9FF0013CAD96}" type="pres">
      <dgm:prSet presAssocID="{55AD6682-19A1-4F15-920E-E13D92EB312E}" presName="parTx" presStyleLbl="node1" presStyleIdx="0" presStyleCnt="0">
        <dgm:presLayoutVars>
          <dgm:chMax val="0"/>
          <dgm:chPref val="0"/>
          <dgm:bulletEnabled val="1"/>
        </dgm:presLayoutVars>
      </dgm:prSet>
      <dgm:spPr/>
    </dgm:pt>
    <dgm:pt modelId="{311144D1-3BA2-4573-AB3C-C1D2F0AEE5A2}" type="pres">
      <dgm:prSet presAssocID="{55AD6682-19A1-4F15-920E-E13D92EB312E}" presName="parSh" presStyleCnt="0"/>
      <dgm:spPr/>
    </dgm:pt>
    <dgm:pt modelId="{B301E9C0-66A8-4889-AB14-A827A90B7730}" type="pres">
      <dgm:prSet presAssocID="{55AD6682-19A1-4F15-920E-E13D92EB312E}" presName="lineNode" presStyleLbl="alignAccFollowNode1" presStyleIdx="6" presStyleCnt="9"/>
      <dgm:spPr/>
    </dgm:pt>
    <dgm:pt modelId="{C520B667-F0A6-4456-B459-83C4807E6047}" type="pres">
      <dgm:prSet presAssocID="{55AD6682-19A1-4F15-920E-E13D92EB312E}" presName="lineArrowNode" presStyleLbl="alignAccFollowNode1" presStyleIdx="7" presStyleCnt="9"/>
      <dgm:spPr/>
    </dgm:pt>
    <dgm:pt modelId="{ADD1CCE4-82A5-468F-8BC5-15D0185DBB4E}" type="pres">
      <dgm:prSet presAssocID="{6DA0DC7B-EEAC-48D5-8C2F-256705FA5618}" presName="sibTransNodeCircle" presStyleLbl="alignNode1" presStyleIdx="2" presStyleCnt="3">
        <dgm:presLayoutVars>
          <dgm:chMax val="0"/>
          <dgm:bulletEnabled/>
        </dgm:presLayoutVars>
      </dgm:prSet>
      <dgm:spPr/>
    </dgm:pt>
    <dgm:pt modelId="{C251040B-EE34-45B4-9F5D-BC733169E090}" type="pres">
      <dgm:prSet presAssocID="{6DA0DC7B-EEAC-48D5-8C2F-256705FA5618}" presName="spacerBetweenCircleAndCallout" presStyleCnt="0">
        <dgm:presLayoutVars/>
      </dgm:prSet>
      <dgm:spPr/>
    </dgm:pt>
    <dgm:pt modelId="{12E9BEA5-B7F5-4B40-9B17-6A733AF73901}" type="pres">
      <dgm:prSet presAssocID="{55AD6682-19A1-4F15-920E-E13D92EB312E}" presName="nodeText" presStyleLbl="alignAccFollowNode1" presStyleIdx="8" presStyleCnt="9">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577E866F-4BE4-4BDE-AEC2-040AA5E25698}" type="presOf" srcId="{6DA0DC7B-EEAC-48D5-8C2F-256705FA5618}" destId="{ADD1CCE4-82A5-468F-8BC5-15D0185DBB4E}" srcOrd="0" destOrd="0" presId="urn:microsoft.com/office/officeart/2016/7/layout/LinearArrowProcessNumbered#1"/>
    <dgm:cxn modelId="{522DD16F-B30D-40BA-AA70-7667AAFFD0AE}" srcId="{98A846BE-51A9-4BA7-9258-ECFAE05E7F40}" destId="{55AD6682-19A1-4F15-920E-E13D92EB312E}" srcOrd="2" destOrd="0" parTransId="{0A1EE536-D200-411C-8FD0-7F23E7109629}" sibTransId="{6DA0DC7B-EEAC-48D5-8C2F-256705FA5618}"/>
    <dgm:cxn modelId="{0AC2E275-95C9-495E-A18A-CFCEF45E0CE7}" type="presOf" srcId="{98A846BE-51A9-4BA7-9258-ECFAE05E7F40}" destId="{D9938462-A694-4D2B-BC8A-98DD7FFDFAAA}"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328AC9C4-1162-4C74-A205-A907215CB039}" type="presOf" srcId="{55AD6682-19A1-4F15-920E-E13D92EB312E}" destId="{12E9BEA5-B7F5-4B40-9B17-6A733AF73901}"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3A78D317-010B-409E-A0C5-1AB9329DE22C}" type="presParOf" srcId="{D9938462-A694-4D2B-BC8A-98DD7FFDFAAA}" destId="{F093D1EA-1E4B-4611-A553-45F589D6189E}" srcOrd="4" destOrd="0" presId="urn:microsoft.com/office/officeart/2016/7/layout/LinearArrowProcessNumbered#1"/>
    <dgm:cxn modelId="{8AF1F224-00E1-4D84-ADE6-04C9AC31B5BE}" type="presParOf" srcId="{F093D1EA-1E4B-4611-A553-45F589D6189E}" destId="{200EAA04-D9FF-4E34-8629-9FF0013CAD96}" srcOrd="0" destOrd="0" presId="urn:microsoft.com/office/officeart/2016/7/layout/LinearArrowProcessNumbered#1"/>
    <dgm:cxn modelId="{92E9138B-6A86-4355-8521-1A6E8E247B26}" type="presParOf" srcId="{F093D1EA-1E4B-4611-A553-45F589D6189E}" destId="{311144D1-3BA2-4573-AB3C-C1D2F0AEE5A2}" srcOrd="1" destOrd="0" presId="urn:microsoft.com/office/officeart/2016/7/layout/LinearArrowProcessNumbered#1"/>
    <dgm:cxn modelId="{A79058EC-36BE-472A-9745-EE023D2F99F8}" type="presParOf" srcId="{311144D1-3BA2-4573-AB3C-C1D2F0AEE5A2}" destId="{B301E9C0-66A8-4889-AB14-A827A90B7730}" srcOrd="0" destOrd="0" presId="urn:microsoft.com/office/officeart/2016/7/layout/LinearArrowProcessNumbered#1"/>
    <dgm:cxn modelId="{3B2E8B13-A96E-4C99-8E41-9C50CF00F036}" type="presParOf" srcId="{311144D1-3BA2-4573-AB3C-C1D2F0AEE5A2}" destId="{C520B667-F0A6-4456-B459-83C4807E6047}" srcOrd="1" destOrd="0" presId="urn:microsoft.com/office/officeart/2016/7/layout/LinearArrowProcessNumbered#1"/>
    <dgm:cxn modelId="{FCAE9093-5193-4B6B-94E4-7A2C75B9C9ED}" type="presParOf" srcId="{311144D1-3BA2-4573-AB3C-C1D2F0AEE5A2}" destId="{ADD1CCE4-82A5-468F-8BC5-15D0185DBB4E}" srcOrd="2" destOrd="0" presId="urn:microsoft.com/office/officeart/2016/7/layout/LinearArrowProcessNumbered#1"/>
    <dgm:cxn modelId="{D9970249-2A11-4DDE-B24B-F7696775BF6E}" type="presParOf" srcId="{311144D1-3BA2-4573-AB3C-C1D2F0AEE5A2}" destId="{C251040B-EE34-45B4-9F5D-BC733169E090}" srcOrd="3" destOrd="0" presId="urn:microsoft.com/office/officeart/2016/7/layout/LinearArrowProcessNumbered#1"/>
    <dgm:cxn modelId="{439A1842-F0B6-4610-B149-E995DD50E26F}" type="presParOf" srcId="{F093D1EA-1E4B-4611-A553-45F589D6189E}" destId="{12E9BEA5-B7F5-4B40-9B17-6A733AF73901}"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1800" b="0" i="0" u="none" dirty="0">
              <a:cs typeface="B Zar" panose="00000400000000000000" pitchFamily="2" charset="-78"/>
            </a:rPr>
            <a:t>تمامی اعضای ساختمان باید به گونه مناسبی به هم پیوسته باشند تا ساختمان در برابر نیرو های وارده به طور یک پارچه عمل کند</a:t>
          </a:r>
          <a:endParaRPr lang="en-US" sz="1800" b="0" i="0" u="none" dirty="0">
            <a:cs typeface="B Zar" panose="00000400000000000000" pitchFamily="2" charset="-78"/>
          </a:endParaRPr>
        </a:p>
        <a:p>
          <a:pPr algn="ctr"/>
          <a:endParaRPr lang="en-US" sz="18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800" b="0" i="0" u="none" dirty="0">
              <a:cs typeface="B Zar" panose="00000400000000000000" pitchFamily="2" charset="-78"/>
            </a:rPr>
            <a:t>سقف باید با حفظ انسجام خود به صورت یک پارچه علاوه بر تحمل و انتقال نیروی ثقلی نیروی ناشی از زلزله را نیز به اعضای قائم منتقل نماید</a:t>
          </a:r>
          <a:endParaRPr lang="en-US" sz="1800" b="0" i="0" u="none" dirty="0">
            <a:cs typeface="B Zar" panose="00000400000000000000" pitchFamily="2" charset="-78"/>
          </a:endParaRPr>
        </a:p>
        <a:p>
          <a:pPr algn="ctr"/>
          <a:endParaRPr lang="en-US" sz="18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BA0D1191-41B5-4E4E-98CA-BB121638FA27}">
      <dgm:prSet custT="1"/>
      <dgm:spPr/>
      <dgm:t>
        <a:bodyPr/>
        <a:lstStyle/>
        <a:p>
          <a:pPr algn="ctr"/>
          <a:r>
            <a:rPr lang="ar-SA" sz="1800" b="0" i="0" u="none" dirty="0">
              <a:cs typeface="B Zar" panose="00000400000000000000" pitchFamily="2" charset="-78"/>
            </a:rPr>
            <a:t>تأساختمان باید دارای تقارن سازه ای مناسب باشد در غیر این صورت باید از درز لرزه ای استفاده شود</a:t>
          </a:r>
          <a:endParaRPr lang="en-US" sz="1800" b="0" i="0" u="none" dirty="0">
            <a:cs typeface="B Zar" panose="00000400000000000000" pitchFamily="2" charset="-78"/>
          </a:endParaRPr>
        </a:p>
        <a:p>
          <a:pPr algn="ctr"/>
          <a:endParaRPr lang="en-US" sz="1800" dirty="0">
            <a:cs typeface="B Zar" panose="00000400000000000000" pitchFamily="2" charset="-78"/>
          </a:endParaRPr>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3" phldr="0"/>
      <dgm:spPr/>
      <dgm:t>
        <a:bodyPr/>
        <a:lstStyle/>
        <a:p>
          <a:r>
            <a:rPr lang="en-US"/>
            <a:t>3</a:t>
          </a:r>
          <a:endParaRPr lang="en-US" dirty="0"/>
        </a:p>
      </dgm:t>
    </dgm:pt>
    <dgm:pt modelId="{55AD6682-19A1-4F15-920E-E13D92EB312E}">
      <dgm:prSet custT="1"/>
      <dgm:spPr/>
      <dgm:t>
        <a:bodyPr/>
        <a:lstStyle/>
        <a:p>
          <a:pPr algn="ctr"/>
          <a:r>
            <a:rPr lang="ar-SA" sz="1800" b="0" i="0" u="none" dirty="0">
              <a:cs typeface="B Zar" panose="00000400000000000000" pitchFamily="2" charset="-78"/>
            </a:rPr>
            <a:t>از قرار دادن اجزای ساختمانی  تاسیسات ویا اجسام سنگین روی طره ها و اعضای لاغر و بام پرهیز شود</a:t>
          </a:r>
          <a:endParaRPr lang="en-US" sz="1800" b="0" i="0" u="none" dirty="0">
            <a:cs typeface="B Zar" panose="00000400000000000000" pitchFamily="2" charset="-78"/>
          </a:endParaRPr>
        </a:p>
        <a:p>
          <a:pPr algn="ctr"/>
          <a:endParaRPr lang="en-US" sz="1800" dirty="0">
            <a:cs typeface="B Zar" panose="00000400000000000000" pitchFamily="2" charset="-78"/>
          </a:endParaRPr>
        </a:p>
      </dgm:t>
    </dgm:pt>
    <dgm:pt modelId="{0A1EE536-D200-411C-8FD0-7F23E7109629}" type="parTrans" cxnId="{522DD16F-B30D-40BA-AA70-7667AAFFD0AE}">
      <dgm:prSet/>
      <dgm:spPr/>
      <dgm:t>
        <a:bodyPr/>
        <a:lstStyle/>
        <a:p>
          <a:endParaRPr lang="en-US"/>
        </a:p>
      </dgm:t>
    </dgm:pt>
    <dgm:pt modelId="{6DA0DC7B-EEAC-48D5-8C2F-256705FA5618}" type="sibTrans" cxnId="{522DD16F-B30D-40BA-AA70-7667AAFFD0AE}">
      <dgm:prSet phldrT="4" phldr="0"/>
      <dgm:spPr/>
      <dgm:t>
        <a:bodyPr/>
        <a:lstStyle/>
        <a:p>
          <a:r>
            <a:rPr lang="en-US"/>
            <a:t>4</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12"/>
      <dgm:spPr/>
    </dgm:pt>
    <dgm:pt modelId="{CB784251-3D1A-453A-AC20-F2E87A36EEF3}" type="pres">
      <dgm:prSet presAssocID="{D841507B-447A-43E4-A67A-78917CB1FB25}" presName="lineArrowNode" presStyleLbl="alignAccFollowNode1" presStyleIdx="1" presStyleCnt="12"/>
      <dgm:spPr/>
    </dgm:pt>
    <dgm:pt modelId="{7D680E2B-37E7-47C5-9407-98DE51395E71}" type="pres">
      <dgm:prSet presAssocID="{8A56963F-9458-4CF1-BA11-F6B59F6693C3}" presName="sibTransNodeCircle" presStyleLbl="alignNode1" presStyleIdx="0" presStyleCnt="4">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12"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12"/>
      <dgm:spPr/>
    </dgm:pt>
    <dgm:pt modelId="{443C13A9-1FDD-4FC4-A337-CF907FF0D233}" type="pres">
      <dgm:prSet presAssocID="{AA8D6E5D-2291-4551-826E-2E8CD77EBBCD}" presName="lineArrowNode" presStyleLbl="alignAccFollowNode1" presStyleIdx="4" presStyleCnt="12"/>
      <dgm:spPr/>
    </dgm:pt>
    <dgm:pt modelId="{2E0F8023-7BBB-4718-BC8F-AC65EE454DC6}" type="pres">
      <dgm:prSet presAssocID="{6D5F5307-B9A3-4224-A52C-70B5D7E58E7C}" presName="sibTransNodeCircle" presStyleLbl="alignNode1" presStyleIdx="1" presStyleCnt="4">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12">
        <dgm:presLayoutVars>
          <dgm:bulletEnabled val="1"/>
        </dgm:presLayoutVars>
      </dgm:prSet>
      <dgm:spPr/>
    </dgm:pt>
    <dgm:pt modelId="{B6BBB860-34CE-4234-8D3B-BDBD461D22B0}" type="pres">
      <dgm:prSet presAssocID="{6D5F5307-B9A3-4224-A52C-70B5D7E58E7C}"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6" presStyleCnt="12"/>
      <dgm:spPr/>
    </dgm:pt>
    <dgm:pt modelId="{AE6DFE2B-B7F2-4F30-B659-B552E321FADD}" type="pres">
      <dgm:prSet presAssocID="{BA0D1191-41B5-4E4E-98CA-BB121638FA27}" presName="lineArrowNode" presStyleLbl="alignAccFollowNode1" presStyleIdx="7" presStyleCnt="12"/>
      <dgm:spPr/>
    </dgm:pt>
    <dgm:pt modelId="{5245C8DA-1E76-407A-B430-701BCCF29F00}" type="pres">
      <dgm:prSet presAssocID="{43A04663-B22C-4CA5-9BCF-3B42D70D691D}" presName="sibTransNodeCircle" presStyleLbl="alignNode1" presStyleIdx="2" presStyleCnt="4">
        <dgm:presLayoutVars>
          <dgm:chMax val="0"/>
          <dgm:bulletEnabled/>
        </dgm:presLayoutVars>
      </dgm:prSet>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8" presStyleCnt="12">
        <dgm:presLayoutVars>
          <dgm:bulletEnabled val="1"/>
        </dgm:presLayoutVars>
      </dgm:prSet>
      <dgm:spPr/>
    </dgm:pt>
    <dgm:pt modelId="{5BD921B9-FF63-486B-BBF5-5535F2AA32B5}" type="pres">
      <dgm:prSet presAssocID="{43A04663-B22C-4CA5-9BCF-3B42D70D691D}" presName="sibTransComposite" presStyleCnt="0"/>
      <dgm:spPr/>
    </dgm:pt>
    <dgm:pt modelId="{F093D1EA-1E4B-4611-A553-45F589D6189E}" type="pres">
      <dgm:prSet presAssocID="{55AD6682-19A1-4F15-920E-E13D92EB312E}" presName="compositeNode" presStyleCnt="0"/>
      <dgm:spPr/>
    </dgm:pt>
    <dgm:pt modelId="{200EAA04-D9FF-4E34-8629-9FF0013CAD96}" type="pres">
      <dgm:prSet presAssocID="{55AD6682-19A1-4F15-920E-E13D92EB312E}" presName="parTx" presStyleLbl="node1" presStyleIdx="0" presStyleCnt="0">
        <dgm:presLayoutVars>
          <dgm:chMax val="0"/>
          <dgm:chPref val="0"/>
          <dgm:bulletEnabled val="1"/>
        </dgm:presLayoutVars>
      </dgm:prSet>
      <dgm:spPr/>
    </dgm:pt>
    <dgm:pt modelId="{311144D1-3BA2-4573-AB3C-C1D2F0AEE5A2}" type="pres">
      <dgm:prSet presAssocID="{55AD6682-19A1-4F15-920E-E13D92EB312E}" presName="parSh" presStyleCnt="0"/>
      <dgm:spPr/>
    </dgm:pt>
    <dgm:pt modelId="{B301E9C0-66A8-4889-AB14-A827A90B7730}" type="pres">
      <dgm:prSet presAssocID="{55AD6682-19A1-4F15-920E-E13D92EB312E}" presName="lineNode" presStyleLbl="alignAccFollowNode1" presStyleIdx="9" presStyleCnt="12"/>
      <dgm:spPr/>
    </dgm:pt>
    <dgm:pt modelId="{C520B667-F0A6-4456-B459-83C4807E6047}" type="pres">
      <dgm:prSet presAssocID="{55AD6682-19A1-4F15-920E-E13D92EB312E}" presName="lineArrowNode" presStyleLbl="alignAccFollowNode1" presStyleIdx="10" presStyleCnt="12"/>
      <dgm:spPr/>
    </dgm:pt>
    <dgm:pt modelId="{ADD1CCE4-82A5-468F-8BC5-15D0185DBB4E}" type="pres">
      <dgm:prSet presAssocID="{6DA0DC7B-EEAC-48D5-8C2F-256705FA5618}" presName="sibTransNodeCircle" presStyleLbl="alignNode1" presStyleIdx="3" presStyleCnt="4">
        <dgm:presLayoutVars>
          <dgm:chMax val="0"/>
          <dgm:bulletEnabled/>
        </dgm:presLayoutVars>
      </dgm:prSet>
      <dgm:spPr/>
    </dgm:pt>
    <dgm:pt modelId="{C251040B-EE34-45B4-9F5D-BC733169E090}" type="pres">
      <dgm:prSet presAssocID="{6DA0DC7B-EEAC-48D5-8C2F-256705FA5618}" presName="spacerBetweenCircleAndCallout" presStyleCnt="0">
        <dgm:presLayoutVars/>
      </dgm:prSet>
      <dgm:spPr/>
    </dgm:pt>
    <dgm:pt modelId="{12E9BEA5-B7F5-4B40-9B17-6A733AF73901}" type="pres">
      <dgm:prSet presAssocID="{55AD6682-19A1-4F15-920E-E13D92EB312E}" presName="nodeText" presStyleLbl="alignAccFollowNode1" presStyleIdx="11" presStyleCnt="12">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2" destOrd="0" parTransId="{BF60A160-E127-4E75-A05F-AE196FFF76E3}" sibTransId="{43A04663-B22C-4CA5-9BCF-3B42D70D691D}"/>
    <dgm:cxn modelId="{577E866F-4BE4-4BDE-AEC2-040AA5E25698}" type="presOf" srcId="{6DA0DC7B-EEAC-48D5-8C2F-256705FA5618}" destId="{ADD1CCE4-82A5-468F-8BC5-15D0185DBB4E}" srcOrd="0" destOrd="0" presId="urn:microsoft.com/office/officeart/2016/7/layout/LinearArrowProcessNumbered#1"/>
    <dgm:cxn modelId="{522DD16F-B30D-40BA-AA70-7667AAFFD0AE}" srcId="{98A846BE-51A9-4BA7-9258-ECFAE05E7F40}" destId="{55AD6682-19A1-4F15-920E-E13D92EB312E}" srcOrd="3" destOrd="0" parTransId="{0A1EE536-D200-411C-8FD0-7F23E7109629}" sibTransId="{6DA0DC7B-EEAC-48D5-8C2F-256705FA5618}"/>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328AC9C4-1162-4C74-A205-A907215CB039}" type="presOf" srcId="{55AD6682-19A1-4F15-920E-E13D92EB312E}" destId="{12E9BEA5-B7F5-4B40-9B17-6A733AF73901}"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8F447F70-04A1-4BC9-AA30-09B985C0A12B}" type="presParOf" srcId="{D9938462-A694-4D2B-BC8A-98DD7FFDFAAA}" destId="{95226D6D-DC9D-43A5-AC93-827EFF228E2A}" srcOrd="4"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 modelId="{E537C05D-53BB-4C4C-AC73-C6455980C74B}" type="presParOf" srcId="{D9938462-A694-4D2B-BC8A-98DD7FFDFAAA}" destId="{5BD921B9-FF63-486B-BBF5-5535F2AA32B5}" srcOrd="5" destOrd="0" presId="urn:microsoft.com/office/officeart/2016/7/layout/LinearArrowProcessNumbered#1"/>
    <dgm:cxn modelId="{3A78D317-010B-409E-A0C5-1AB9329DE22C}" type="presParOf" srcId="{D9938462-A694-4D2B-BC8A-98DD7FFDFAAA}" destId="{F093D1EA-1E4B-4611-A553-45F589D6189E}" srcOrd="6" destOrd="0" presId="urn:microsoft.com/office/officeart/2016/7/layout/LinearArrowProcessNumbered#1"/>
    <dgm:cxn modelId="{8AF1F224-00E1-4D84-ADE6-04C9AC31B5BE}" type="presParOf" srcId="{F093D1EA-1E4B-4611-A553-45F589D6189E}" destId="{200EAA04-D9FF-4E34-8629-9FF0013CAD96}" srcOrd="0" destOrd="0" presId="urn:microsoft.com/office/officeart/2016/7/layout/LinearArrowProcessNumbered#1"/>
    <dgm:cxn modelId="{92E9138B-6A86-4355-8521-1A6E8E247B26}" type="presParOf" srcId="{F093D1EA-1E4B-4611-A553-45F589D6189E}" destId="{311144D1-3BA2-4573-AB3C-C1D2F0AEE5A2}" srcOrd="1" destOrd="0" presId="urn:microsoft.com/office/officeart/2016/7/layout/LinearArrowProcessNumbered#1"/>
    <dgm:cxn modelId="{A79058EC-36BE-472A-9745-EE023D2F99F8}" type="presParOf" srcId="{311144D1-3BA2-4573-AB3C-C1D2F0AEE5A2}" destId="{B301E9C0-66A8-4889-AB14-A827A90B7730}" srcOrd="0" destOrd="0" presId="urn:microsoft.com/office/officeart/2016/7/layout/LinearArrowProcessNumbered#1"/>
    <dgm:cxn modelId="{3B2E8B13-A96E-4C99-8E41-9C50CF00F036}" type="presParOf" srcId="{311144D1-3BA2-4573-AB3C-C1D2F0AEE5A2}" destId="{C520B667-F0A6-4456-B459-83C4807E6047}" srcOrd="1" destOrd="0" presId="urn:microsoft.com/office/officeart/2016/7/layout/LinearArrowProcessNumbered#1"/>
    <dgm:cxn modelId="{FCAE9093-5193-4B6B-94E4-7A2C75B9C9ED}" type="presParOf" srcId="{311144D1-3BA2-4573-AB3C-C1D2F0AEE5A2}" destId="{ADD1CCE4-82A5-468F-8BC5-15D0185DBB4E}" srcOrd="2" destOrd="0" presId="urn:microsoft.com/office/officeart/2016/7/layout/LinearArrowProcessNumbered#1"/>
    <dgm:cxn modelId="{D9970249-2A11-4DDE-B24B-F7696775BF6E}" type="presParOf" srcId="{311144D1-3BA2-4573-AB3C-C1D2F0AEE5A2}" destId="{C251040B-EE34-45B4-9F5D-BC733169E090}" srcOrd="3" destOrd="0" presId="urn:microsoft.com/office/officeart/2016/7/layout/LinearArrowProcessNumbered#1"/>
    <dgm:cxn modelId="{439A1842-F0B6-4610-B149-E995DD50E26F}" type="presParOf" srcId="{F093D1EA-1E4B-4611-A553-45F589D6189E}" destId="{12E9BEA5-B7F5-4B40-9B17-6A733AF73901}"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2400" b="0" i="0" u="none" dirty="0">
              <a:cs typeface="B Zar" panose="00000400000000000000" pitchFamily="2" charset="-78"/>
            </a:rPr>
            <a:t>الزامات عمومی</a:t>
          </a:r>
          <a:endParaRPr lang="en-US" sz="24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2000" b="0" i="0" u="none" dirty="0">
              <a:cs typeface="B Zar" panose="00000400000000000000" pitchFamily="2" charset="-78"/>
            </a:rPr>
            <a:t>الزامات تحلیل و </a:t>
          </a:r>
          <a:r>
            <a:rPr lang="ar-SA" sz="2400" b="0" i="0" u="none" dirty="0">
              <a:cs typeface="B Zar" panose="00000400000000000000" pitchFamily="2" charset="-78"/>
            </a:rPr>
            <a:t>طراحی</a:t>
          </a:r>
          <a:r>
            <a:rPr lang="ar-SA" sz="2000" b="0" i="0" u="none" dirty="0">
              <a:cs typeface="B Zar" panose="00000400000000000000" pitchFamily="2" charset="-78"/>
            </a:rPr>
            <a:t> </a:t>
          </a:r>
          <a:endParaRPr lang="en-US" sz="20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BA0D1191-41B5-4E4E-98CA-BB121638FA27}">
      <dgm:prSet custT="1"/>
      <dgm:spPr/>
      <dgm:t>
        <a:bodyPr/>
        <a:lstStyle/>
        <a:p>
          <a:pPr algn="ctr"/>
          <a:r>
            <a:rPr lang="ar-SA" sz="2400" b="0" i="0" u="none" dirty="0">
              <a:cs typeface="B Zar" panose="00000400000000000000" pitchFamily="2" charset="-78"/>
            </a:rPr>
            <a:t>الزامات ساخت و نصب و کنترل</a:t>
          </a:r>
          <a:endParaRPr lang="en-US" sz="2400" dirty="0">
            <a:cs typeface="B Zar" panose="00000400000000000000" pitchFamily="2" charset="-78"/>
          </a:endParaRPr>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3" phldr="0"/>
      <dgm:spPr/>
      <dgm:t>
        <a:bodyPr/>
        <a:lstStyle/>
        <a:p>
          <a:r>
            <a:rPr lang="en-US"/>
            <a:t>3</a:t>
          </a:r>
          <a:endParaRPr lang="en-US" dirty="0"/>
        </a:p>
      </dgm:t>
    </dgm:pt>
    <dgm:pt modelId="{55AD6682-19A1-4F15-920E-E13D92EB312E}">
      <dgm:prSet custT="1"/>
      <dgm:spPr/>
      <dgm:t>
        <a:bodyPr/>
        <a:lstStyle/>
        <a:p>
          <a:pPr algn="ctr"/>
          <a:r>
            <a:rPr lang="ar-SA" sz="2400" b="0" i="0" u="none" dirty="0">
              <a:cs typeface="B Zar" panose="00000400000000000000" pitchFamily="2" charset="-78"/>
            </a:rPr>
            <a:t>الزامات طراحی لرزه ای</a:t>
          </a:r>
          <a:endParaRPr lang="en-US" sz="1800" dirty="0">
            <a:cs typeface="B Zar" panose="00000400000000000000" pitchFamily="2" charset="-78"/>
          </a:endParaRPr>
        </a:p>
      </dgm:t>
    </dgm:pt>
    <dgm:pt modelId="{0A1EE536-D200-411C-8FD0-7F23E7109629}" type="parTrans" cxnId="{522DD16F-B30D-40BA-AA70-7667AAFFD0AE}">
      <dgm:prSet/>
      <dgm:spPr/>
      <dgm:t>
        <a:bodyPr/>
        <a:lstStyle/>
        <a:p>
          <a:endParaRPr lang="en-US"/>
        </a:p>
      </dgm:t>
    </dgm:pt>
    <dgm:pt modelId="{6DA0DC7B-EEAC-48D5-8C2F-256705FA5618}" type="sibTrans" cxnId="{522DD16F-B30D-40BA-AA70-7667AAFFD0AE}">
      <dgm:prSet phldrT="4" phldr="0"/>
      <dgm:spPr/>
      <dgm:t>
        <a:bodyPr/>
        <a:lstStyle/>
        <a:p>
          <a:r>
            <a:rPr lang="en-US"/>
            <a:t>4</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12"/>
      <dgm:spPr/>
    </dgm:pt>
    <dgm:pt modelId="{CB784251-3D1A-453A-AC20-F2E87A36EEF3}" type="pres">
      <dgm:prSet presAssocID="{D841507B-447A-43E4-A67A-78917CB1FB25}" presName="lineArrowNode" presStyleLbl="alignAccFollowNode1" presStyleIdx="1" presStyleCnt="12"/>
      <dgm:spPr/>
    </dgm:pt>
    <dgm:pt modelId="{7D680E2B-37E7-47C5-9407-98DE51395E71}" type="pres">
      <dgm:prSet presAssocID="{8A56963F-9458-4CF1-BA11-F6B59F6693C3}" presName="sibTransNodeCircle" presStyleLbl="alignNode1" presStyleIdx="0" presStyleCnt="4">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12" custLinFactNeighborX="-134" custLinFactNeighborY="-4045">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12"/>
      <dgm:spPr/>
    </dgm:pt>
    <dgm:pt modelId="{443C13A9-1FDD-4FC4-A337-CF907FF0D233}" type="pres">
      <dgm:prSet presAssocID="{AA8D6E5D-2291-4551-826E-2E8CD77EBBCD}" presName="lineArrowNode" presStyleLbl="alignAccFollowNode1" presStyleIdx="4" presStyleCnt="12"/>
      <dgm:spPr/>
    </dgm:pt>
    <dgm:pt modelId="{2E0F8023-7BBB-4718-BC8F-AC65EE454DC6}" type="pres">
      <dgm:prSet presAssocID="{6D5F5307-B9A3-4224-A52C-70B5D7E58E7C}" presName="sibTransNodeCircle" presStyleLbl="alignNode1" presStyleIdx="1" presStyleCnt="4">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12">
        <dgm:presLayoutVars>
          <dgm:bulletEnabled val="1"/>
        </dgm:presLayoutVars>
      </dgm:prSet>
      <dgm:spPr/>
    </dgm:pt>
    <dgm:pt modelId="{B6BBB860-34CE-4234-8D3B-BDBD461D22B0}" type="pres">
      <dgm:prSet presAssocID="{6D5F5307-B9A3-4224-A52C-70B5D7E58E7C}"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6" presStyleCnt="12"/>
      <dgm:spPr/>
    </dgm:pt>
    <dgm:pt modelId="{AE6DFE2B-B7F2-4F30-B659-B552E321FADD}" type="pres">
      <dgm:prSet presAssocID="{BA0D1191-41B5-4E4E-98CA-BB121638FA27}" presName="lineArrowNode" presStyleLbl="alignAccFollowNode1" presStyleIdx="7" presStyleCnt="12"/>
      <dgm:spPr/>
    </dgm:pt>
    <dgm:pt modelId="{5245C8DA-1E76-407A-B430-701BCCF29F00}" type="pres">
      <dgm:prSet presAssocID="{43A04663-B22C-4CA5-9BCF-3B42D70D691D}" presName="sibTransNodeCircle" presStyleLbl="alignNode1" presStyleIdx="2" presStyleCnt="4">
        <dgm:presLayoutVars>
          <dgm:chMax val="0"/>
          <dgm:bulletEnabled/>
        </dgm:presLayoutVars>
      </dgm:prSet>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8" presStyleCnt="12">
        <dgm:presLayoutVars>
          <dgm:bulletEnabled val="1"/>
        </dgm:presLayoutVars>
      </dgm:prSet>
      <dgm:spPr/>
    </dgm:pt>
    <dgm:pt modelId="{5BD921B9-FF63-486B-BBF5-5535F2AA32B5}" type="pres">
      <dgm:prSet presAssocID="{43A04663-B22C-4CA5-9BCF-3B42D70D691D}" presName="sibTransComposite" presStyleCnt="0"/>
      <dgm:spPr/>
    </dgm:pt>
    <dgm:pt modelId="{F093D1EA-1E4B-4611-A553-45F589D6189E}" type="pres">
      <dgm:prSet presAssocID="{55AD6682-19A1-4F15-920E-E13D92EB312E}" presName="compositeNode" presStyleCnt="0"/>
      <dgm:spPr/>
    </dgm:pt>
    <dgm:pt modelId="{200EAA04-D9FF-4E34-8629-9FF0013CAD96}" type="pres">
      <dgm:prSet presAssocID="{55AD6682-19A1-4F15-920E-E13D92EB312E}" presName="parTx" presStyleLbl="node1" presStyleIdx="0" presStyleCnt="0">
        <dgm:presLayoutVars>
          <dgm:chMax val="0"/>
          <dgm:chPref val="0"/>
          <dgm:bulletEnabled val="1"/>
        </dgm:presLayoutVars>
      </dgm:prSet>
      <dgm:spPr/>
    </dgm:pt>
    <dgm:pt modelId="{311144D1-3BA2-4573-AB3C-C1D2F0AEE5A2}" type="pres">
      <dgm:prSet presAssocID="{55AD6682-19A1-4F15-920E-E13D92EB312E}" presName="parSh" presStyleCnt="0"/>
      <dgm:spPr/>
    </dgm:pt>
    <dgm:pt modelId="{B301E9C0-66A8-4889-AB14-A827A90B7730}" type="pres">
      <dgm:prSet presAssocID="{55AD6682-19A1-4F15-920E-E13D92EB312E}" presName="lineNode" presStyleLbl="alignAccFollowNode1" presStyleIdx="9" presStyleCnt="12"/>
      <dgm:spPr/>
    </dgm:pt>
    <dgm:pt modelId="{C520B667-F0A6-4456-B459-83C4807E6047}" type="pres">
      <dgm:prSet presAssocID="{55AD6682-19A1-4F15-920E-E13D92EB312E}" presName="lineArrowNode" presStyleLbl="alignAccFollowNode1" presStyleIdx="10" presStyleCnt="12"/>
      <dgm:spPr/>
    </dgm:pt>
    <dgm:pt modelId="{ADD1CCE4-82A5-468F-8BC5-15D0185DBB4E}" type="pres">
      <dgm:prSet presAssocID="{6DA0DC7B-EEAC-48D5-8C2F-256705FA5618}" presName="sibTransNodeCircle" presStyleLbl="alignNode1" presStyleIdx="3" presStyleCnt="4">
        <dgm:presLayoutVars>
          <dgm:chMax val="0"/>
          <dgm:bulletEnabled/>
        </dgm:presLayoutVars>
      </dgm:prSet>
      <dgm:spPr/>
    </dgm:pt>
    <dgm:pt modelId="{C251040B-EE34-45B4-9F5D-BC733169E090}" type="pres">
      <dgm:prSet presAssocID="{6DA0DC7B-EEAC-48D5-8C2F-256705FA5618}" presName="spacerBetweenCircleAndCallout" presStyleCnt="0">
        <dgm:presLayoutVars/>
      </dgm:prSet>
      <dgm:spPr/>
    </dgm:pt>
    <dgm:pt modelId="{12E9BEA5-B7F5-4B40-9B17-6A733AF73901}" type="pres">
      <dgm:prSet presAssocID="{55AD6682-19A1-4F15-920E-E13D92EB312E}" presName="nodeText" presStyleLbl="alignAccFollowNode1" presStyleIdx="11" presStyleCnt="12">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2" destOrd="0" parTransId="{BF60A160-E127-4E75-A05F-AE196FFF76E3}" sibTransId="{43A04663-B22C-4CA5-9BCF-3B42D70D691D}"/>
    <dgm:cxn modelId="{577E866F-4BE4-4BDE-AEC2-040AA5E25698}" type="presOf" srcId="{6DA0DC7B-EEAC-48D5-8C2F-256705FA5618}" destId="{ADD1CCE4-82A5-468F-8BC5-15D0185DBB4E}" srcOrd="0" destOrd="0" presId="urn:microsoft.com/office/officeart/2016/7/layout/LinearArrowProcessNumbered#1"/>
    <dgm:cxn modelId="{522DD16F-B30D-40BA-AA70-7667AAFFD0AE}" srcId="{98A846BE-51A9-4BA7-9258-ECFAE05E7F40}" destId="{55AD6682-19A1-4F15-920E-E13D92EB312E}" srcOrd="3" destOrd="0" parTransId="{0A1EE536-D200-411C-8FD0-7F23E7109629}" sibTransId="{6DA0DC7B-EEAC-48D5-8C2F-256705FA5618}"/>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328AC9C4-1162-4C74-A205-A907215CB039}" type="presOf" srcId="{55AD6682-19A1-4F15-920E-E13D92EB312E}" destId="{12E9BEA5-B7F5-4B40-9B17-6A733AF73901}"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8F447F70-04A1-4BC9-AA30-09B985C0A12B}" type="presParOf" srcId="{D9938462-A694-4D2B-BC8A-98DD7FFDFAAA}" destId="{95226D6D-DC9D-43A5-AC93-827EFF228E2A}" srcOrd="4"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 modelId="{E537C05D-53BB-4C4C-AC73-C6455980C74B}" type="presParOf" srcId="{D9938462-A694-4D2B-BC8A-98DD7FFDFAAA}" destId="{5BD921B9-FF63-486B-BBF5-5535F2AA32B5}" srcOrd="5" destOrd="0" presId="urn:microsoft.com/office/officeart/2016/7/layout/LinearArrowProcessNumbered#1"/>
    <dgm:cxn modelId="{3A78D317-010B-409E-A0C5-1AB9329DE22C}" type="presParOf" srcId="{D9938462-A694-4D2B-BC8A-98DD7FFDFAAA}" destId="{F093D1EA-1E4B-4611-A553-45F589D6189E}" srcOrd="6" destOrd="0" presId="urn:microsoft.com/office/officeart/2016/7/layout/LinearArrowProcessNumbered#1"/>
    <dgm:cxn modelId="{8AF1F224-00E1-4D84-ADE6-04C9AC31B5BE}" type="presParOf" srcId="{F093D1EA-1E4B-4611-A553-45F589D6189E}" destId="{200EAA04-D9FF-4E34-8629-9FF0013CAD96}" srcOrd="0" destOrd="0" presId="urn:microsoft.com/office/officeart/2016/7/layout/LinearArrowProcessNumbered#1"/>
    <dgm:cxn modelId="{92E9138B-6A86-4355-8521-1A6E8E247B26}" type="presParOf" srcId="{F093D1EA-1E4B-4611-A553-45F589D6189E}" destId="{311144D1-3BA2-4573-AB3C-C1D2F0AEE5A2}" srcOrd="1" destOrd="0" presId="urn:microsoft.com/office/officeart/2016/7/layout/LinearArrowProcessNumbered#1"/>
    <dgm:cxn modelId="{A79058EC-36BE-472A-9745-EE023D2F99F8}" type="presParOf" srcId="{311144D1-3BA2-4573-AB3C-C1D2F0AEE5A2}" destId="{B301E9C0-66A8-4889-AB14-A827A90B7730}" srcOrd="0" destOrd="0" presId="urn:microsoft.com/office/officeart/2016/7/layout/LinearArrowProcessNumbered#1"/>
    <dgm:cxn modelId="{3B2E8B13-A96E-4C99-8E41-9C50CF00F036}" type="presParOf" srcId="{311144D1-3BA2-4573-AB3C-C1D2F0AEE5A2}" destId="{C520B667-F0A6-4456-B459-83C4807E6047}" srcOrd="1" destOrd="0" presId="urn:microsoft.com/office/officeart/2016/7/layout/LinearArrowProcessNumbered#1"/>
    <dgm:cxn modelId="{FCAE9093-5193-4B6B-94E4-7A2C75B9C9ED}" type="presParOf" srcId="{311144D1-3BA2-4573-AB3C-C1D2F0AEE5A2}" destId="{ADD1CCE4-82A5-468F-8BC5-15D0185DBB4E}" srcOrd="2" destOrd="0" presId="urn:microsoft.com/office/officeart/2016/7/layout/LinearArrowProcessNumbered#1"/>
    <dgm:cxn modelId="{D9970249-2A11-4DDE-B24B-F7696775BF6E}" type="presParOf" srcId="{311144D1-3BA2-4573-AB3C-C1D2F0AEE5A2}" destId="{C251040B-EE34-45B4-9F5D-BC733169E090}" srcOrd="3" destOrd="0" presId="urn:microsoft.com/office/officeart/2016/7/layout/LinearArrowProcessNumbered#1"/>
    <dgm:cxn modelId="{439A1842-F0B6-4610-B149-E995DD50E26F}" type="presParOf" srcId="{F093D1EA-1E4B-4611-A553-45F589D6189E}" destId="{12E9BEA5-B7F5-4B40-9B17-6A733AF73901}"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1600" b="0" i="0" u="none" dirty="0">
              <a:cs typeface="B Zar" panose="00000400000000000000" pitchFamily="2" charset="-78"/>
            </a:rPr>
            <a:t>به كار گرفتن ماشين آلات و تجهيزات ساختماني در نزديكي خطوط برق فشار قوي بايد با رعايت مفاد بند 8-4-2-12 صورت گيرد.</a:t>
          </a:r>
          <a:endParaRPr lang="en-US" sz="1600" b="0" i="0" u="none" dirty="0">
            <a:cs typeface="B Zar" panose="00000400000000000000" pitchFamily="2" charset="-78"/>
          </a:endParaRPr>
        </a:p>
        <a:p>
          <a:pPr algn="ctr"/>
          <a:endParaRPr lang="en-US" sz="24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600" b="0" i="0" u="none" dirty="0">
              <a:cs typeface="B Zar" panose="00000400000000000000" pitchFamily="2" charset="-78"/>
            </a:rPr>
            <a:t> قبل از شروع به تعمير، نظافت و روغن كاري ماشين آلات بايد آنها را خاموش نمود. ضمنا وسايل و ماشين آلاتي كه با برق كار مي كنند، بايد جريان برق آن ها نيز قطع گردد</a:t>
          </a:r>
          <a:r>
            <a:rPr lang="ar-SA" sz="2000" b="0" i="0" u="none" dirty="0">
              <a:cs typeface="B Zar" panose="00000400000000000000" pitchFamily="2" charset="-78"/>
            </a:rPr>
            <a:t>.</a:t>
          </a:r>
          <a:endParaRPr lang="en-US" sz="2000" b="0" i="0" u="none" dirty="0">
            <a:cs typeface="B Zar" panose="00000400000000000000" pitchFamily="2" charset="-78"/>
          </a:endParaRPr>
        </a:p>
        <a:p>
          <a:pPr algn="ctr"/>
          <a:endParaRPr lang="en-US" sz="20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BA0D1191-41B5-4E4E-98CA-BB121638FA27}">
      <dgm:prSet custT="1"/>
      <dgm:spPr/>
      <dgm:t>
        <a:bodyPr/>
        <a:lstStyle/>
        <a:p>
          <a:pPr algn="ctr"/>
          <a:r>
            <a:rPr lang="ar-SA" sz="1800" b="0" i="0" u="none" dirty="0">
              <a:cs typeface="B Zar" panose="00000400000000000000" pitchFamily="2" charset="-78"/>
            </a:rPr>
            <a:t>تعمير وسايل و تجهيزاتي كه حاوي بخار يا هواي فشرده باشد، تا زماني كه بخار يا هواي فشرده آن ها تخليه و بي اثر نشده باشد، ممنوع است. </a:t>
          </a:r>
          <a:endParaRPr lang="en-US" sz="1800" b="0" i="0" u="none" dirty="0">
            <a:cs typeface="B Zar" panose="00000400000000000000" pitchFamily="2" charset="-78"/>
          </a:endParaRPr>
        </a:p>
        <a:p>
          <a:pPr algn="ctr"/>
          <a:endParaRPr lang="en-US" sz="2400" dirty="0">
            <a:cs typeface="B Zar" panose="00000400000000000000" pitchFamily="2" charset="-78"/>
          </a:endParaRPr>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3" phldr="0"/>
      <dgm:spPr/>
      <dgm:t>
        <a:bodyPr/>
        <a:lstStyle/>
        <a:p>
          <a:r>
            <a:rPr lang="en-US"/>
            <a:t>3</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9"/>
      <dgm:spPr/>
    </dgm:pt>
    <dgm:pt modelId="{CB784251-3D1A-453A-AC20-F2E87A36EEF3}" type="pres">
      <dgm:prSet presAssocID="{D841507B-447A-43E4-A67A-78917CB1FB25}" presName="lineArrowNode" presStyleLbl="alignAccFollowNode1" presStyleIdx="1" presStyleCnt="9"/>
      <dgm:spPr/>
    </dgm:pt>
    <dgm:pt modelId="{7D680E2B-37E7-47C5-9407-98DE51395E71}" type="pres">
      <dgm:prSet presAssocID="{8A56963F-9458-4CF1-BA11-F6B59F6693C3}" presName="sibTransNodeCircle" presStyleLbl="alignNode1" presStyleIdx="0" presStyleCnt="3">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9"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9"/>
      <dgm:spPr/>
    </dgm:pt>
    <dgm:pt modelId="{443C13A9-1FDD-4FC4-A337-CF907FF0D233}" type="pres">
      <dgm:prSet presAssocID="{AA8D6E5D-2291-4551-826E-2E8CD77EBBCD}" presName="lineArrowNode" presStyleLbl="alignAccFollowNode1" presStyleIdx="4" presStyleCnt="9"/>
      <dgm:spPr/>
    </dgm:pt>
    <dgm:pt modelId="{2E0F8023-7BBB-4718-BC8F-AC65EE454DC6}" type="pres">
      <dgm:prSet presAssocID="{6D5F5307-B9A3-4224-A52C-70B5D7E58E7C}" presName="sibTransNodeCircle" presStyleLbl="alignNode1" presStyleIdx="1" presStyleCnt="3">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9">
        <dgm:presLayoutVars>
          <dgm:bulletEnabled val="1"/>
        </dgm:presLayoutVars>
      </dgm:prSet>
      <dgm:spPr/>
    </dgm:pt>
    <dgm:pt modelId="{B6BBB860-34CE-4234-8D3B-BDBD461D22B0}" type="pres">
      <dgm:prSet presAssocID="{6D5F5307-B9A3-4224-A52C-70B5D7E58E7C}"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6" presStyleCnt="9"/>
      <dgm:spPr/>
    </dgm:pt>
    <dgm:pt modelId="{AE6DFE2B-B7F2-4F30-B659-B552E321FADD}" type="pres">
      <dgm:prSet presAssocID="{BA0D1191-41B5-4E4E-98CA-BB121638FA27}" presName="lineArrowNode" presStyleLbl="alignAccFollowNode1" presStyleIdx="7" presStyleCnt="9"/>
      <dgm:spPr/>
    </dgm:pt>
    <dgm:pt modelId="{5245C8DA-1E76-407A-B430-701BCCF29F00}" type="pres">
      <dgm:prSet presAssocID="{43A04663-B22C-4CA5-9BCF-3B42D70D691D}" presName="sibTransNodeCircle" presStyleLbl="alignNode1" presStyleIdx="2" presStyleCnt="3">
        <dgm:presLayoutVars>
          <dgm:chMax val="0"/>
          <dgm:bulletEnabled/>
        </dgm:presLayoutVars>
      </dgm:prSet>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8" presStyleCnt="9">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2" destOrd="0" parTransId="{BF60A160-E127-4E75-A05F-AE196FFF76E3}" sibTransId="{43A04663-B22C-4CA5-9BCF-3B42D70D691D}"/>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8F447F70-04A1-4BC9-AA30-09B985C0A12B}" type="presParOf" srcId="{D9938462-A694-4D2B-BC8A-98DD7FFDFAAA}" destId="{95226D6D-DC9D-43A5-AC93-827EFF228E2A}" srcOrd="4"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1800" b="0" i="0" u="none" dirty="0">
              <a:cs typeface="B Zar" panose="00000400000000000000" pitchFamily="2" charset="-78"/>
            </a:rPr>
            <a:t>حفاظت با استفاده از عايق بندي قسمت هاي برق دار قابل دسترس</a:t>
          </a:r>
          <a:endParaRPr lang="en-US" sz="1800" b="0" i="0" u="none" dirty="0">
            <a:cs typeface="B Zar" panose="00000400000000000000" pitchFamily="2" charset="-78"/>
          </a:endParaRPr>
        </a:p>
        <a:p>
          <a:pPr algn="l"/>
          <a:endParaRPr lang="en-US" sz="1600" dirty="0"/>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800" b="0" i="0" u="none" dirty="0">
              <a:cs typeface="B Zar" panose="00000400000000000000" pitchFamily="2" charset="-78"/>
            </a:rPr>
            <a:t>حفاظت با استفاده از حصاركشي يا ايجاد موانع و يا استفاده از محفظه ها </a:t>
          </a:r>
          <a:endParaRPr lang="en-US" sz="1800" b="0" i="0" u="none" dirty="0">
            <a:cs typeface="B Zar" panose="00000400000000000000" pitchFamily="2" charset="-78"/>
          </a:endParaRPr>
        </a:p>
        <a:p>
          <a:pPr algn="l"/>
          <a:endParaRPr lang="en-US" sz="1600" dirty="0"/>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BA0D1191-41B5-4E4E-98CA-BB121638FA27}">
      <dgm:prSet custT="1"/>
      <dgm:spPr/>
      <dgm:t>
        <a:bodyPr/>
        <a:lstStyle/>
        <a:p>
          <a:pPr algn="ctr"/>
          <a:r>
            <a:rPr lang="ar-SA" sz="1800" b="0" i="0" u="none" dirty="0">
              <a:cs typeface="B Zar" panose="00000400000000000000" pitchFamily="2" charset="-78"/>
            </a:rPr>
            <a:t>حفاظت با استقرار در خارج از محدوده دسترس </a:t>
          </a:r>
          <a:endParaRPr lang="en-US" sz="1800" b="0" i="0" u="none" dirty="0">
            <a:cs typeface="B Zar" panose="00000400000000000000" pitchFamily="2" charset="-78"/>
          </a:endParaRPr>
        </a:p>
        <a:p>
          <a:pPr algn="l"/>
          <a:r>
            <a:rPr lang="en-US" sz="1600" b="0" i="0" u="none" dirty="0"/>
            <a:t>. </a:t>
          </a:r>
          <a:endParaRPr lang="en-US" sz="1600" dirty="0"/>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3" phldr="0"/>
      <dgm:spPr/>
      <dgm:t>
        <a:bodyPr/>
        <a:lstStyle/>
        <a:p>
          <a:r>
            <a:rPr lang="en-US"/>
            <a:t>3</a:t>
          </a:r>
          <a:endParaRPr lang="en-US" dirty="0"/>
        </a:p>
      </dgm:t>
    </dgm:pt>
    <dgm:pt modelId="{55AD6682-19A1-4F15-920E-E13D92EB312E}">
      <dgm:prSet custT="1"/>
      <dgm:spPr/>
      <dgm:t>
        <a:bodyPr/>
        <a:lstStyle/>
        <a:p>
          <a:pPr algn="ctr"/>
          <a:r>
            <a:rPr lang="ar-SA" sz="1600" b="0" i="0" u="none" dirty="0">
              <a:cs typeface="B Zar" panose="00000400000000000000" pitchFamily="2" charset="-78"/>
            </a:rPr>
            <a:t>محدود كردن جرياني كه ممكن است از بدن عبور كند به ميزاني كمتر از جريان برق گرفتگي</a:t>
          </a:r>
          <a:endParaRPr lang="en-US" sz="1600" b="0" i="0" u="none" dirty="0">
            <a:cs typeface="B Zar" panose="00000400000000000000" pitchFamily="2" charset="-78"/>
          </a:endParaRPr>
        </a:p>
        <a:p>
          <a:pPr algn="l"/>
          <a:endParaRPr lang="en-US" sz="1600" dirty="0"/>
        </a:p>
      </dgm:t>
    </dgm:pt>
    <dgm:pt modelId="{0A1EE536-D200-411C-8FD0-7F23E7109629}" type="parTrans" cxnId="{522DD16F-B30D-40BA-AA70-7667AAFFD0AE}">
      <dgm:prSet/>
      <dgm:spPr/>
      <dgm:t>
        <a:bodyPr/>
        <a:lstStyle/>
        <a:p>
          <a:endParaRPr lang="en-US"/>
        </a:p>
      </dgm:t>
    </dgm:pt>
    <dgm:pt modelId="{6DA0DC7B-EEAC-48D5-8C2F-256705FA5618}" type="sibTrans" cxnId="{522DD16F-B30D-40BA-AA70-7667AAFFD0AE}">
      <dgm:prSet phldrT="4" phldr="0"/>
      <dgm:spPr/>
      <dgm:t>
        <a:bodyPr/>
        <a:lstStyle/>
        <a:p>
          <a:r>
            <a:rPr lang="en-US"/>
            <a:t>4</a:t>
          </a:r>
          <a:endParaRPr lang="en-US" dirty="0"/>
        </a:p>
      </dgm:t>
    </dgm:pt>
    <dgm:pt modelId="{1F20ABF3-642B-4EA2-9497-67153B1D953A}">
      <dgm:prSet custT="1"/>
      <dgm:spPr/>
      <dgm:t>
        <a:bodyPr/>
        <a:lstStyle/>
        <a:p>
          <a:pPr algn="ctr"/>
          <a:r>
            <a:rPr lang="ar-SA" sz="1800" b="0" i="0" u="none" dirty="0">
              <a:cs typeface="B Zar" panose="00000400000000000000" pitchFamily="2" charset="-78"/>
            </a:rPr>
            <a:t>استفاده از كليد جريان باقيمانده</a:t>
          </a:r>
          <a:r>
            <a:rPr lang="fa-IR" sz="1800" b="0" i="0" u="none" dirty="0">
              <a:cs typeface="B Zar" panose="00000400000000000000" pitchFamily="2" charset="-78"/>
            </a:rPr>
            <a:t> </a:t>
          </a:r>
          <a:r>
            <a:rPr lang="en-US" sz="1800" b="0" i="0" u="none" dirty="0">
              <a:cs typeface="B Zar" panose="00000400000000000000" pitchFamily="2" charset="-78"/>
            </a:rPr>
            <a:t>RCD</a:t>
          </a:r>
          <a:r>
            <a:rPr lang="ar-SA" sz="1800" b="0" i="0" u="none" dirty="0">
              <a:cs typeface="B Zar" panose="00000400000000000000" pitchFamily="2" charset="-78"/>
            </a:rPr>
            <a:t>به عنوان حفاظت اضافي </a:t>
          </a:r>
          <a:endParaRPr lang="en-US" sz="1800" dirty="0">
            <a:cs typeface="B Zar" panose="00000400000000000000" pitchFamily="2" charset="-78"/>
          </a:endParaRPr>
        </a:p>
      </dgm:t>
    </dgm:pt>
    <dgm:pt modelId="{FE5BB2D4-8C6C-4733-A4F4-BB908B5819C2}" type="parTrans" cxnId="{EF2C8C7A-25B0-4A45-86CA-AD1B06A26E26}">
      <dgm:prSet/>
      <dgm:spPr/>
      <dgm:t>
        <a:bodyPr/>
        <a:lstStyle/>
        <a:p>
          <a:endParaRPr lang="en-US"/>
        </a:p>
      </dgm:t>
    </dgm:pt>
    <dgm:pt modelId="{AC6DD392-D3D9-41A4-B130-4C271E107B19}" type="sibTrans" cxnId="{EF2C8C7A-25B0-4A45-86CA-AD1B06A26E26}">
      <dgm:prSet phldrT="5" phldr="0"/>
      <dgm:spPr/>
      <dgm:t>
        <a:bodyPr/>
        <a:lstStyle/>
        <a:p>
          <a:r>
            <a:rPr lang="en-US"/>
            <a:t>5</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15"/>
      <dgm:spPr/>
    </dgm:pt>
    <dgm:pt modelId="{CB784251-3D1A-453A-AC20-F2E87A36EEF3}" type="pres">
      <dgm:prSet presAssocID="{D841507B-447A-43E4-A67A-78917CB1FB25}" presName="lineArrowNode" presStyleLbl="alignAccFollowNode1" presStyleIdx="1" presStyleCnt="15"/>
      <dgm:spPr/>
    </dgm:pt>
    <dgm:pt modelId="{7D680E2B-37E7-47C5-9407-98DE51395E71}" type="pres">
      <dgm:prSet presAssocID="{8A56963F-9458-4CF1-BA11-F6B59F6693C3}" presName="sibTransNodeCircle" presStyleLbl="alignNode1" presStyleIdx="0" presStyleCnt="5">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15">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15"/>
      <dgm:spPr/>
    </dgm:pt>
    <dgm:pt modelId="{443C13A9-1FDD-4FC4-A337-CF907FF0D233}" type="pres">
      <dgm:prSet presAssocID="{AA8D6E5D-2291-4551-826E-2E8CD77EBBCD}" presName="lineArrowNode" presStyleLbl="alignAccFollowNode1" presStyleIdx="4" presStyleCnt="15"/>
      <dgm:spPr/>
    </dgm:pt>
    <dgm:pt modelId="{2E0F8023-7BBB-4718-BC8F-AC65EE454DC6}" type="pres">
      <dgm:prSet presAssocID="{6D5F5307-B9A3-4224-A52C-70B5D7E58E7C}" presName="sibTransNodeCircle" presStyleLbl="alignNode1" presStyleIdx="1" presStyleCnt="5">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15">
        <dgm:presLayoutVars>
          <dgm:bulletEnabled val="1"/>
        </dgm:presLayoutVars>
      </dgm:prSet>
      <dgm:spPr/>
    </dgm:pt>
    <dgm:pt modelId="{B6BBB860-34CE-4234-8D3B-BDBD461D22B0}" type="pres">
      <dgm:prSet presAssocID="{6D5F5307-B9A3-4224-A52C-70B5D7E58E7C}"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6" presStyleCnt="15"/>
      <dgm:spPr/>
    </dgm:pt>
    <dgm:pt modelId="{AE6DFE2B-B7F2-4F30-B659-B552E321FADD}" type="pres">
      <dgm:prSet presAssocID="{BA0D1191-41B5-4E4E-98CA-BB121638FA27}" presName="lineArrowNode" presStyleLbl="alignAccFollowNode1" presStyleIdx="7" presStyleCnt="15"/>
      <dgm:spPr/>
    </dgm:pt>
    <dgm:pt modelId="{5245C8DA-1E76-407A-B430-701BCCF29F00}" type="pres">
      <dgm:prSet presAssocID="{43A04663-B22C-4CA5-9BCF-3B42D70D691D}" presName="sibTransNodeCircle" presStyleLbl="alignNode1" presStyleIdx="2" presStyleCnt="5">
        <dgm:presLayoutVars>
          <dgm:chMax val="0"/>
          <dgm:bulletEnabled/>
        </dgm:presLayoutVars>
      </dgm:prSet>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8" presStyleCnt="15">
        <dgm:presLayoutVars>
          <dgm:bulletEnabled val="1"/>
        </dgm:presLayoutVars>
      </dgm:prSet>
      <dgm:spPr/>
    </dgm:pt>
    <dgm:pt modelId="{5BD921B9-FF63-486B-BBF5-5535F2AA32B5}" type="pres">
      <dgm:prSet presAssocID="{43A04663-B22C-4CA5-9BCF-3B42D70D691D}" presName="sibTransComposite" presStyleCnt="0"/>
      <dgm:spPr/>
    </dgm:pt>
    <dgm:pt modelId="{F093D1EA-1E4B-4611-A553-45F589D6189E}" type="pres">
      <dgm:prSet presAssocID="{55AD6682-19A1-4F15-920E-E13D92EB312E}" presName="compositeNode" presStyleCnt="0"/>
      <dgm:spPr/>
    </dgm:pt>
    <dgm:pt modelId="{200EAA04-D9FF-4E34-8629-9FF0013CAD96}" type="pres">
      <dgm:prSet presAssocID="{55AD6682-19A1-4F15-920E-E13D92EB312E}" presName="parTx" presStyleLbl="node1" presStyleIdx="0" presStyleCnt="0">
        <dgm:presLayoutVars>
          <dgm:chMax val="0"/>
          <dgm:chPref val="0"/>
          <dgm:bulletEnabled val="1"/>
        </dgm:presLayoutVars>
      </dgm:prSet>
      <dgm:spPr/>
    </dgm:pt>
    <dgm:pt modelId="{311144D1-3BA2-4573-AB3C-C1D2F0AEE5A2}" type="pres">
      <dgm:prSet presAssocID="{55AD6682-19A1-4F15-920E-E13D92EB312E}" presName="parSh" presStyleCnt="0"/>
      <dgm:spPr/>
    </dgm:pt>
    <dgm:pt modelId="{B301E9C0-66A8-4889-AB14-A827A90B7730}" type="pres">
      <dgm:prSet presAssocID="{55AD6682-19A1-4F15-920E-E13D92EB312E}" presName="lineNode" presStyleLbl="alignAccFollowNode1" presStyleIdx="9" presStyleCnt="15"/>
      <dgm:spPr/>
    </dgm:pt>
    <dgm:pt modelId="{C520B667-F0A6-4456-B459-83C4807E6047}" type="pres">
      <dgm:prSet presAssocID="{55AD6682-19A1-4F15-920E-E13D92EB312E}" presName="lineArrowNode" presStyleLbl="alignAccFollowNode1" presStyleIdx="10" presStyleCnt="15"/>
      <dgm:spPr/>
    </dgm:pt>
    <dgm:pt modelId="{ADD1CCE4-82A5-468F-8BC5-15D0185DBB4E}" type="pres">
      <dgm:prSet presAssocID="{6DA0DC7B-EEAC-48D5-8C2F-256705FA5618}" presName="sibTransNodeCircle" presStyleLbl="alignNode1" presStyleIdx="3" presStyleCnt="5">
        <dgm:presLayoutVars>
          <dgm:chMax val="0"/>
          <dgm:bulletEnabled/>
        </dgm:presLayoutVars>
      </dgm:prSet>
      <dgm:spPr/>
    </dgm:pt>
    <dgm:pt modelId="{C251040B-EE34-45B4-9F5D-BC733169E090}" type="pres">
      <dgm:prSet presAssocID="{6DA0DC7B-EEAC-48D5-8C2F-256705FA5618}" presName="spacerBetweenCircleAndCallout" presStyleCnt="0">
        <dgm:presLayoutVars/>
      </dgm:prSet>
      <dgm:spPr/>
    </dgm:pt>
    <dgm:pt modelId="{12E9BEA5-B7F5-4B40-9B17-6A733AF73901}" type="pres">
      <dgm:prSet presAssocID="{55AD6682-19A1-4F15-920E-E13D92EB312E}" presName="nodeText" presStyleLbl="alignAccFollowNode1" presStyleIdx="11" presStyleCnt="15">
        <dgm:presLayoutVars>
          <dgm:bulletEnabled val="1"/>
        </dgm:presLayoutVars>
      </dgm:prSet>
      <dgm:spPr/>
    </dgm:pt>
    <dgm:pt modelId="{35E6EF17-E484-4B06-BD04-1114BDD6AE49}" type="pres">
      <dgm:prSet presAssocID="{6DA0DC7B-EEAC-48D5-8C2F-256705FA5618}" presName="sibTransComposite" presStyleCnt="0"/>
      <dgm:spPr/>
    </dgm:pt>
    <dgm:pt modelId="{F191E6AC-D335-43FD-9BCC-B6410C726B8A}" type="pres">
      <dgm:prSet presAssocID="{1F20ABF3-642B-4EA2-9497-67153B1D953A}" presName="compositeNode" presStyleCnt="0"/>
      <dgm:spPr/>
    </dgm:pt>
    <dgm:pt modelId="{691B272D-AEC8-430E-936D-2AB0A64D72AE}" type="pres">
      <dgm:prSet presAssocID="{1F20ABF3-642B-4EA2-9497-67153B1D953A}" presName="parTx" presStyleLbl="node1" presStyleIdx="0" presStyleCnt="0">
        <dgm:presLayoutVars>
          <dgm:chMax val="0"/>
          <dgm:chPref val="0"/>
          <dgm:bulletEnabled val="1"/>
        </dgm:presLayoutVars>
      </dgm:prSet>
      <dgm:spPr/>
    </dgm:pt>
    <dgm:pt modelId="{00E7883D-13E0-419A-8CB6-169DF9386E10}" type="pres">
      <dgm:prSet presAssocID="{1F20ABF3-642B-4EA2-9497-67153B1D953A}" presName="parSh" presStyleCnt="0"/>
      <dgm:spPr/>
    </dgm:pt>
    <dgm:pt modelId="{98FC13F5-E633-4E1D-AC5F-6F956633F8CC}" type="pres">
      <dgm:prSet presAssocID="{1F20ABF3-642B-4EA2-9497-67153B1D953A}" presName="lineNode" presStyleLbl="alignAccFollowNode1" presStyleIdx="12" presStyleCnt="15"/>
      <dgm:spPr/>
    </dgm:pt>
    <dgm:pt modelId="{852C83FD-BB6A-41CB-BDAC-26661C8025B8}" type="pres">
      <dgm:prSet presAssocID="{1F20ABF3-642B-4EA2-9497-67153B1D953A}" presName="lineArrowNode" presStyleLbl="alignAccFollowNode1" presStyleIdx="13" presStyleCnt="15"/>
      <dgm:spPr/>
    </dgm:pt>
    <dgm:pt modelId="{A40815D7-3BD6-44D4-A32A-A6FD819154DF}" type="pres">
      <dgm:prSet presAssocID="{AC6DD392-D3D9-41A4-B130-4C271E107B19}" presName="sibTransNodeCircle" presStyleLbl="alignNode1" presStyleIdx="4" presStyleCnt="5">
        <dgm:presLayoutVars>
          <dgm:chMax val="0"/>
          <dgm:bulletEnabled/>
        </dgm:presLayoutVars>
      </dgm:prSet>
      <dgm:spPr/>
    </dgm:pt>
    <dgm:pt modelId="{13747DFA-6414-464B-A499-B8238DDAD9A2}" type="pres">
      <dgm:prSet presAssocID="{AC6DD392-D3D9-41A4-B130-4C271E107B19}" presName="spacerBetweenCircleAndCallout" presStyleCnt="0">
        <dgm:presLayoutVars/>
      </dgm:prSet>
      <dgm:spPr/>
    </dgm:pt>
    <dgm:pt modelId="{B116FA97-1FAE-40A9-8C85-DB8F4C91EF7C}" type="pres">
      <dgm:prSet presAssocID="{1F20ABF3-642B-4EA2-9497-67153B1D953A}" presName="nodeText" presStyleLbl="alignAccFollowNode1" presStyleIdx="14" presStyleCnt="15">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2" destOrd="0" parTransId="{BF60A160-E127-4E75-A05F-AE196FFF76E3}" sibTransId="{43A04663-B22C-4CA5-9BCF-3B42D70D691D}"/>
    <dgm:cxn modelId="{577E866F-4BE4-4BDE-AEC2-040AA5E25698}" type="presOf" srcId="{6DA0DC7B-EEAC-48D5-8C2F-256705FA5618}" destId="{ADD1CCE4-82A5-468F-8BC5-15D0185DBB4E}" srcOrd="0" destOrd="0" presId="urn:microsoft.com/office/officeart/2016/7/layout/LinearArrowProcessNumbered#1"/>
    <dgm:cxn modelId="{522DD16F-B30D-40BA-AA70-7667AAFFD0AE}" srcId="{98A846BE-51A9-4BA7-9258-ECFAE05E7F40}" destId="{55AD6682-19A1-4F15-920E-E13D92EB312E}" srcOrd="3" destOrd="0" parTransId="{0A1EE536-D200-411C-8FD0-7F23E7109629}" sibTransId="{6DA0DC7B-EEAC-48D5-8C2F-256705FA5618}"/>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EF2C8C7A-25B0-4A45-86CA-AD1B06A26E26}" srcId="{98A846BE-51A9-4BA7-9258-ECFAE05E7F40}" destId="{1F20ABF3-642B-4EA2-9497-67153B1D953A}" srcOrd="4" destOrd="0" parTransId="{FE5BB2D4-8C6C-4733-A4F4-BB908B5819C2}" sibTransId="{AC6DD392-D3D9-41A4-B130-4C271E107B19}"/>
    <dgm:cxn modelId="{D122D99E-A9DF-4DC6-A122-FBB00FD45699}" type="presOf" srcId="{1F20ABF3-642B-4EA2-9497-67153B1D953A}" destId="{B116FA97-1FAE-40A9-8C85-DB8F4C91EF7C}" srcOrd="0" destOrd="0" presId="urn:microsoft.com/office/officeart/2016/7/layout/LinearArrowProcessNumbered#1"/>
    <dgm:cxn modelId="{B440F4A5-682F-4A55-BEA7-C899D1ED6BA2}" type="presOf" srcId="{AC6DD392-D3D9-41A4-B130-4C271E107B19}" destId="{A40815D7-3BD6-44D4-A32A-A6FD819154DF}"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328AC9C4-1162-4C74-A205-A907215CB039}" type="presOf" srcId="{55AD6682-19A1-4F15-920E-E13D92EB312E}" destId="{12E9BEA5-B7F5-4B40-9B17-6A733AF73901}"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8F447F70-04A1-4BC9-AA30-09B985C0A12B}" type="presParOf" srcId="{D9938462-A694-4D2B-BC8A-98DD7FFDFAAA}" destId="{95226D6D-DC9D-43A5-AC93-827EFF228E2A}" srcOrd="4"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 modelId="{E537C05D-53BB-4C4C-AC73-C6455980C74B}" type="presParOf" srcId="{D9938462-A694-4D2B-BC8A-98DD7FFDFAAA}" destId="{5BD921B9-FF63-486B-BBF5-5535F2AA32B5}" srcOrd="5" destOrd="0" presId="urn:microsoft.com/office/officeart/2016/7/layout/LinearArrowProcessNumbered#1"/>
    <dgm:cxn modelId="{3A78D317-010B-409E-A0C5-1AB9329DE22C}" type="presParOf" srcId="{D9938462-A694-4D2B-BC8A-98DD7FFDFAAA}" destId="{F093D1EA-1E4B-4611-A553-45F589D6189E}" srcOrd="6" destOrd="0" presId="urn:microsoft.com/office/officeart/2016/7/layout/LinearArrowProcessNumbered#1"/>
    <dgm:cxn modelId="{8AF1F224-00E1-4D84-ADE6-04C9AC31B5BE}" type="presParOf" srcId="{F093D1EA-1E4B-4611-A553-45F589D6189E}" destId="{200EAA04-D9FF-4E34-8629-9FF0013CAD96}" srcOrd="0" destOrd="0" presId="urn:microsoft.com/office/officeart/2016/7/layout/LinearArrowProcessNumbered#1"/>
    <dgm:cxn modelId="{92E9138B-6A86-4355-8521-1A6E8E247B26}" type="presParOf" srcId="{F093D1EA-1E4B-4611-A553-45F589D6189E}" destId="{311144D1-3BA2-4573-AB3C-C1D2F0AEE5A2}" srcOrd="1" destOrd="0" presId="urn:microsoft.com/office/officeart/2016/7/layout/LinearArrowProcessNumbered#1"/>
    <dgm:cxn modelId="{A79058EC-36BE-472A-9745-EE023D2F99F8}" type="presParOf" srcId="{311144D1-3BA2-4573-AB3C-C1D2F0AEE5A2}" destId="{B301E9C0-66A8-4889-AB14-A827A90B7730}" srcOrd="0" destOrd="0" presId="urn:microsoft.com/office/officeart/2016/7/layout/LinearArrowProcessNumbered#1"/>
    <dgm:cxn modelId="{3B2E8B13-A96E-4C99-8E41-9C50CF00F036}" type="presParOf" srcId="{311144D1-3BA2-4573-AB3C-C1D2F0AEE5A2}" destId="{C520B667-F0A6-4456-B459-83C4807E6047}" srcOrd="1" destOrd="0" presId="urn:microsoft.com/office/officeart/2016/7/layout/LinearArrowProcessNumbered#1"/>
    <dgm:cxn modelId="{FCAE9093-5193-4B6B-94E4-7A2C75B9C9ED}" type="presParOf" srcId="{311144D1-3BA2-4573-AB3C-C1D2F0AEE5A2}" destId="{ADD1CCE4-82A5-468F-8BC5-15D0185DBB4E}" srcOrd="2" destOrd="0" presId="urn:microsoft.com/office/officeart/2016/7/layout/LinearArrowProcessNumbered#1"/>
    <dgm:cxn modelId="{D9970249-2A11-4DDE-B24B-F7696775BF6E}" type="presParOf" srcId="{311144D1-3BA2-4573-AB3C-C1D2F0AEE5A2}" destId="{C251040B-EE34-45B4-9F5D-BC733169E090}" srcOrd="3" destOrd="0" presId="urn:microsoft.com/office/officeart/2016/7/layout/LinearArrowProcessNumbered#1"/>
    <dgm:cxn modelId="{439A1842-F0B6-4610-B149-E995DD50E26F}" type="presParOf" srcId="{F093D1EA-1E4B-4611-A553-45F589D6189E}" destId="{12E9BEA5-B7F5-4B40-9B17-6A733AF73901}" srcOrd="2" destOrd="0" presId="urn:microsoft.com/office/officeart/2016/7/layout/LinearArrowProcessNumbered#1"/>
    <dgm:cxn modelId="{7A1422A7-C125-4A27-853F-D99DF137AD04}" type="presParOf" srcId="{D9938462-A694-4D2B-BC8A-98DD7FFDFAAA}" destId="{35E6EF17-E484-4B06-BD04-1114BDD6AE49}" srcOrd="7" destOrd="0" presId="urn:microsoft.com/office/officeart/2016/7/layout/LinearArrowProcessNumbered#1"/>
    <dgm:cxn modelId="{2D074049-F8C2-4C50-B0DE-9796ED379050}" type="presParOf" srcId="{D9938462-A694-4D2B-BC8A-98DD7FFDFAAA}" destId="{F191E6AC-D335-43FD-9BCC-B6410C726B8A}" srcOrd="8" destOrd="0" presId="urn:microsoft.com/office/officeart/2016/7/layout/LinearArrowProcessNumbered#1"/>
    <dgm:cxn modelId="{E40E180A-9791-43B4-ABF6-75A6F103C1A2}" type="presParOf" srcId="{F191E6AC-D335-43FD-9BCC-B6410C726B8A}" destId="{691B272D-AEC8-430E-936D-2AB0A64D72AE}" srcOrd="0" destOrd="0" presId="urn:microsoft.com/office/officeart/2016/7/layout/LinearArrowProcessNumbered#1"/>
    <dgm:cxn modelId="{86E58116-E15D-482E-BAD1-90B3B170F2FB}" type="presParOf" srcId="{F191E6AC-D335-43FD-9BCC-B6410C726B8A}" destId="{00E7883D-13E0-419A-8CB6-169DF9386E10}" srcOrd="1" destOrd="0" presId="urn:microsoft.com/office/officeart/2016/7/layout/LinearArrowProcessNumbered#1"/>
    <dgm:cxn modelId="{5118885E-4AB5-4839-A684-6D2769C21178}" type="presParOf" srcId="{00E7883D-13E0-419A-8CB6-169DF9386E10}" destId="{98FC13F5-E633-4E1D-AC5F-6F956633F8CC}" srcOrd="0" destOrd="0" presId="urn:microsoft.com/office/officeart/2016/7/layout/LinearArrowProcessNumbered#1"/>
    <dgm:cxn modelId="{069B09BD-CB12-4861-8649-6569163AD350}" type="presParOf" srcId="{00E7883D-13E0-419A-8CB6-169DF9386E10}" destId="{852C83FD-BB6A-41CB-BDAC-26661C8025B8}" srcOrd="1" destOrd="0" presId="urn:microsoft.com/office/officeart/2016/7/layout/LinearArrowProcessNumbered#1"/>
    <dgm:cxn modelId="{06028961-C0C2-4751-B578-785C7615600E}" type="presParOf" srcId="{00E7883D-13E0-419A-8CB6-169DF9386E10}" destId="{A40815D7-3BD6-44D4-A32A-A6FD819154DF}" srcOrd="2" destOrd="0" presId="urn:microsoft.com/office/officeart/2016/7/layout/LinearArrowProcessNumbered#1"/>
    <dgm:cxn modelId="{13CCEE06-4894-4DFD-93BC-9CC0E4AB9F2F}" type="presParOf" srcId="{00E7883D-13E0-419A-8CB6-169DF9386E10}" destId="{13747DFA-6414-464B-A499-B8238DDAD9A2}" srcOrd="3" destOrd="0" presId="urn:microsoft.com/office/officeart/2016/7/layout/LinearArrowProcessNumbered#1"/>
    <dgm:cxn modelId="{C677B61A-47EA-40C1-9A4D-A73F136C4604}" type="presParOf" srcId="{F191E6AC-D335-43FD-9BCC-B6410C726B8A}" destId="{B116FA97-1FAE-40A9-8C85-DB8F4C91EF7C}"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2000" b="0" i="0" u="none" dirty="0">
              <a:cs typeface="B Zar" panose="00000400000000000000" pitchFamily="2" charset="-78"/>
            </a:rPr>
            <a:t>در ساختمان هاي با طول مسير قائم حركت بيش از 7 متر از كف ورودي اصلي (معمولا بيش از سه طبقه)، تعبيه آسانسور الزامي ميباشد</a:t>
          </a:r>
          <a:endParaRPr lang="fa-IR" sz="2000" b="0" i="0" u="none" dirty="0">
            <a:cs typeface="B Zar" panose="00000400000000000000" pitchFamily="2" charset="-78"/>
          </a:endParaRPr>
        </a:p>
        <a:p>
          <a:pPr algn="ctr"/>
          <a:endParaRPr lang="en-US" sz="2000" b="0" i="0" u="none" dirty="0">
            <a:cs typeface="B Zar" panose="00000400000000000000" pitchFamily="2" charset="-78"/>
          </a:endParaRPr>
        </a:p>
        <a:p>
          <a:pPr algn="ctr"/>
          <a:endParaRPr lang="en-US" sz="24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2000" b="0" i="0" u="none" dirty="0">
              <a:cs typeface="B Zar" panose="00000400000000000000" pitchFamily="2" charset="-78"/>
            </a:rPr>
            <a:t>تبصره: در ساختمان هاي غيرمسكوني طول مسير قائم حركت از كف پايين ترين طبقه تا كف بالاترين طبقه محاسبه ميشود</a:t>
          </a:r>
          <a:endParaRPr lang="en-US" sz="2000" b="0" i="0" u="none" dirty="0">
            <a:cs typeface="B Zar" panose="00000400000000000000" pitchFamily="2" charset="-78"/>
          </a:endParaRPr>
        </a:p>
        <a:p>
          <a:pPr algn="ctr"/>
          <a:endParaRPr lang="en-US" sz="20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6"/>
      <dgm:spPr/>
    </dgm:pt>
    <dgm:pt modelId="{CB784251-3D1A-453A-AC20-F2E87A36EEF3}" type="pres">
      <dgm:prSet presAssocID="{D841507B-447A-43E4-A67A-78917CB1FB25}" presName="lineArrowNode" presStyleLbl="alignAccFollowNode1" presStyleIdx="1" presStyleCnt="6"/>
      <dgm:spPr/>
    </dgm:pt>
    <dgm:pt modelId="{7D680E2B-37E7-47C5-9407-98DE51395E71}" type="pres">
      <dgm:prSet presAssocID="{8A56963F-9458-4CF1-BA11-F6B59F6693C3}" presName="sibTransNodeCircle" presStyleLbl="alignNode1" presStyleIdx="0" presStyleCnt="2">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6"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6"/>
      <dgm:spPr/>
    </dgm:pt>
    <dgm:pt modelId="{443C13A9-1FDD-4FC4-A337-CF907FF0D233}" type="pres">
      <dgm:prSet presAssocID="{AA8D6E5D-2291-4551-826E-2E8CD77EBBCD}" presName="lineArrowNode" presStyleLbl="alignAccFollowNode1" presStyleIdx="4" presStyleCnt="6"/>
      <dgm:spPr/>
    </dgm:pt>
    <dgm:pt modelId="{2E0F8023-7BBB-4718-BC8F-AC65EE454DC6}" type="pres">
      <dgm:prSet presAssocID="{6D5F5307-B9A3-4224-A52C-70B5D7E58E7C}" presName="sibTransNodeCircle" presStyleLbl="alignNode1" presStyleIdx="1" presStyleCnt="2">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6">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0AC2E275-95C9-495E-A18A-CFCEF45E0CE7}" type="presOf" srcId="{98A846BE-51A9-4BA7-9258-ECFAE05E7F40}" destId="{D9938462-A694-4D2B-BC8A-98DD7FFDFAAA}"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2000" b="0" i="0" u="none" dirty="0">
              <a:cs typeface="B Zar" panose="00000400000000000000" pitchFamily="2" charset="-78"/>
            </a:rPr>
            <a:t>در كليه ساختمان هاي با طول مسير حركت بيش از 21 متر از كف ورودي اصلي، لازم است حداقل يك دستگاه آسانسور مناسب حمل بيمار (برانكارد بر) تعبيه شود. </a:t>
          </a:r>
          <a:endParaRPr lang="en-US" sz="2000" b="0" i="0" u="none" dirty="0">
            <a:cs typeface="B Zar" panose="00000400000000000000" pitchFamily="2" charset="-78"/>
          </a:endParaRPr>
        </a:p>
        <a:p>
          <a:pPr algn="ctr"/>
          <a:endParaRPr lang="en-US" sz="2000" b="0" i="0" u="none" dirty="0">
            <a:cs typeface="B Zar" panose="00000400000000000000" pitchFamily="2" charset="-78"/>
          </a:endParaRPr>
        </a:p>
        <a:p>
          <a:pPr algn="ctr"/>
          <a:endParaRPr lang="en-US" sz="24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800" b="0" i="0" u="none" dirty="0">
              <a:cs typeface="B Zar" panose="00000400000000000000" pitchFamily="2" charset="-78"/>
            </a:rPr>
            <a:t>در ساختمان هاي 8 طبقه يا ساختمان هاي با طول مسير حركت 28 متر و بيشتراز كف ورودي اصلي، بايد حداقل دو دستگاه آسانسور پيشبيني گردد، حتي اگر از نظر محاسبات تعداد و ظرفيت، يك دستگاه آسانسور كفايت نمايد.</a:t>
          </a:r>
          <a:endParaRPr lang="en-US" sz="1800" b="0" i="0" u="none" dirty="0">
            <a:cs typeface="B Zar" panose="00000400000000000000" pitchFamily="2" charset="-78"/>
          </a:endParaRPr>
        </a:p>
        <a:p>
          <a:pPr algn="ctr"/>
          <a:endParaRPr lang="en-US" sz="20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6"/>
      <dgm:spPr/>
    </dgm:pt>
    <dgm:pt modelId="{CB784251-3D1A-453A-AC20-F2E87A36EEF3}" type="pres">
      <dgm:prSet presAssocID="{D841507B-447A-43E4-A67A-78917CB1FB25}" presName="lineArrowNode" presStyleLbl="alignAccFollowNode1" presStyleIdx="1" presStyleCnt="6"/>
      <dgm:spPr/>
    </dgm:pt>
    <dgm:pt modelId="{7D680E2B-37E7-47C5-9407-98DE51395E71}" type="pres">
      <dgm:prSet presAssocID="{8A56963F-9458-4CF1-BA11-F6B59F6693C3}" presName="sibTransNodeCircle" presStyleLbl="alignNode1" presStyleIdx="0" presStyleCnt="2">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6"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6"/>
      <dgm:spPr/>
    </dgm:pt>
    <dgm:pt modelId="{443C13A9-1FDD-4FC4-A337-CF907FF0D233}" type="pres">
      <dgm:prSet presAssocID="{AA8D6E5D-2291-4551-826E-2E8CD77EBBCD}" presName="lineArrowNode" presStyleLbl="alignAccFollowNode1" presStyleIdx="4" presStyleCnt="6"/>
      <dgm:spPr/>
    </dgm:pt>
    <dgm:pt modelId="{2E0F8023-7BBB-4718-BC8F-AC65EE454DC6}" type="pres">
      <dgm:prSet presAssocID="{6D5F5307-B9A3-4224-A52C-70B5D7E58E7C}" presName="sibTransNodeCircle" presStyleLbl="alignNode1" presStyleIdx="1" presStyleCnt="2">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6">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0AC2E275-95C9-495E-A18A-CFCEF45E0CE7}" type="presOf" srcId="{98A846BE-51A9-4BA7-9258-ECFAE05E7F40}" destId="{D9938462-A694-4D2B-BC8A-98DD7FFDFAAA}"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2000" b="0" i="0" u="none" dirty="0">
              <a:cs typeface="B Zar" panose="00000400000000000000" pitchFamily="2" charset="-78"/>
            </a:rPr>
            <a:t>لوازم بهداشتي بايد از مصالح چگال، بادوام و نفوذ ناپذير در برابر آب ساخته شود</a:t>
          </a:r>
          <a:r>
            <a:rPr lang="ar-SA" sz="2400" b="0" i="0" u="none" dirty="0">
              <a:cs typeface="B Zar" panose="00000400000000000000" pitchFamily="2" charset="-78"/>
            </a:rPr>
            <a:t>. </a:t>
          </a:r>
          <a:endParaRPr lang="en-US" sz="2400" b="0" i="0" u="none" dirty="0">
            <a:cs typeface="B Zar" panose="00000400000000000000" pitchFamily="2" charset="-78"/>
          </a:endParaRPr>
        </a:p>
        <a:p>
          <a:pPr algn="ctr"/>
          <a:endParaRPr lang="en-US" sz="24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600" b="0" i="0" u="none" dirty="0">
              <a:cs typeface="B Zar" panose="00000400000000000000" pitchFamily="2" charset="-78"/>
            </a:rPr>
            <a:t>سطوح داخلي و خـارجي لـوازم بهداشـتي بايـد صـاف و بـدون منفـذ باشـد و پـس از نصـب، قسمتهايي از اين سطوح بي جهت پنهان نشود و يا توكار قرار نگيرد.</a:t>
          </a:r>
          <a:endParaRPr lang="en-US" sz="1600" b="0" i="0" u="none" dirty="0">
            <a:cs typeface="B Zar" panose="00000400000000000000" pitchFamily="2" charset="-78"/>
          </a:endParaRPr>
        </a:p>
        <a:p>
          <a:pPr algn="ctr"/>
          <a:endParaRPr lang="en-US" sz="20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BA0D1191-41B5-4E4E-98CA-BB121638FA27}">
      <dgm:prSet custT="1"/>
      <dgm:spPr/>
      <dgm:t>
        <a:bodyPr/>
        <a:lstStyle/>
        <a:p>
          <a:pPr algn="ctr"/>
          <a:r>
            <a:rPr lang="ar-SA" sz="2000" b="0" i="0" u="none" dirty="0">
              <a:cs typeface="B Zar" panose="00000400000000000000" pitchFamily="2" charset="-78"/>
            </a:rPr>
            <a:t>لوازم بهداشتي چيني بايد مقاوم در برابر مواد شوينده اسيدي باشد.</a:t>
          </a:r>
          <a:endParaRPr lang="en-US" sz="2000" b="0" i="0" u="none" dirty="0">
            <a:cs typeface="B Zar" panose="00000400000000000000" pitchFamily="2" charset="-78"/>
          </a:endParaRPr>
        </a:p>
        <a:p>
          <a:pPr algn="ctr"/>
          <a:endParaRPr lang="en-US" sz="2400" dirty="0">
            <a:cs typeface="B Zar" panose="00000400000000000000" pitchFamily="2" charset="-78"/>
          </a:endParaRPr>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3" phldr="0"/>
      <dgm:spPr/>
      <dgm:t>
        <a:bodyPr/>
        <a:lstStyle/>
        <a:p>
          <a:r>
            <a:rPr lang="en-US"/>
            <a:t>3</a:t>
          </a:r>
          <a:endParaRPr lang="en-US" dirty="0"/>
        </a:p>
      </dgm:t>
    </dgm:pt>
    <dgm:pt modelId="{55AD6682-19A1-4F15-920E-E13D92EB312E}">
      <dgm:prSet custT="1"/>
      <dgm:spPr/>
      <dgm:t>
        <a:bodyPr/>
        <a:lstStyle/>
        <a:p>
          <a:pPr algn="ctr"/>
          <a:r>
            <a:rPr lang="ar-SA" sz="2000" b="0" i="0" u="none" dirty="0">
              <a:cs typeface="B Zar" panose="00000400000000000000" pitchFamily="2" charset="-78"/>
            </a:rPr>
            <a:t>استفاده از لوازم بهداشتي كار كرده و دست دوم، آسيب ديده و معيوب مجاز نيست. </a:t>
          </a:r>
          <a:endParaRPr lang="en-US" sz="2000" b="0" i="0" u="none" dirty="0">
            <a:cs typeface="B Zar" panose="00000400000000000000" pitchFamily="2" charset="-78"/>
          </a:endParaRPr>
        </a:p>
        <a:p>
          <a:pPr algn="ctr"/>
          <a:endParaRPr lang="en-US" sz="1800" dirty="0">
            <a:cs typeface="B Zar" panose="00000400000000000000" pitchFamily="2" charset="-78"/>
          </a:endParaRPr>
        </a:p>
      </dgm:t>
    </dgm:pt>
    <dgm:pt modelId="{0A1EE536-D200-411C-8FD0-7F23E7109629}" type="parTrans" cxnId="{522DD16F-B30D-40BA-AA70-7667AAFFD0AE}">
      <dgm:prSet/>
      <dgm:spPr/>
      <dgm:t>
        <a:bodyPr/>
        <a:lstStyle/>
        <a:p>
          <a:endParaRPr lang="en-US"/>
        </a:p>
      </dgm:t>
    </dgm:pt>
    <dgm:pt modelId="{6DA0DC7B-EEAC-48D5-8C2F-256705FA5618}" type="sibTrans" cxnId="{522DD16F-B30D-40BA-AA70-7667AAFFD0AE}">
      <dgm:prSet phldrT="4" phldr="0"/>
      <dgm:spPr/>
      <dgm:t>
        <a:bodyPr/>
        <a:lstStyle/>
        <a:p>
          <a:r>
            <a:rPr lang="en-US"/>
            <a:t>4</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12"/>
      <dgm:spPr/>
    </dgm:pt>
    <dgm:pt modelId="{CB784251-3D1A-453A-AC20-F2E87A36EEF3}" type="pres">
      <dgm:prSet presAssocID="{D841507B-447A-43E4-A67A-78917CB1FB25}" presName="lineArrowNode" presStyleLbl="alignAccFollowNode1" presStyleIdx="1" presStyleCnt="12"/>
      <dgm:spPr/>
    </dgm:pt>
    <dgm:pt modelId="{7D680E2B-37E7-47C5-9407-98DE51395E71}" type="pres">
      <dgm:prSet presAssocID="{8A56963F-9458-4CF1-BA11-F6B59F6693C3}" presName="sibTransNodeCircle" presStyleLbl="alignNode1" presStyleIdx="0" presStyleCnt="4">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12"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12"/>
      <dgm:spPr/>
    </dgm:pt>
    <dgm:pt modelId="{443C13A9-1FDD-4FC4-A337-CF907FF0D233}" type="pres">
      <dgm:prSet presAssocID="{AA8D6E5D-2291-4551-826E-2E8CD77EBBCD}" presName="lineArrowNode" presStyleLbl="alignAccFollowNode1" presStyleIdx="4" presStyleCnt="12"/>
      <dgm:spPr/>
    </dgm:pt>
    <dgm:pt modelId="{2E0F8023-7BBB-4718-BC8F-AC65EE454DC6}" type="pres">
      <dgm:prSet presAssocID="{6D5F5307-B9A3-4224-A52C-70B5D7E58E7C}" presName="sibTransNodeCircle" presStyleLbl="alignNode1" presStyleIdx="1" presStyleCnt="4">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12">
        <dgm:presLayoutVars>
          <dgm:bulletEnabled val="1"/>
        </dgm:presLayoutVars>
      </dgm:prSet>
      <dgm:spPr/>
    </dgm:pt>
    <dgm:pt modelId="{B6BBB860-34CE-4234-8D3B-BDBD461D22B0}" type="pres">
      <dgm:prSet presAssocID="{6D5F5307-B9A3-4224-A52C-70B5D7E58E7C}"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6" presStyleCnt="12"/>
      <dgm:spPr/>
    </dgm:pt>
    <dgm:pt modelId="{AE6DFE2B-B7F2-4F30-B659-B552E321FADD}" type="pres">
      <dgm:prSet presAssocID="{BA0D1191-41B5-4E4E-98CA-BB121638FA27}" presName="lineArrowNode" presStyleLbl="alignAccFollowNode1" presStyleIdx="7" presStyleCnt="12"/>
      <dgm:spPr/>
    </dgm:pt>
    <dgm:pt modelId="{5245C8DA-1E76-407A-B430-701BCCF29F00}" type="pres">
      <dgm:prSet presAssocID="{43A04663-B22C-4CA5-9BCF-3B42D70D691D}" presName="sibTransNodeCircle" presStyleLbl="alignNode1" presStyleIdx="2" presStyleCnt="4">
        <dgm:presLayoutVars>
          <dgm:chMax val="0"/>
          <dgm:bulletEnabled/>
        </dgm:presLayoutVars>
      </dgm:prSet>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8" presStyleCnt="12">
        <dgm:presLayoutVars>
          <dgm:bulletEnabled val="1"/>
        </dgm:presLayoutVars>
      </dgm:prSet>
      <dgm:spPr/>
    </dgm:pt>
    <dgm:pt modelId="{5BD921B9-FF63-486B-BBF5-5535F2AA32B5}" type="pres">
      <dgm:prSet presAssocID="{43A04663-B22C-4CA5-9BCF-3B42D70D691D}" presName="sibTransComposite" presStyleCnt="0"/>
      <dgm:spPr/>
    </dgm:pt>
    <dgm:pt modelId="{F093D1EA-1E4B-4611-A553-45F589D6189E}" type="pres">
      <dgm:prSet presAssocID="{55AD6682-19A1-4F15-920E-E13D92EB312E}" presName="compositeNode" presStyleCnt="0"/>
      <dgm:spPr/>
    </dgm:pt>
    <dgm:pt modelId="{200EAA04-D9FF-4E34-8629-9FF0013CAD96}" type="pres">
      <dgm:prSet presAssocID="{55AD6682-19A1-4F15-920E-E13D92EB312E}" presName="parTx" presStyleLbl="node1" presStyleIdx="0" presStyleCnt="0">
        <dgm:presLayoutVars>
          <dgm:chMax val="0"/>
          <dgm:chPref val="0"/>
          <dgm:bulletEnabled val="1"/>
        </dgm:presLayoutVars>
      </dgm:prSet>
      <dgm:spPr/>
    </dgm:pt>
    <dgm:pt modelId="{311144D1-3BA2-4573-AB3C-C1D2F0AEE5A2}" type="pres">
      <dgm:prSet presAssocID="{55AD6682-19A1-4F15-920E-E13D92EB312E}" presName="parSh" presStyleCnt="0"/>
      <dgm:spPr/>
    </dgm:pt>
    <dgm:pt modelId="{B301E9C0-66A8-4889-AB14-A827A90B7730}" type="pres">
      <dgm:prSet presAssocID="{55AD6682-19A1-4F15-920E-E13D92EB312E}" presName="lineNode" presStyleLbl="alignAccFollowNode1" presStyleIdx="9" presStyleCnt="12"/>
      <dgm:spPr/>
    </dgm:pt>
    <dgm:pt modelId="{C520B667-F0A6-4456-B459-83C4807E6047}" type="pres">
      <dgm:prSet presAssocID="{55AD6682-19A1-4F15-920E-E13D92EB312E}" presName="lineArrowNode" presStyleLbl="alignAccFollowNode1" presStyleIdx="10" presStyleCnt="12"/>
      <dgm:spPr/>
    </dgm:pt>
    <dgm:pt modelId="{ADD1CCE4-82A5-468F-8BC5-15D0185DBB4E}" type="pres">
      <dgm:prSet presAssocID="{6DA0DC7B-EEAC-48D5-8C2F-256705FA5618}" presName="sibTransNodeCircle" presStyleLbl="alignNode1" presStyleIdx="3" presStyleCnt="4">
        <dgm:presLayoutVars>
          <dgm:chMax val="0"/>
          <dgm:bulletEnabled/>
        </dgm:presLayoutVars>
      </dgm:prSet>
      <dgm:spPr/>
    </dgm:pt>
    <dgm:pt modelId="{C251040B-EE34-45B4-9F5D-BC733169E090}" type="pres">
      <dgm:prSet presAssocID="{6DA0DC7B-EEAC-48D5-8C2F-256705FA5618}" presName="spacerBetweenCircleAndCallout" presStyleCnt="0">
        <dgm:presLayoutVars/>
      </dgm:prSet>
      <dgm:spPr/>
    </dgm:pt>
    <dgm:pt modelId="{12E9BEA5-B7F5-4B40-9B17-6A733AF73901}" type="pres">
      <dgm:prSet presAssocID="{55AD6682-19A1-4F15-920E-E13D92EB312E}" presName="nodeText" presStyleLbl="alignAccFollowNode1" presStyleIdx="11" presStyleCnt="12">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2" destOrd="0" parTransId="{BF60A160-E127-4E75-A05F-AE196FFF76E3}" sibTransId="{43A04663-B22C-4CA5-9BCF-3B42D70D691D}"/>
    <dgm:cxn modelId="{577E866F-4BE4-4BDE-AEC2-040AA5E25698}" type="presOf" srcId="{6DA0DC7B-EEAC-48D5-8C2F-256705FA5618}" destId="{ADD1CCE4-82A5-468F-8BC5-15D0185DBB4E}" srcOrd="0" destOrd="0" presId="urn:microsoft.com/office/officeart/2016/7/layout/LinearArrowProcessNumbered#1"/>
    <dgm:cxn modelId="{522DD16F-B30D-40BA-AA70-7667AAFFD0AE}" srcId="{98A846BE-51A9-4BA7-9258-ECFAE05E7F40}" destId="{55AD6682-19A1-4F15-920E-E13D92EB312E}" srcOrd="3" destOrd="0" parTransId="{0A1EE536-D200-411C-8FD0-7F23E7109629}" sibTransId="{6DA0DC7B-EEAC-48D5-8C2F-256705FA5618}"/>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328AC9C4-1162-4C74-A205-A907215CB039}" type="presOf" srcId="{55AD6682-19A1-4F15-920E-E13D92EB312E}" destId="{12E9BEA5-B7F5-4B40-9B17-6A733AF73901}"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8F447F70-04A1-4BC9-AA30-09B985C0A12B}" type="presParOf" srcId="{D9938462-A694-4D2B-BC8A-98DD7FFDFAAA}" destId="{95226D6D-DC9D-43A5-AC93-827EFF228E2A}" srcOrd="4"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 modelId="{E537C05D-53BB-4C4C-AC73-C6455980C74B}" type="presParOf" srcId="{D9938462-A694-4D2B-BC8A-98DD7FFDFAAA}" destId="{5BD921B9-FF63-486B-BBF5-5535F2AA32B5}" srcOrd="5" destOrd="0" presId="urn:microsoft.com/office/officeart/2016/7/layout/LinearArrowProcessNumbered#1"/>
    <dgm:cxn modelId="{3A78D317-010B-409E-A0C5-1AB9329DE22C}" type="presParOf" srcId="{D9938462-A694-4D2B-BC8A-98DD7FFDFAAA}" destId="{F093D1EA-1E4B-4611-A553-45F589D6189E}" srcOrd="6" destOrd="0" presId="urn:microsoft.com/office/officeart/2016/7/layout/LinearArrowProcessNumbered#1"/>
    <dgm:cxn modelId="{8AF1F224-00E1-4D84-ADE6-04C9AC31B5BE}" type="presParOf" srcId="{F093D1EA-1E4B-4611-A553-45F589D6189E}" destId="{200EAA04-D9FF-4E34-8629-9FF0013CAD96}" srcOrd="0" destOrd="0" presId="urn:microsoft.com/office/officeart/2016/7/layout/LinearArrowProcessNumbered#1"/>
    <dgm:cxn modelId="{92E9138B-6A86-4355-8521-1A6E8E247B26}" type="presParOf" srcId="{F093D1EA-1E4B-4611-A553-45F589D6189E}" destId="{311144D1-3BA2-4573-AB3C-C1D2F0AEE5A2}" srcOrd="1" destOrd="0" presId="urn:microsoft.com/office/officeart/2016/7/layout/LinearArrowProcessNumbered#1"/>
    <dgm:cxn modelId="{A79058EC-36BE-472A-9745-EE023D2F99F8}" type="presParOf" srcId="{311144D1-3BA2-4573-AB3C-C1D2F0AEE5A2}" destId="{B301E9C0-66A8-4889-AB14-A827A90B7730}" srcOrd="0" destOrd="0" presId="urn:microsoft.com/office/officeart/2016/7/layout/LinearArrowProcessNumbered#1"/>
    <dgm:cxn modelId="{3B2E8B13-A96E-4C99-8E41-9C50CF00F036}" type="presParOf" srcId="{311144D1-3BA2-4573-AB3C-C1D2F0AEE5A2}" destId="{C520B667-F0A6-4456-B459-83C4807E6047}" srcOrd="1" destOrd="0" presId="urn:microsoft.com/office/officeart/2016/7/layout/LinearArrowProcessNumbered#1"/>
    <dgm:cxn modelId="{FCAE9093-5193-4B6B-94E4-7A2C75B9C9ED}" type="presParOf" srcId="{311144D1-3BA2-4573-AB3C-C1D2F0AEE5A2}" destId="{ADD1CCE4-82A5-468F-8BC5-15D0185DBB4E}" srcOrd="2" destOrd="0" presId="urn:microsoft.com/office/officeart/2016/7/layout/LinearArrowProcessNumbered#1"/>
    <dgm:cxn modelId="{D9970249-2A11-4DDE-B24B-F7696775BF6E}" type="presParOf" srcId="{311144D1-3BA2-4573-AB3C-C1D2F0AEE5A2}" destId="{C251040B-EE34-45B4-9F5D-BC733169E090}" srcOrd="3" destOrd="0" presId="urn:microsoft.com/office/officeart/2016/7/layout/LinearArrowProcessNumbered#1"/>
    <dgm:cxn modelId="{439A1842-F0B6-4610-B149-E995DD50E26F}" type="presParOf" srcId="{F093D1EA-1E4B-4611-A553-45F589D6189E}" destId="{12E9BEA5-B7F5-4B40-9B17-6A733AF73901}"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1600" b="0" i="0" u="none" dirty="0">
              <a:cs typeface="B Zar" panose="00000400000000000000" pitchFamily="2" charset="-78"/>
            </a:rPr>
            <a:t>نگهدارنده هاي لوله هـا و سـيني هـاي كابـل بايـد اسـتحكام لازم جهـت تحمـل تكانه هاي ناشي از انفجار را داشته باشند. </a:t>
          </a:r>
          <a:endParaRPr lang="en-US" sz="18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400" b="0" i="0" u="none" dirty="0">
              <a:cs typeface="B Zar" panose="00000400000000000000" pitchFamily="2" charset="-78"/>
            </a:rPr>
            <a:t>استفاده از كابل دفني در فضاي خارجي ساختمان توصيه مـيگـردد. از مـواد ضـد حريق مناسب در فضاي خاليِ محل ورود كابل هاي فشار متوسط و فشار ضعيف به ساختمان و اتاق تجهيزات برقي استفاده گردد. </a:t>
          </a:r>
          <a:endParaRPr lang="en-US" sz="18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BA0D1191-41B5-4E4E-98CA-BB121638FA27}">
      <dgm:prSet custT="1"/>
      <dgm:spPr/>
      <dgm:t>
        <a:bodyPr/>
        <a:lstStyle/>
        <a:p>
          <a:pPr algn="ctr"/>
          <a:r>
            <a:rPr lang="ar-SA" sz="1400" b="0" i="0" u="none" dirty="0">
              <a:cs typeface="B Zar" panose="00000400000000000000" pitchFamily="2" charset="-78"/>
            </a:rPr>
            <a:t>موتورهاي الكتريكي، تابلوهاي برق، تابلوهاي كنترلي، ترانسـفورماتورها و مولـدهاي برق اضطراري بايد به گونه اي بر روي سازه فونداسيون مهار شوند كه از حركات جنبي بيش از حـد اين تجهيزات در اثر موج انفجار جلوگيري به عمل آيد. </a:t>
          </a:r>
          <a:endParaRPr lang="en-US" sz="1600" dirty="0">
            <a:cs typeface="B Zar" panose="00000400000000000000" pitchFamily="2" charset="-78"/>
          </a:endParaRPr>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3" phldr="0"/>
      <dgm:spPr/>
      <dgm:t>
        <a:bodyPr/>
        <a:lstStyle/>
        <a:p>
          <a:r>
            <a:rPr lang="en-US"/>
            <a:t>3</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9"/>
      <dgm:spPr/>
    </dgm:pt>
    <dgm:pt modelId="{CB784251-3D1A-453A-AC20-F2E87A36EEF3}" type="pres">
      <dgm:prSet presAssocID="{D841507B-447A-43E4-A67A-78917CB1FB25}" presName="lineArrowNode" presStyleLbl="alignAccFollowNode1" presStyleIdx="1" presStyleCnt="9"/>
      <dgm:spPr/>
    </dgm:pt>
    <dgm:pt modelId="{7D680E2B-37E7-47C5-9407-98DE51395E71}" type="pres">
      <dgm:prSet presAssocID="{8A56963F-9458-4CF1-BA11-F6B59F6693C3}" presName="sibTransNodeCircle" presStyleLbl="alignNode1" presStyleIdx="0" presStyleCnt="3">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9"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9"/>
      <dgm:spPr/>
    </dgm:pt>
    <dgm:pt modelId="{443C13A9-1FDD-4FC4-A337-CF907FF0D233}" type="pres">
      <dgm:prSet presAssocID="{AA8D6E5D-2291-4551-826E-2E8CD77EBBCD}" presName="lineArrowNode" presStyleLbl="alignAccFollowNode1" presStyleIdx="4" presStyleCnt="9"/>
      <dgm:spPr/>
    </dgm:pt>
    <dgm:pt modelId="{2E0F8023-7BBB-4718-BC8F-AC65EE454DC6}" type="pres">
      <dgm:prSet presAssocID="{6D5F5307-B9A3-4224-A52C-70B5D7E58E7C}" presName="sibTransNodeCircle" presStyleLbl="alignNode1" presStyleIdx="1" presStyleCnt="3">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9">
        <dgm:presLayoutVars>
          <dgm:bulletEnabled val="1"/>
        </dgm:presLayoutVars>
      </dgm:prSet>
      <dgm:spPr/>
    </dgm:pt>
    <dgm:pt modelId="{B6BBB860-34CE-4234-8D3B-BDBD461D22B0}" type="pres">
      <dgm:prSet presAssocID="{6D5F5307-B9A3-4224-A52C-70B5D7E58E7C}"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6" presStyleCnt="9"/>
      <dgm:spPr/>
    </dgm:pt>
    <dgm:pt modelId="{AE6DFE2B-B7F2-4F30-B659-B552E321FADD}" type="pres">
      <dgm:prSet presAssocID="{BA0D1191-41B5-4E4E-98CA-BB121638FA27}" presName="lineArrowNode" presStyleLbl="alignAccFollowNode1" presStyleIdx="7" presStyleCnt="9"/>
      <dgm:spPr/>
    </dgm:pt>
    <dgm:pt modelId="{5245C8DA-1E76-407A-B430-701BCCF29F00}" type="pres">
      <dgm:prSet presAssocID="{43A04663-B22C-4CA5-9BCF-3B42D70D691D}" presName="sibTransNodeCircle" presStyleLbl="alignNode1" presStyleIdx="2" presStyleCnt="3">
        <dgm:presLayoutVars>
          <dgm:chMax val="0"/>
          <dgm:bulletEnabled/>
        </dgm:presLayoutVars>
      </dgm:prSet>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8" presStyleCnt="9">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2" destOrd="0" parTransId="{BF60A160-E127-4E75-A05F-AE196FFF76E3}" sibTransId="{43A04663-B22C-4CA5-9BCF-3B42D70D691D}"/>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8F447F70-04A1-4BC9-AA30-09B985C0A12B}" type="presParOf" srcId="{D9938462-A694-4D2B-BC8A-98DD7FFDFAAA}" destId="{95226D6D-DC9D-43A5-AC93-827EFF228E2A}" srcOrd="4"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8A846BE-51A9-4BA7-9258-ECFAE05E7F40}" type="doc">
      <dgm:prSet loTypeId="urn:microsoft.com/office/officeart/2016/7/layout/LinearArrowProcessNumbered#1" loCatId="process" qsTypeId="urn:microsoft.com/office/officeart/2005/8/quickstyle/simple1" qsCatId="simple" csTypeId="urn:microsoft.com/office/officeart/2005/8/colors/accent1_2" csCatId="accent1" phldr="1"/>
      <dgm:spPr/>
      <dgm:t>
        <a:bodyPr/>
        <a:lstStyle/>
        <a:p>
          <a:endParaRPr lang="en-US"/>
        </a:p>
      </dgm:t>
    </dgm:pt>
    <dgm:pt modelId="{D841507B-447A-43E4-A67A-78917CB1FB25}">
      <dgm:prSet custT="1"/>
      <dgm:spPr/>
      <dgm:t>
        <a:bodyPr/>
        <a:lstStyle/>
        <a:p>
          <a:pPr algn="ctr"/>
          <a:r>
            <a:rPr lang="ar-SA" sz="1800" b="0" i="0" u="none" dirty="0">
              <a:cs typeface="B Zar" panose="00000400000000000000" pitchFamily="2" charset="-78"/>
            </a:rPr>
            <a:t>با توجه به استاندارد طبقه بندی راه های شهری  معابر با رده عملکردی آزادراه و تندراه مجاز به دسترسی مستقیم به کارگاه های حین ساخت بنا های شهری نیستند</a:t>
          </a:r>
          <a:endParaRPr lang="en-US" sz="1800" b="0" i="0" u="none" dirty="0">
            <a:cs typeface="B Zar" panose="00000400000000000000" pitchFamily="2" charset="-78"/>
          </a:endParaRPr>
        </a:p>
        <a:p>
          <a:pPr algn="ctr"/>
          <a:endParaRPr lang="en-US" sz="2400" dirty="0">
            <a:cs typeface="B Zar" panose="00000400000000000000" pitchFamily="2" charset="-78"/>
          </a:endParaRPr>
        </a:p>
      </dgm:t>
    </dgm:pt>
    <dgm:pt modelId="{09ECAFD9-77B4-411E-A0C6-BD2718D2ED19}" type="parTrans" cxnId="{89F99CCE-DD31-45EB-8368-0C474560C17C}">
      <dgm:prSet/>
      <dgm:spPr/>
      <dgm:t>
        <a:bodyPr/>
        <a:lstStyle/>
        <a:p>
          <a:endParaRPr lang="en-US"/>
        </a:p>
      </dgm:t>
    </dgm:pt>
    <dgm:pt modelId="{8A56963F-9458-4CF1-BA11-F6B59F6693C3}" type="sibTrans" cxnId="{89F99CCE-DD31-45EB-8368-0C474560C17C}">
      <dgm:prSet phldrT="1" phldr="0"/>
      <dgm:spPr/>
      <dgm:t>
        <a:bodyPr/>
        <a:lstStyle/>
        <a:p>
          <a:r>
            <a:rPr lang="en-US"/>
            <a:t>1</a:t>
          </a:r>
          <a:endParaRPr lang="en-US" dirty="0"/>
        </a:p>
      </dgm:t>
    </dgm:pt>
    <dgm:pt modelId="{AA8D6E5D-2291-4551-826E-2E8CD77EBBCD}">
      <dgm:prSet custT="1"/>
      <dgm:spPr/>
      <dgm:t>
        <a:bodyPr/>
        <a:lstStyle/>
        <a:p>
          <a:pPr algn="ctr"/>
          <a:r>
            <a:rPr lang="ar-SA" sz="1800" b="0" i="0" u="none" dirty="0">
              <a:cs typeface="B Zar" panose="00000400000000000000" pitchFamily="2" charset="-78"/>
            </a:rPr>
            <a:t>دسترسی از معابر با رده عمکردی پایین شامل معابر شریانی .جمع کننده و محلی ها به کارگاه های ساختمانی با مجوز و تامین الزامات مربوطه مجاز است</a:t>
          </a:r>
          <a:endParaRPr lang="en-US" sz="1800" b="0" i="0" u="none" dirty="0">
            <a:cs typeface="B Zar" panose="00000400000000000000" pitchFamily="2" charset="-78"/>
          </a:endParaRPr>
        </a:p>
        <a:p>
          <a:pPr algn="ctr"/>
          <a:endParaRPr lang="en-US" sz="2000" dirty="0">
            <a:cs typeface="B Zar" panose="00000400000000000000" pitchFamily="2" charset="-78"/>
          </a:endParaRPr>
        </a:p>
      </dgm:t>
    </dgm:pt>
    <dgm:pt modelId="{8108D565-E010-4B90-8EC9-E6472FDB3D6F}" type="parTrans" cxnId="{55EAF420-E592-4A82-A62F-9D8CCEB249F3}">
      <dgm:prSet/>
      <dgm:spPr/>
      <dgm:t>
        <a:bodyPr/>
        <a:lstStyle/>
        <a:p>
          <a:endParaRPr lang="en-US"/>
        </a:p>
      </dgm:t>
    </dgm:pt>
    <dgm:pt modelId="{6D5F5307-B9A3-4224-A52C-70B5D7E58E7C}" type="sibTrans" cxnId="{55EAF420-E592-4A82-A62F-9D8CCEB249F3}">
      <dgm:prSet phldrT="2" phldr="0"/>
      <dgm:spPr/>
      <dgm:t>
        <a:bodyPr/>
        <a:lstStyle/>
        <a:p>
          <a:r>
            <a:rPr lang="en-US"/>
            <a:t>2</a:t>
          </a:r>
          <a:endParaRPr lang="en-US" dirty="0"/>
        </a:p>
      </dgm:t>
    </dgm:pt>
    <dgm:pt modelId="{BA0D1191-41B5-4E4E-98CA-BB121638FA27}">
      <dgm:prSet custT="1"/>
      <dgm:spPr/>
      <dgm:t>
        <a:bodyPr/>
        <a:lstStyle/>
        <a:p>
          <a:pPr algn="ctr"/>
          <a:r>
            <a:rPr lang="ar-SA" sz="1800" b="0" i="0" u="none" dirty="0">
              <a:cs typeface="B Zar" panose="00000400000000000000" pitchFamily="2" charset="-78"/>
            </a:rPr>
            <a:t>دسترسی به معابر شریانی تنها از طریق کندرو ها امکان پذیر می باشد</a:t>
          </a:r>
          <a:endParaRPr lang="en-US" sz="1800" b="0" i="0" u="none" dirty="0">
            <a:cs typeface="B Zar" panose="00000400000000000000" pitchFamily="2" charset="-78"/>
          </a:endParaRPr>
        </a:p>
      </dgm:t>
    </dgm:pt>
    <dgm:pt modelId="{BF60A160-E127-4E75-A05F-AE196FFF76E3}" type="parTrans" cxnId="{11BC0A66-4F6B-4022-AC12-122A0951BEB5}">
      <dgm:prSet/>
      <dgm:spPr/>
      <dgm:t>
        <a:bodyPr/>
        <a:lstStyle/>
        <a:p>
          <a:endParaRPr lang="en-US"/>
        </a:p>
      </dgm:t>
    </dgm:pt>
    <dgm:pt modelId="{43A04663-B22C-4CA5-9BCF-3B42D70D691D}" type="sibTrans" cxnId="{11BC0A66-4F6B-4022-AC12-122A0951BEB5}">
      <dgm:prSet phldrT="3" phldr="0"/>
      <dgm:spPr/>
      <dgm:t>
        <a:bodyPr/>
        <a:lstStyle/>
        <a:p>
          <a:r>
            <a:rPr lang="en-US"/>
            <a:t>3</a:t>
          </a:r>
          <a:endParaRPr lang="en-US" dirty="0"/>
        </a:p>
      </dgm:t>
    </dgm:pt>
    <dgm:pt modelId="{55AD6682-19A1-4F15-920E-E13D92EB312E}">
      <dgm:prSet custT="1"/>
      <dgm:spPr/>
      <dgm:t>
        <a:bodyPr/>
        <a:lstStyle/>
        <a:p>
          <a:pPr algn="ctr"/>
          <a:r>
            <a:rPr lang="ar-SA" sz="1800" b="0" i="0" u="none" dirty="0">
              <a:cs typeface="B Zar" panose="00000400000000000000" pitchFamily="2" charset="-78"/>
            </a:rPr>
            <a:t>مهندس ترافیک موظف است بر مبنای رده عملکردی معبر مورد نظر وشرایط ویژه کارگاه ساختمانی . مکان دسترسی به کارگاه را تعیین نماید</a:t>
          </a:r>
          <a:endParaRPr lang="en-US" sz="1800" b="0" i="0" u="none" dirty="0">
            <a:cs typeface="B Zar" panose="00000400000000000000" pitchFamily="2" charset="-78"/>
          </a:endParaRPr>
        </a:p>
        <a:p>
          <a:pPr algn="ctr"/>
          <a:endParaRPr lang="en-US" sz="1800" dirty="0">
            <a:cs typeface="B Zar" panose="00000400000000000000" pitchFamily="2" charset="-78"/>
          </a:endParaRPr>
        </a:p>
      </dgm:t>
    </dgm:pt>
    <dgm:pt modelId="{0A1EE536-D200-411C-8FD0-7F23E7109629}" type="parTrans" cxnId="{522DD16F-B30D-40BA-AA70-7667AAFFD0AE}">
      <dgm:prSet/>
      <dgm:spPr/>
      <dgm:t>
        <a:bodyPr/>
        <a:lstStyle/>
        <a:p>
          <a:endParaRPr lang="en-US"/>
        </a:p>
      </dgm:t>
    </dgm:pt>
    <dgm:pt modelId="{6DA0DC7B-EEAC-48D5-8C2F-256705FA5618}" type="sibTrans" cxnId="{522DD16F-B30D-40BA-AA70-7667AAFFD0AE}">
      <dgm:prSet phldrT="4" phldr="0"/>
      <dgm:spPr/>
      <dgm:t>
        <a:bodyPr/>
        <a:lstStyle/>
        <a:p>
          <a:r>
            <a:rPr lang="en-US"/>
            <a:t>4</a:t>
          </a:r>
          <a:endParaRPr lang="en-US" dirty="0"/>
        </a:p>
      </dgm:t>
    </dgm:pt>
    <dgm:pt modelId="{D9938462-A694-4D2B-BC8A-98DD7FFDFAAA}" type="pres">
      <dgm:prSet presAssocID="{98A846BE-51A9-4BA7-9258-ECFAE05E7F40}" presName="linearFlow" presStyleCnt="0">
        <dgm:presLayoutVars>
          <dgm:dir/>
          <dgm:animLvl val="lvl"/>
          <dgm:resizeHandles val="exact"/>
        </dgm:presLayoutVars>
      </dgm:prSet>
      <dgm:spPr/>
    </dgm:pt>
    <dgm:pt modelId="{94FFE4A3-717E-4FA2-B81F-868DE997CB51}" type="pres">
      <dgm:prSet presAssocID="{D841507B-447A-43E4-A67A-78917CB1FB25}" presName="compositeNode" presStyleCnt="0"/>
      <dgm:spPr/>
    </dgm:pt>
    <dgm:pt modelId="{2FD2706E-63BB-4C73-BE4B-EA498188D5A7}" type="pres">
      <dgm:prSet presAssocID="{D841507B-447A-43E4-A67A-78917CB1FB25}" presName="parTx" presStyleLbl="node1" presStyleIdx="0" presStyleCnt="0">
        <dgm:presLayoutVars>
          <dgm:chMax val="0"/>
          <dgm:chPref val="0"/>
          <dgm:bulletEnabled val="1"/>
        </dgm:presLayoutVars>
      </dgm:prSet>
      <dgm:spPr/>
    </dgm:pt>
    <dgm:pt modelId="{E04F5057-2705-42CE-BB13-967212824C65}" type="pres">
      <dgm:prSet presAssocID="{D841507B-447A-43E4-A67A-78917CB1FB25}" presName="parSh" presStyleCnt="0"/>
      <dgm:spPr/>
    </dgm:pt>
    <dgm:pt modelId="{F5142449-10A1-4278-B96C-C4ABAB189E46}" type="pres">
      <dgm:prSet presAssocID="{D841507B-447A-43E4-A67A-78917CB1FB25}" presName="lineNode" presStyleLbl="alignAccFollowNode1" presStyleIdx="0" presStyleCnt="12"/>
      <dgm:spPr/>
    </dgm:pt>
    <dgm:pt modelId="{CB784251-3D1A-453A-AC20-F2E87A36EEF3}" type="pres">
      <dgm:prSet presAssocID="{D841507B-447A-43E4-A67A-78917CB1FB25}" presName="lineArrowNode" presStyleLbl="alignAccFollowNode1" presStyleIdx="1" presStyleCnt="12"/>
      <dgm:spPr/>
    </dgm:pt>
    <dgm:pt modelId="{7D680E2B-37E7-47C5-9407-98DE51395E71}" type="pres">
      <dgm:prSet presAssocID="{8A56963F-9458-4CF1-BA11-F6B59F6693C3}" presName="sibTransNodeCircle" presStyleLbl="alignNode1" presStyleIdx="0" presStyleCnt="4">
        <dgm:presLayoutVars>
          <dgm:chMax val="0"/>
          <dgm:bulletEnabled/>
        </dgm:presLayoutVars>
      </dgm:prSet>
      <dgm:spPr/>
    </dgm:pt>
    <dgm:pt modelId="{46F5A849-A405-4ECF-B3E1-1F0C28282973}" type="pres">
      <dgm:prSet presAssocID="{8A56963F-9458-4CF1-BA11-F6B59F6693C3}" presName="spacerBetweenCircleAndCallout" presStyleCnt="0">
        <dgm:presLayoutVars/>
      </dgm:prSet>
      <dgm:spPr/>
    </dgm:pt>
    <dgm:pt modelId="{2D736B05-B42D-46EA-852B-C2BFDDD5591E}" type="pres">
      <dgm:prSet presAssocID="{D841507B-447A-43E4-A67A-78917CB1FB25}" presName="nodeText" presStyleLbl="alignAccFollowNode1" presStyleIdx="2" presStyleCnt="12" custLinFactNeighborX="-134" custLinFactNeighborY="-2528">
        <dgm:presLayoutVars>
          <dgm:bulletEnabled val="1"/>
        </dgm:presLayoutVars>
      </dgm:prSet>
      <dgm:spPr/>
    </dgm:pt>
    <dgm:pt modelId="{EC099AD6-5E45-4621-B76A-90EC2958EE47}" type="pres">
      <dgm:prSet presAssocID="{8A56963F-9458-4CF1-BA11-F6B59F6693C3}" presName="sibTransComposite" presStyleCnt="0"/>
      <dgm:spPr/>
    </dgm:pt>
    <dgm:pt modelId="{96C906A6-4FF4-454D-9D77-308711C77F14}" type="pres">
      <dgm:prSet presAssocID="{AA8D6E5D-2291-4551-826E-2E8CD77EBBCD}" presName="compositeNode" presStyleCnt="0"/>
      <dgm:spPr/>
    </dgm:pt>
    <dgm:pt modelId="{B9B0B242-87C5-42E1-A677-9D146A6D3C47}" type="pres">
      <dgm:prSet presAssocID="{AA8D6E5D-2291-4551-826E-2E8CD77EBBCD}" presName="parTx" presStyleLbl="node1" presStyleIdx="0" presStyleCnt="0">
        <dgm:presLayoutVars>
          <dgm:chMax val="0"/>
          <dgm:chPref val="0"/>
          <dgm:bulletEnabled val="1"/>
        </dgm:presLayoutVars>
      </dgm:prSet>
      <dgm:spPr/>
    </dgm:pt>
    <dgm:pt modelId="{7543640C-A0F3-4583-A402-6BC392A285F8}" type="pres">
      <dgm:prSet presAssocID="{AA8D6E5D-2291-4551-826E-2E8CD77EBBCD}" presName="parSh" presStyleCnt="0"/>
      <dgm:spPr/>
    </dgm:pt>
    <dgm:pt modelId="{69403660-B91F-4F31-9188-E4F56CDF83C4}" type="pres">
      <dgm:prSet presAssocID="{AA8D6E5D-2291-4551-826E-2E8CD77EBBCD}" presName="lineNode" presStyleLbl="alignAccFollowNode1" presStyleIdx="3" presStyleCnt="12"/>
      <dgm:spPr/>
    </dgm:pt>
    <dgm:pt modelId="{443C13A9-1FDD-4FC4-A337-CF907FF0D233}" type="pres">
      <dgm:prSet presAssocID="{AA8D6E5D-2291-4551-826E-2E8CD77EBBCD}" presName="lineArrowNode" presStyleLbl="alignAccFollowNode1" presStyleIdx="4" presStyleCnt="12"/>
      <dgm:spPr/>
    </dgm:pt>
    <dgm:pt modelId="{2E0F8023-7BBB-4718-BC8F-AC65EE454DC6}" type="pres">
      <dgm:prSet presAssocID="{6D5F5307-B9A3-4224-A52C-70B5D7E58E7C}" presName="sibTransNodeCircle" presStyleLbl="alignNode1" presStyleIdx="1" presStyleCnt="4">
        <dgm:presLayoutVars>
          <dgm:chMax val="0"/>
          <dgm:bulletEnabled/>
        </dgm:presLayoutVars>
      </dgm:prSet>
      <dgm:spPr/>
    </dgm:pt>
    <dgm:pt modelId="{5704A3ED-FA26-4408-8C85-B51BD14774E8}" type="pres">
      <dgm:prSet presAssocID="{6D5F5307-B9A3-4224-A52C-70B5D7E58E7C}" presName="spacerBetweenCircleAndCallout" presStyleCnt="0">
        <dgm:presLayoutVars/>
      </dgm:prSet>
      <dgm:spPr/>
    </dgm:pt>
    <dgm:pt modelId="{C988C04E-40E3-4D68-BF18-66EFFEEF4EB2}" type="pres">
      <dgm:prSet presAssocID="{AA8D6E5D-2291-4551-826E-2E8CD77EBBCD}" presName="nodeText" presStyleLbl="alignAccFollowNode1" presStyleIdx="5" presStyleCnt="12">
        <dgm:presLayoutVars>
          <dgm:bulletEnabled val="1"/>
        </dgm:presLayoutVars>
      </dgm:prSet>
      <dgm:spPr/>
    </dgm:pt>
    <dgm:pt modelId="{B6BBB860-34CE-4234-8D3B-BDBD461D22B0}" type="pres">
      <dgm:prSet presAssocID="{6D5F5307-B9A3-4224-A52C-70B5D7E58E7C}" presName="sibTransComposite" presStyleCnt="0"/>
      <dgm:spPr/>
    </dgm:pt>
    <dgm:pt modelId="{95226D6D-DC9D-43A5-AC93-827EFF228E2A}" type="pres">
      <dgm:prSet presAssocID="{BA0D1191-41B5-4E4E-98CA-BB121638FA27}" presName="compositeNode" presStyleCnt="0"/>
      <dgm:spPr/>
    </dgm:pt>
    <dgm:pt modelId="{E45CD75C-64D3-49E1-90AB-5C892F1B60BB}" type="pres">
      <dgm:prSet presAssocID="{BA0D1191-41B5-4E4E-98CA-BB121638FA27}" presName="parTx" presStyleLbl="node1" presStyleIdx="0" presStyleCnt="0">
        <dgm:presLayoutVars>
          <dgm:chMax val="0"/>
          <dgm:chPref val="0"/>
          <dgm:bulletEnabled val="1"/>
        </dgm:presLayoutVars>
      </dgm:prSet>
      <dgm:spPr/>
    </dgm:pt>
    <dgm:pt modelId="{FEA17D8B-7307-4AC1-BA3A-35C631CF2D8B}" type="pres">
      <dgm:prSet presAssocID="{BA0D1191-41B5-4E4E-98CA-BB121638FA27}" presName="parSh" presStyleCnt="0"/>
      <dgm:spPr/>
    </dgm:pt>
    <dgm:pt modelId="{E6547311-AF0E-4FCF-BDD0-47989B866E24}" type="pres">
      <dgm:prSet presAssocID="{BA0D1191-41B5-4E4E-98CA-BB121638FA27}" presName="lineNode" presStyleLbl="alignAccFollowNode1" presStyleIdx="6" presStyleCnt="12"/>
      <dgm:spPr/>
    </dgm:pt>
    <dgm:pt modelId="{AE6DFE2B-B7F2-4F30-B659-B552E321FADD}" type="pres">
      <dgm:prSet presAssocID="{BA0D1191-41B5-4E4E-98CA-BB121638FA27}" presName="lineArrowNode" presStyleLbl="alignAccFollowNode1" presStyleIdx="7" presStyleCnt="12"/>
      <dgm:spPr/>
    </dgm:pt>
    <dgm:pt modelId="{5245C8DA-1E76-407A-B430-701BCCF29F00}" type="pres">
      <dgm:prSet presAssocID="{43A04663-B22C-4CA5-9BCF-3B42D70D691D}" presName="sibTransNodeCircle" presStyleLbl="alignNode1" presStyleIdx="2" presStyleCnt="4">
        <dgm:presLayoutVars>
          <dgm:chMax val="0"/>
          <dgm:bulletEnabled/>
        </dgm:presLayoutVars>
      </dgm:prSet>
      <dgm:spPr/>
    </dgm:pt>
    <dgm:pt modelId="{8D76F590-811B-447B-8CED-7534489F45EC}" type="pres">
      <dgm:prSet presAssocID="{43A04663-B22C-4CA5-9BCF-3B42D70D691D}" presName="spacerBetweenCircleAndCallout" presStyleCnt="0">
        <dgm:presLayoutVars/>
      </dgm:prSet>
      <dgm:spPr/>
    </dgm:pt>
    <dgm:pt modelId="{D997FB1E-CF8D-4F5C-9E93-059F85035C01}" type="pres">
      <dgm:prSet presAssocID="{BA0D1191-41B5-4E4E-98CA-BB121638FA27}" presName="nodeText" presStyleLbl="alignAccFollowNode1" presStyleIdx="8" presStyleCnt="12">
        <dgm:presLayoutVars>
          <dgm:bulletEnabled val="1"/>
        </dgm:presLayoutVars>
      </dgm:prSet>
      <dgm:spPr/>
    </dgm:pt>
    <dgm:pt modelId="{5BD921B9-FF63-486B-BBF5-5535F2AA32B5}" type="pres">
      <dgm:prSet presAssocID="{43A04663-B22C-4CA5-9BCF-3B42D70D691D}" presName="sibTransComposite" presStyleCnt="0"/>
      <dgm:spPr/>
    </dgm:pt>
    <dgm:pt modelId="{F093D1EA-1E4B-4611-A553-45F589D6189E}" type="pres">
      <dgm:prSet presAssocID="{55AD6682-19A1-4F15-920E-E13D92EB312E}" presName="compositeNode" presStyleCnt="0"/>
      <dgm:spPr/>
    </dgm:pt>
    <dgm:pt modelId="{200EAA04-D9FF-4E34-8629-9FF0013CAD96}" type="pres">
      <dgm:prSet presAssocID="{55AD6682-19A1-4F15-920E-E13D92EB312E}" presName="parTx" presStyleLbl="node1" presStyleIdx="0" presStyleCnt="0">
        <dgm:presLayoutVars>
          <dgm:chMax val="0"/>
          <dgm:chPref val="0"/>
          <dgm:bulletEnabled val="1"/>
        </dgm:presLayoutVars>
      </dgm:prSet>
      <dgm:spPr/>
    </dgm:pt>
    <dgm:pt modelId="{311144D1-3BA2-4573-AB3C-C1D2F0AEE5A2}" type="pres">
      <dgm:prSet presAssocID="{55AD6682-19A1-4F15-920E-E13D92EB312E}" presName="parSh" presStyleCnt="0"/>
      <dgm:spPr/>
    </dgm:pt>
    <dgm:pt modelId="{B301E9C0-66A8-4889-AB14-A827A90B7730}" type="pres">
      <dgm:prSet presAssocID="{55AD6682-19A1-4F15-920E-E13D92EB312E}" presName="lineNode" presStyleLbl="alignAccFollowNode1" presStyleIdx="9" presStyleCnt="12"/>
      <dgm:spPr/>
    </dgm:pt>
    <dgm:pt modelId="{C520B667-F0A6-4456-B459-83C4807E6047}" type="pres">
      <dgm:prSet presAssocID="{55AD6682-19A1-4F15-920E-E13D92EB312E}" presName="lineArrowNode" presStyleLbl="alignAccFollowNode1" presStyleIdx="10" presStyleCnt="12"/>
      <dgm:spPr/>
    </dgm:pt>
    <dgm:pt modelId="{ADD1CCE4-82A5-468F-8BC5-15D0185DBB4E}" type="pres">
      <dgm:prSet presAssocID="{6DA0DC7B-EEAC-48D5-8C2F-256705FA5618}" presName="sibTransNodeCircle" presStyleLbl="alignNode1" presStyleIdx="3" presStyleCnt="4">
        <dgm:presLayoutVars>
          <dgm:chMax val="0"/>
          <dgm:bulletEnabled/>
        </dgm:presLayoutVars>
      </dgm:prSet>
      <dgm:spPr/>
    </dgm:pt>
    <dgm:pt modelId="{C251040B-EE34-45B4-9F5D-BC733169E090}" type="pres">
      <dgm:prSet presAssocID="{6DA0DC7B-EEAC-48D5-8C2F-256705FA5618}" presName="spacerBetweenCircleAndCallout" presStyleCnt="0">
        <dgm:presLayoutVars/>
      </dgm:prSet>
      <dgm:spPr/>
    </dgm:pt>
    <dgm:pt modelId="{12E9BEA5-B7F5-4B40-9B17-6A733AF73901}" type="pres">
      <dgm:prSet presAssocID="{55AD6682-19A1-4F15-920E-E13D92EB312E}" presName="nodeText" presStyleLbl="alignAccFollowNode1" presStyleIdx="11" presStyleCnt="12">
        <dgm:presLayoutVars>
          <dgm:bulletEnabled val="1"/>
        </dgm:presLayoutVars>
      </dgm:prSet>
      <dgm:spPr/>
    </dgm:pt>
  </dgm:ptLst>
  <dgm:cxnLst>
    <dgm:cxn modelId="{453ABD19-ABD6-4290-AB1B-484D843A7A6C}" type="presOf" srcId="{8A56963F-9458-4CF1-BA11-F6B59F6693C3}" destId="{7D680E2B-37E7-47C5-9407-98DE51395E71}" srcOrd="0" destOrd="0" presId="urn:microsoft.com/office/officeart/2016/7/layout/LinearArrowProcessNumbered#1"/>
    <dgm:cxn modelId="{55EAF420-E592-4A82-A62F-9D8CCEB249F3}" srcId="{98A846BE-51A9-4BA7-9258-ECFAE05E7F40}" destId="{AA8D6E5D-2291-4551-826E-2E8CD77EBBCD}" srcOrd="1" destOrd="0" parTransId="{8108D565-E010-4B90-8EC9-E6472FDB3D6F}" sibTransId="{6D5F5307-B9A3-4224-A52C-70B5D7E58E7C}"/>
    <dgm:cxn modelId="{221DED21-AA14-474F-9176-EC85D4CE7737}" type="presOf" srcId="{BA0D1191-41B5-4E4E-98CA-BB121638FA27}" destId="{D997FB1E-CF8D-4F5C-9E93-059F85035C01}" srcOrd="0" destOrd="0" presId="urn:microsoft.com/office/officeart/2016/7/layout/LinearArrowProcessNumbered#1"/>
    <dgm:cxn modelId="{11BC0A66-4F6B-4022-AC12-122A0951BEB5}" srcId="{98A846BE-51A9-4BA7-9258-ECFAE05E7F40}" destId="{BA0D1191-41B5-4E4E-98CA-BB121638FA27}" srcOrd="2" destOrd="0" parTransId="{BF60A160-E127-4E75-A05F-AE196FFF76E3}" sibTransId="{43A04663-B22C-4CA5-9BCF-3B42D70D691D}"/>
    <dgm:cxn modelId="{577E866F-4BE4-4BDE-AEC2-040AA5E25698}" type="presOf" srcId="{6DA0DC7B-EEAC-48D5-8C2F-256705FA5618}" destId="{ADD1CCE4-82A5-468F-8BC5-15D0185DBB4E}" srcOrd="0" destOrd="0" presId="urn:microsoft.com/office/officeart/2016/7/layout/LinearArrowProcessNumbered#1"/>
    <dgm:cxn modelId="{522DD16F-B30D-40BA-AA70-7667AAFFD0AE}" srcId="{98A846BE-51A9-4BA7-9258-ECFAE05E7F40}" destId="{55AD6682-19A1-4F15-920E-E13D92EB312E}" srcOrd="3" destOrd="0" parTransId="{0A1EE536-D200-411C-8FD0-7F23E7109629}" sibTransId="{6DA0DC7B-EEAC-48D5-8C2F-256705FA5618}"/>
    <dgm:cxn modelId="{0AC2E275-95C9-495E-A18A-CFCEF45E0CE7}" type="presOf" srcId="{98A846BE-51A9-4BA7-9258-ECFAE05E7F40}" destId="{D9938462-A694-4D2B-BC8A-98DD7FFDFAAA}" srcOrd="0" destOrd="0" presId="urn:microsoft.com/office/officeart/2016/7/layout/LinearArrowProcessNumbered#1"/>
    <dgm:cxn modelId="{75DB4C7A-8DE2-404A-A47B-1B56C8C511A5}" type="presOf" srcId="{43A04663-B22C-4CA5-9BCF-3B42D70D691D}" destId="{5245C8DA-1E76-407A-B430-701BCCF29F00}" srcOrd="0" destOrd="0" presId="urn:microsoft.com/office/officeart/2016/7/layout/LinearArrowProcessNumbered#1"/>
    <dgm:cxn modelId="{F1F6B3C2-F9DA-43B0-A5BE-5F333F9A6E1C}" type="presOf" srcId="{AA8D6E5D-2291-4551-826E-2E8CD77EBBCD}" destId="{C988C04E-40E3-4D68-BF18-66EFFEEF4EB2}" srcOrd="0" destOrd="0" presId="urn:microsoft.com/office/officeart/2016/7/layout/LinearArrowProcessNumbered#1"/>
    <dgm:cxn modelId="{328AC9C4-1162-4C74-A205-A907215CB039}" type="presOf" srcId="{55AD6682-19A1-4F15-920E-E13D92EB312E}" destId="{12E9BEA5-B7F5-4B40-9B17-6A733AF73901}" srcOrd="0" destOrd="0" presId="urn:microsoft.com/office/officeart/2016/7/layout/LinearArrowProcessNumbered#1"/>
    <dgm:cxn modelId="{89F99CCE-DD31-45EB-8368-0C474560C17C}" srcId="{98A846BE-51A9-4BA7-9258-ECFAE05E7F40}" destId="{D841507B-447A-43E4-A67A-78917CB1FB25}" srcOrd="0" destOrd="0" parTransId="{09ECAFD9-77B4-411E-A0C6-BD2718D2ED19}" sibTransId="{8A56963F-9458-4CF1-BA11-F6B59F6693C3}"/>
    <dgm:cxn modelId="{27C8DFCE-2304-4C98-B7A0-B706F45D0B6E}" type="presOf" srcId="{6D5F5307-B9A3-4224-A52C-70B5D7E58E7C}" destId="{2E0F8023-7BBB-4718-BC8F-AC65EE454DC6}" srcOrd="0" destOrd="0" presId="urn:microsoft.com/office/officeart/2016/7/layout/LinearArrowProcessNumbered#1"/>
    <dgm:cxn modelId="{A8FDC7DF-7E80-4503-A147-24ECEA22651E}" type="presOf" srcId="{D841507B-447A-43E4-A67A-78917CB1FB25}" destId="{2D736B05-B42D-46EA-852B-C2BFDDD5591E}" srcOrd="0" destOrd="0" presId="urn:microsoft.com/office/officeart/2016/7/layout/LinearArrowProcessNumbered#1"/>
    <dgm:cxn modelId="{764236C7-84CC-44DA-9A09-B82BA5B7E414}" type="presParOf" srcId="{D9938462-A694-4D2B-BC8A-98DD7FFDFAAA}" destId="{94FFE4A3-717E-4FA2-B81F-868DE997CB51}" srcOrd="0" destOrd="0" presId="urn:microsoft.com/office/officeart/2016/7/layout/LinearArrowProcessNumbered#1"/>
    <dgm:cxn modelId="{F916C50C-A09B-41FD-969A-375D9BC0342F}" type="presParOf" srcId="{94FFE4A3-717E-4FA2-B81F-868DE997CB51}" destId="{2FD2706E-63BB-4C73-BE4B-EA498188D5A7}" srcOrd="0" destOrd="0" presId="urn:microsoft.com/office/officeart/2016/7/layout/LinearArrowProcessNumbered#1"/>
    <dgm:cxn modelId="{4FEA4360-7CC6-41C6-B0E8-45DD99A59659}" type="presParOf" srcId="{94FFE4A3-717E-4FA2-B81F-868DE997CB51}" destId="{E04F5057-2705-42CE-BB13-967212824C65}" srcOrd="1" destOrd="0" presId="urn:microsoft.com/office/officeart/2016/7/layout/LinearArrowProcessNumbered#1"/>
    <dgm:cxn modelId="{3785FDEA-2E5D-4CB9-804F-071F34D09885}" type="presParOf" srcId="{E04F5057-2705-42CE-BB13-967212824C65}" destId="{F5142449-10A1-4278-B96C-C4ABAB189E46}" srcOrd="0" destOrd="0" presId="urn:microsoft.com/office/officeart/2016/7/layout/LinearArrowProcessNumbered#1"/>
    <dgm:cxn modelId="{201C060B-EB05-49B6-B9E5-E0ECA79D5322}" type="presParOf" srcId="{E04F5057-2705-42CE-BB13-967212824C65}" destId="{CB784251-3D1A-453A-AC20-F2E87A36EEF3}" srcOrd="1" destOrd="0" presId="urn:microsoft.com/office/officeart/2016/7/layout/LinearArrowProcessNumbered#1"/>
    <dgm:cxn modelId="{C8F1DE05-DA32-481E-B6BF-3C493CE123B8}" type="presParOf" srcId="{E04F5057-2705-42CE-BB13-967212824C65}" destId="{7D680E2B-37E7-47C5-9407-98DE51395E71}" srcOrd="2" destOrd="0" presId="urn:microsoft.com/office/officeart/2016/7/layout/LinearArrowProcessNumbered#1"/>
    <dgm:cxn modelId="{9378AD9A-10AD-44DC-B8CB-510834A948A0}" type="presParOf" srcId="{E04F5057-2705-42CE-BB13-967212824C65}" destId="{46F5A849-A405-4ECF-B3E1-1F0C28282973}" srcOrd="3" destOrd="0" presId="urn:microsoft.com/office/officeart/2016/7/layout/LinearArrowProcessNumbered#1"/>
    <dgm:cxn modelId="{414E0DBA-FA78-4F7C-A441-DBFD3F1AE47F}" type="presParOf" srcId="{94FFE4A3-717E-4FA2-B81F-868DE997CB51}" destId="{2D736B05-B42D-46EA-852B-C2BFDDD5591E}" srcOrd="2" destOrd="0" presId="urn:microsoft.com/office/officeart/2016/7/layout/LinearArrowProcessNumbered#1"/>
    <dgm:cxn modelId="{F8546444-D1E7-4F48-B60D-651E245F32E4}" type="presParOf" srcId="{D9938462-A694-4D2B-BC8A-98DD7FFDFAAA}" destId="{EC099AD6-5E45-4621-B76A-90EC2958EE47}" srcOrd="1" destOrd="0" presId="urn:microsoft.com/office/officeart/2016/7/layout/LinearArrowProcessNumbered#1"/>
    <dgm:cxn modelId="{F0E3289E-0E27-4001-B4DD-8827C584BE72}" type="presParOf" srcId="{D9938462-A694-4D2B-BC8A-98DD7FFDFAAA}" destId="{96C906A6-4FF4-454D-9D77-308711C77F14}" srcOrd="2" destOrd="0" presId="urn:microsoft.com/office/officeart/2016/7/layout/LinearArrowProcessNumbered#1"/>
    <dgm:cxn modelId="{59CE4EE5-345B-42AC-B4D8-B0CB07F65381}" type="presParOf" srcId="{96C906A6-4FF4-454D-9D77-308711C77F14}" destId="{B9B0B242-87C5-42E1-A677-9D146A6D3C47}" srcOrd="0" destOrd="0" presId="urn:microsoft.com/office/officeart/2016/7/layout/LinearArrowProcessNumbered#1"/>
    <dgm:cxn modelId="{879FF597-6A4B-4AF2-BD78-58ABD5FD75F8}" type="presParOf" srcId="{96C906A6-4FF4-454D-9D77-308711C77F14}" destId="{7543640C-A0F3-4583-A402-6BC392A285F8}" srcOrd="1" destOrd="0" presId="urn:microsoft.com/office/officeart/2016/7/layout/LinearArrowProcessNumbered#1"/>
    <dgm:cxn modelId="{630AB59B-6B05-4C33-B38F-2F80DFE79009}" type="presParOf" srcId="{7543640C-A0F3-4583-A402-6BC392A285F8}" destId="{69403660-B91F-4F31-9188-E4F56CDF83C4}" srcOrd="0" destOrd="0" presId="urn:microsoft.com/office/officeart/2016/7/layout/LinearArrowProcessNumbered#1"/>
    <dgm:cxn modelId="{1C497F94-84D0-4653-B890-5F666F26F0B0}" type="presParOf" srcId="{7543640C-A0F3-4583-A402-6BC392A285F8}" destId="{443C13A9-1FDD-4FC4-A337-CF907FF0D233}" srcOrd="1" destOrd="0" presId="urn:microsoft.com/office/officeart/2016/7/layout/LinearArrowProcessNumbered#1"/>
    <dgm:cxn modelId="{BEE59EE8-88C8-47CC-AA5E-C5CDDFA825BB}" type="presParOf" srcId="{7543640C-A0F3-4583-A402-6BC392A285F8}" destId="{2E0F8023-7BBB-4718-BC8F-AC65EE454DC6}" srcOrd="2" destOrd="0" presId="urn:microsoft.com/office/officeart/2016/7/layout/LinearArrowProcessNumbered#1"/>
    <dgm:cxn modelId="{72395719-C39D-4CFF-A91E-5EDBE7E8EE92}" type="presParOf" srcId="{7543640C-A0F3-4583-A402-6BC392A285F8}" destId="{5704A3ED-FA26-4408-8C85-B51BD14774E8}" srcOrd="3" destOrd="0" presId="urn:microsoft.com/office/officeart/2016/7/layout/LinearArrowProcessNumbered#1"/>
    <dgm:cxn modelId="{082B38AE-05D0-4A0F-8F99-820978A25641}" type="presParOf" srcId="{96C906A6-4FF4-454D-9D77-308711C77F14}" destId="{C988C04E-40E3-4D68-BF18-66EFFEEF4EB2}" srcOrd="2" destOrd="0" presId="urn:microsoft.com/office/officeart/2016/7/layout/LinearArrowProcessNumbered#1"/>
    <dgm:cxn modelId="{ADBDEF19-B637-4A7D-A041-661B34B6DAC3}" type="presParOf" srcId="{D9938462-A694-4D2B-BC8A-98DD7FFDFAAA}" destId="{B6BBB860-34CE-4234-8D3B-BDBD461D22B0}" srcOrd="3" destOrd="0" presId="urn:microsoft.com/office/officeart/2016/7/layout/LinearArrowProcessNumbered#1"/>
    <dgm:cxn modelId="{8F447F70-04A1-4BC9-AA30-09B985C0A12B}" type="presParOf" srcId="{D9938462-A694-4D2B-BC8A-98DD7FFDFAAA}" destId="{95226D6D-DC9D-43A5-AC93-827EFF228E2A}" srcOrd="4" destOrd="0" presId="urn:microsoft.com/office/officeart/2016/7/layout/LinearArrowProcessNumbered#1"/>
    <dgm:cxn modelId="{DA77B396-D37F-4BEE-A2BF-6DC1A169F3AD}" type="presParOf" srcId="{95226D6D-DC9D-43A5-AC93-827EFF228E2A}" destId="{E45CD75C-64D3-49E1-90AB-5C892F1B60BB}" srcOrd="0" destOrd="0" presId="urn:microsoft.com/office/officeart/2016/7/layout/LinearArrowProcessNumbered#1"/>
    <dgm:cxn modelId="{71D9D654-4AF2-4FD6-B673-A3B510CFC2C4}" type="presParOf" srcId="{95226D6D-DC9D-43A5-AC93-827EFF228E2A}" destId="{FEA17D8B-7307-4AC1-BA3A-35C631CF2D8B}" srcOrd="1" destOrd="0" presId="urn:microsoft.com/office/officeart/2016/7/layout/LinearArrowProcessNumbered#1"/>
    <dgm:cxn modelId="{AD56DB09-87F0-42B0-84A3-7BB7809229F3}" type="presParOf" srcId="{FEA17D8B-7307-4AC1-BA3A-35C631CF2D8B}" destId="{E6547311-AF0E-4FCF-BDD0-47989B866E24}" srcOrd="0" destOrd="0" presId="urn:microsoft.com/office/officeart/2016/7/layout/LinearArrowProcessNumbered#1"/>
    <dgm:cxn modelId="{1F1A5182-9619-4798-9CAF-D53A90DEA34D}" type="presParOf" srcId="{FEA17D8B-7307-4AC1-BA3A-35C631CF2D8B}" destId="{AE6DFE2B-B7F2-4F30-B659-B552E321FADD}" srcOrd="1" destOrd="0" presId="urn:microsoft.com/office/officeart/2016/7/layout/LinearArrowProcessNumbered#1"/>
    <dgm:cxn modelId="{E516E0E1-E2C0-4D6A-A968-452B27DECC33}" type="presParOf" srcId="{FEA17D8B-7307-4AC1-BA3A-35C631CF2D8B}" destId="{5245C8DA-1E76-407A-B430-701BCCF29F00}" srcOrd="2" destOrd="0" presId="urn:microsoft.com/office/officeart/2016/7/layout/LinearArrowProcessNumbered#1"/>
    <dgm:cxn modelId="{9175FCC8-0A0C-4E31-A3B3-971C46D3DF74}" type="presParOf" srcId="{FEA17D8B-7307-4AC1-BA3A-35C631CF2D8B}" destId="{8D76F590-811B-447B-8CED-7534489F45EC}" srcOrd="3" destOrd="0" presId="urn:microsoft.com/office/officeart/2016/7/layout/LinearArrowProcessNumbered#1"/>
    <dgm:cxn modelId="{381290E6-C932-4E85-8DB9-C439C64C4C26}" type="presParOf" srcId="{95226D6D-DC9D-43A5-AC93-827EFF228E2A}" destId="{D997FB1E-CF8D-4F5C-9E93-059F85035C01}" srcOrd="2" destOrd="0" presId="urn:microsoft.com/office/officeart/2016/7/layout/LinearArrowProcessNumbered#1"/>
    <dgm:cxn modelId="{E537C05D-53BB-4C4C-AC73-C6455980C74B}" type="presParOf" srcId="{D9938462-A694-4D2B-BC8A-98DD7FFDFAAA}" destId="{5BD921B9-FF63-486B-BBF5-5535F2AA32B5}" srcOrd="5" destOrd="0" presId="urn:microsoft.com/office/officeart/2016/7/layout/LinearArrowProcessNumbered#1"/>
    <dgm:cxn modelId="{3A78D317-010B-409E-A0C5-1AB9329DE22C}" type="presParOf" srcId="{D9938462-A694-4D2B-BC8A-98DD7FFDFAAA}" destId="{F093D1EA-1E4B-4611-A553-45F589D6189E}" srcOrd="6" destOrd="0" presId="urn:microsoft.com/office/officeart/2016/7/layout/LinearArrowProcessNumbered#1"/>
    <dgm:cxn modelId="{8AF1F224-00E1-4D84-ADE6-04C9AC31B5BE}" type="presParOf" srcId="{F093D1EA-1E4B-4611-A553-45F589D6189E}" destId="{200EAA04-D9FF-4E34-8629-9FF0013CAD96}" srcOrd="0" destOrd="0" presId="urn:microsoft.com/office/officeart/2016/7/layout/LinearArrowProcessNumbered#1"/>
    <dgm:cxn modelId="{92E9138B-6A86-4355-8521-1A6E8E247B26}" type="presParOf" srcId="{F093D1EA-1E4B-4611-A553-45F589D6189E}" destId="{311144D1-3BA2-4573-AB3C-C1D2F0AEE5A2}" srcOrd="1" destOrd="0" presId="urn:microsoft.com/office/officeart/2016/7/layout/LinearArrowProcessNumbered#1"/>
    <dgm:cxn modelId="{A79058EC-36BE-472A-9745-EE023D2F99F8}" type="presParOf" srcId="{311144D1-3BA2-4573-AB3C-C1D2F0AEE5A2}" destId="{B301E9C0-66A8-4889-AB14-A827A90B7730}" srcOrd="0" destOrd="0" presId="urn:microsoft.com/office/officeart/2016/7/layout/LinearArrowProcessNumbered#1"/>
    <dgm:cxn modelId="{3B2E8B13-A96E-4C99-8E41-9C50CF00F036}" type="presParOf" srcId="{311144D1-3BA2-4573-AB3C-C1D2F0AEE5A2}" destId="{C520B667-F0A6-4456-B459-83C4807E6047}" srcOrd="1" destOrd="0" presId="urn:microsoft.com/office/officeart/2016/7/layout/LinearArrowProcessNumbered#1"/>
    <dgm:cxn modelId="{FCAE9093-5193-4B6B-94E4-7A2C75B9C9ED}" type="presParOf" srcId="{311144D1-3BA2-4573-AB3C-C1D2F0AEE5A2}" destId="{ADD1CCE4-82A5-468F-8BC5-15D0185DBB4E}" srcOrd="2" destOrd="0" presId="urn:microsoft.com/office/officeart/2016/7/layout/LinearArrowProcessNumbered#1"/>
    <dgm:cxn modelId="{D9970249-2A11-4DDE-B24B-F7696775BF6E}" type="presParOf" srcId="{311144D1-3BA2-4573-AB3C-C1D2F0AEE5A2}" destId="{C251040B-EE34-45B4-9F5D-BC733169E090}" srcOrd="3" destOrd="0" presId="urn:microsoft.com/office/officeart/2016/7/layout/LinearArrowProcessNumbered#1"/>
    <dgm:cxn modelId="{439A1842-F0B6-4610-B149-E995DD50E26F}" type="presParOf" srcId="{F093D1EA-1E4B-4611-A553-45F589D6189E}" destId="{12E9BEA5-B7F5-4B40-9B17-6A733AF73901}" srcOrd="2" destOrd="0" presId="urn:microsoft.com/office/officeart/2016/7/layout/LinearArrow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759442" y="872143"/>
          <a:ext cx="1399342"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3242746" y="754519"/>
          <a:ext cx="160924" cy="302330"/>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798324" y="135673"/>
          <a:ext cx="1512767" cy="151276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04" tIns="58704" rIns="58704" bIns="58704" numCol="1" spcCol="1270" anchor="ctr" anchorCtr="0">
          <a:noAutofit/>
        </a:bodyPr>
        <a:lstStyle/>
        <a:p>
          <a:pPr marL="0" lvl="0" indent="0" algn="ctr" defTabSz="2667000">
            <a:lnSpc>
              <a:spcPct val="90000"/>
            </a:lnSpc>
            <a:spcBef>
              <a:spcPct val="0"/>
            </a:spcBef>
            <a:spcAft>
              <a:spcPct val="35000"/>
            </a:spcAft>
            <a:buNone/>
          </a:pPr>
          <a:r>
            <a:rPr lang="en-US" sz="6000" kern="1200"/>
            <a:t>1</a:t>
          </a:r>
          <a:endParaRPr lang="en-US" sz="6000" kern="1200" dirty="0"/>
        </a:p>
      </dsp:txBody>
      <dsp:txXfrm>
        <a:off x="798324" y="135673"/>
        <a:ext cx="1512767" cy="1512767"/>
      </dsp:txXfrm>
    </dsp:sp>
    <dsp:sp modelId="{2D736B05-B42D-46EA-852B-C2BFDDD5591E}">
      <dsp:nvSpPr>
        <dsp:cNvPr id="0" name=""/>
        <dsp:cNvSpPr/>
      </dsp:nvSpPr>
      <dsp:spPr>
        <a:xfrm>
          <a:off x="0" y="1786539"/>
          <a:ext cx="3148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359" tIns="165100" rIns="248359" bIns="165100" numCol="1" spcCol="1270" anchor="t" anchorCtr="0">
          <a:noAutofit/>
        </a:bodyPr>
        <a:lstStyle/>
        <a:p>
          <a:pPr marL="0" lvl="0" indent="0" algn="r" defTabSz="622300">
            <a:lnSpc>
              <a:spcPct val="90000"/>
            </a:lnSpc>
            <a:spcBef>
              <a:spcPct val="0"/>
            </a:spcBef>
            <a:spcAft>
              <a:spcPct val="35000"/>
            </a:spcAft>
            <a:buNone/>
          </a:pPr>
          <a:r>
            <a:rPr lang="ar-SA" sz="1400" b="0" i="0" u="none" kern="1200" dirty="0">
              <a:cs typeface="B Zar" panose="00000400000000000000" pitchFamily="2" charset="-78"/>
            </a:rPr>
            <a:t>برای ساخت هر نوع سازه‌ای احتیاج به نقشه است این نقشه توسط  فارغ‌التحصیل رشته معماری طراحی می‌شود </a:t>
          </a:r>
          <a:endParaRPr lang="en-US" sz="1400" kern="1200" dirty="0">
            <a:cs typeface="B Zar" panose="00000400000000000000" pitchFamily="2" charset="-78"/>
          </a:endParaRPr>
        </a:p>
      </dsp:txBody>
      <dsp:txXfrm>
        <a:off x="0" y="2179659"/>
        <a:ext cx="3148521" cy="1572480"/>
      </dsp:txXfrm>
    </dsp:sp>
    <dsp:sp modelId="{E6547311-AF0E-4FCF-BDD0-47989B866E24}">
      <dsp:nvSpPr>
        <dsp:cNvPr id="0" name=""/>
        <dsp:cNvSpPr/>
      </dsp:nvSpPr>
      <dsp:spPr>
        <a:xfrm>
          <a:off x="3508621" y="872701"/>
          <a:ext cx="3148521"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6DFE2B-B7F2-4F30-B659-B552E321FADD}">
      <dsp:nvSpPr>
        <dsp:cNvPr id="0" name=""/>
        <dsp:cNvSpPr/>
      </dsp:nvSpPr>
      <dsp:spPr>
        <a:xfrm>
          <a:off x="6741103" y="754991"/>
          <a:ext cx="160924" cy="30277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4315995" y="136839"/>
          <a:ext cx="1513881" cy="1513881"/>
        </a:xfrm>
        <a:prstGeom prst="flowChartProcess">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47" tIns="58747" rIns="58747" bIns="58747" numCol="1" spcCol="1270" anchor="ctr" anchorCtr="0">
          <a:noAutofit/>
        </a:bodyPr>
        <a:lstStyle/>
        <a:p>
          <a:pPr marL="0" lvl="0" indent="0" algn="ctr" defTabSz="2667000">
            <a:lnSpc>
              <a:spcPct val="90000"/>
            </a:lnSpc>
            <a:spcBef>
              <a:spcPct val="0"/>
            </a:spcBef>
            <a:spcAft>
              <a:spcPct val="35000"/>
            </a:spcAft>
            <a:buNone/>
          </a:pPr>
          <a:r>
            <a:rPr lang="en-US" sz="6000" kern="1200"/>
            <a:t>2</a:t>
          </a:r>
          <a:endParaRPr lang="en-US" sz="6000" kern="1200" dirty="0"/>
        </a:p>
      </dsp:txBody>
      <dsp:txXfrm>
        <a:off x="4315995" y="136839"/>
        <a:ext cx="1513881" cy="1513881"/>
      </dsp:txXfrm>
    </dsp:sp>
    <dsp:sp modelId="{D997FB1E-CF8D-4F5C-9E93-059F85035C01}">
      <dsp:nvSpPr>
        <dsp:cNvPr id="0" name=""/>
        <dsp:cNvSpPr/>
      </dsp:nvSpPr>
      <dsp:spPr>
        <a:xfrm>
          <a:off x="3508621" y="1796582"/>
          <a:ext cx="3148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359" tIns="165100" rIns="248359" bIns="165100" numCol="1" spcCol="1270" anchor="t" anchorCtr="0">
          <a:noAutofit/>
        </a:bodyPr>
        <a:lstStyle/>
        <a:p>
          <a:pPr marL="0" lvl="0" indent="0" algn="r" defTabSz="711200">
            <a:lnSpc>
              <a:spcPct val="90000"/>
            </a:lnSpc>
            <a:spcBef>
              <a:spcPct val="0"/>
            </a:spcBef>
            <a:spcAft>
              <a:spcPct val="35000"/>
            </a:spcAft>
            <a:buNone/>
          </a:pPr>
          <a:r>
            <a:rPr lang="ar-SA" sz="1600" b="0" i="0" u="none" kern="1200" dirty="0"/>
            <a:t> </a:t>
          </a:r>
          <a:r>
            <a:rPr lang="ar-SA" sz="1200" b="0" i="0" u="none" kern="1200" dirty="0">
              <a:cs typeface="B Zar" panose="00000400000000000000" pitchFamily="2" charset="-78"/>
            </a:rPr>
            <a:t>فردی است فارغ‌التحصیل رشته‌های عمران، معماری، مهندسیِ برق، مکانیک، شهرسازی، ترافیک ونقشه برداری که آزمون  نظام مهندسی را زیر نظرِ” وزارت راه و شهرسازی همچنین معاونت ساختمان و مسکن” گذرانده‌اند و صلاحیت نظارت را دریافت کرده‌اند</a:t>
          </a:r>
          <a:endParaRPr lang="en-US" sz="1600" kern="1200" dirty="0">
            <a:cs typeface="B Zar" panose="00000400000000000000" pitchFamily="2" charset="-78"/>
          </a:endParaRPr>
        </a:p>
      </dsp:txBody>
      <dsp:txXfrm>
        <a:off x="3508621" y="2189702"/>
        <a:ext cx="3148521" cy="1572480"/>
      </dsp:txXfrm>
    </dsp:sp>
    <dsp:sp modelId="{98FC13F5-E633-4E1D-AC5F-6F956633F8CC}">
      <dsp:nvSpPr>
        <dsp:cNvPr id="0" name=""/>
        <dsp:cNvSpPr/>
      </dsp:nvSpPr>
      <dsp:spPr>
        <a:xfrm>
          <a:off x="7006978" y="872701"/>
          <a:ext cx="157426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0815D7-3BD6-44D4-A32A-A6FD819154DF}">
      <dsp:nvSpPr>
        <dsp:cNvPr id="0" name=""/>
        <dsp:cNvSpPr/>
      </dsp:nvSpPr>
      <dsp:spPr>
        <a:xfrm>
          <a:off x="7823551" y="115050"/>
          <a:ext cx="1515374" cy="151537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805" tIns="58805" rIns="58805" bIns="58805" numCol="1" spcCol="1270" anchor="ctr" anchorCtr="0">
          <a:noAutofit/>
        </a:bodyPr>
        <a:lstStyle/>
        <a:p>
          <a:pPr marL="0" lvl="0" indent="0" algn="ctr" defTabSz="2667000">
            <a:lnSpc>
              <a:spcPct val="90000"/>
            </a:lnSpc>
            <a:spcBef>
              <a:spcPct val="0"/>
            </a:spcBef>
            <a:spcAft>
              <a:spcPct val="35000"/>
            </a:spcAft>
            <a:buNone/>
          </a:pPr>
          <a:r>
            <a:rPr lang="en-US" sz="6000" kern="1200"/>
            <a:t>3</a:t>
          </a:r>
          <a:endParaRPr lang="en-US" sz="6000" kern="1200" dirty="0"/>
        </a:p>
      </dsp:txBody>
      <dsp:txXfrm>
        <a:off x="7823551" y="115050"/>
        <a:ext cx="1515374" cy="1515374"/>
      </dsp:txXfrm>
    </dsp:sp>
    <dsp:sp modelId="{B116FA97-1FAE-40A9-8C85-DB8F4C91EF7C}">
      <dsp:nvSpPr>
        <dsp:cNvPr id="0" name=""/>
        <dsp:cNvSpPr/>
      </dsp:nvSpPr>
      <dsp:spPr>
        <a:xfrm>
          <a:off x="7006978" y="1796582"/>
          <a:ext cx="3148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359" tIns="165100" rIns="248359" bIns="165100" numCol="1" spcCol="1270" anchor="t" anchorCtr="0">
          <a:noAutofit/>
        </a:bodyPr>
        <a:lstStyle/>
        <a:p>
          <a:pPr marL="0" lvl="0" indent="0" algn="r" defTabSz="622300">
            <a:lnSpc>
              <a:spcPct val="90000"/>
            </a:lnSpc>
            <a:spcBef>
              <a:spcPct val="0"/>
            </a:spcBef>
            <a:spcAft>
              <a:spcPct val="35000"/>
            </a:spcAft>
            <a:buNone/>
          </a:pPr>
          <a:r>
            <a:rPr lang="ar-SA" sz="1400" b="0" i="0" u="none" kern="1200" dirty="0">
              <a:cs typeface="B Zar" panose="00000400000000000000" pitchFamily="2" charset="-78"/>
            </a:rPr>
            <a:t>در صنعت ساختمان سازی به فردی که وظیفه اجرا را دارد مجری ساختمان می‌گویند.</a:t>
          </a:r>
          <a:endParaRPr lang="en-US" sz="1400" b="0" i="0" u="none" kern="1200" dirty="0">
            <a:cs typeface="B Zar" panose="00000400000000000000" pitchFamily="2" charset="-78"/>
          </a:endParaRPr>
        </a:p>
        <a:p>
          <a:pPr marL="0" lvl="0" indent="0" algn="r" defTabSz="622300">
            <a:lnSpc>
              <a:spcPct val="90000"/>
            </a:lnSpc>
            <a:spcBef>
              <a:spcPct val="0"/>
            </a:spcBef>
            <a:spcAft>
              <a:spcPct val="35000"/>
            </a:spcAft>
            <a:buNone/>
          </a:pPr>
          <a:r>
            <a:rPr lang="ar-SA" sz="1400" b="0" i="0" u="none" kern="1200" dirty="0">
              <a:cs typeface="B Zar" panose="00000400000000000000" pitchFamily="2" charset="-78"/>
            </a:rPr>
            <a:t> مجری را می‌توان منتخب و نماینده کارفرما معرفی کرد که بر اجرای مراحل فنی پروژه نظارت می‌کند .</a:t>
          </a:r>
          <a:endParaRPr lang="en-US" sz="1400" kern="1200" dirty="0">
            <a:cs typeface="B Zar" panose="00000400000000000000" pitchFamily="2" charset="-78"/>
          </a:endParaRPr>
        </a:p>
      </dsp:txBody>
      <dsp:txXfrm>
        <a:off x="7006978" y="2189702"/>
        <a:ext cx="3148521" cy="15724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756023" y="872143"/>
          <a:ext cx="1400710"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3240776" y="754519"/>
          <a:ext cx="161081" cy="302330"/>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824550" y="115795"/>
          <a:ext cx="1512767" cy="151276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04" tIns="58704" rIns="58704" bIns="58704" numCol="1" spcCol="1270" anchor="ctr" anchorCtr="0">
          <a:noAutofit/>
        </a:bodyPr>
        <a:lstStyle/>
        <a:p>
          <a:pPr marL="0" lvl="0" indent="0" algn="ctr" defTabSz="2667000">
            <a:lnSpc>
              <a:spcPct val="90000"/>
            </a:lnSpc>
            <a:spcBef>
              <a:spcPct val="0"/>
            </a:spcBef>
            <a:spcAft>
              <a:spcPct val="35000"/>
            </a:spcAft>
            <a:buNone/>
          </a:pPr>
          <a:r>
            <a:rPr lang="en-US" sz="6000" kern="1200"/>
            <a:t>1</a:t>
          </a:r>
          <a:endParaRPr lang="en-US" sz="6000" kern="1200" dirty="0"/>
        </a:p>
      </dsp:txBody>
      <dsp:txXfrm>
        <a:off x="1046090" y="337335"/>
        <a:ext cx="1069687" cy="1069687"/>
      </dsp:txXfrm>
    </dsp:sp>
    <dsp:sp modelId="{2D736B05-B42D-46EA-852B-C2BFDDD5591E}">
      <dsp:nvSpPr>
        <dsp:cNvPr id="0" name=""/>
        <dsp:cNvSpPr/>
      </dsp:nvSpPr>
      <dsp:spPr>
        <a:xfrm>
          <a:off x="911" y="1745654"/>
          <a:ext cx="3151599"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602" tIns="165100" rIns="248602"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پیش بینی راه هاي خروج جهت خارج شدن بموقع و ایمـن افـراد از سـاختمان و انتقـال آنـان بـه مکانهاي امن.</a:t>
          </a:r>
          <a:endParaRPr lang="en-US" sz="1800" kern="1200" dirty="0">
            <a:cs typeface="B Zar" panose="00000400000000000000" pitchFamily="2" charset="-78"/>
          </a:endParaRPr>
        </a:p>
      </dsp:txBody>
      <dsp:txXfrm>
        <a:off x="911" y="2138774"/>
        <a:ext cx="3151599" cy="1572480"/>
      </dsp:txXfrm>
    </dsp:sp>
    <dsp:sp modelId="{69403660-B91F-4F31-9188-E4F56CDF83C4}">
      <dsp:nvSpPr>
        <dsp:cNvPr id="0" name=""/>
        <dsp:cNvSpPr/>
      </dsp:nvSpPr>
      <dsp:spPr>
        <a:xfrm>
          <a:off x="3506911" y="872701"/>
          <a:ext cx="3151599"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6742553" y="754991"/>
          <a:ext cx="161081" cy="30277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4325770" y="115796"/>
          <a:ext cx="1513881" cy="1513881"/>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47" tIns="58747" rIns="58747" bIns="58747" numCol="1" spcCol="1270" anchor="ctr" anchorCtr="0">
          <a:noAutofit/>
        </a:bodyPr>
        <a:lstStyle/>
        <a:p>
          <a:pPr marL="0" lvl="0" indent="0" algn="ctr" defTabSz="2667000">
            <a:lnSpc>
              <a:spcPct val="90000"/>
            </a:lnSpc>
            <a:spcBef>
              <a:spcPct val="0"/>
            </a:spcBef>
            <a:spcAft>
              <a:spcPct val="35000"/>
            </a:spcAft>
            <a:buNone/>
          </a:pPr>
          <a:r>
            <a:rPr lang="en-US" sz="6000" kern="1200"/>
            <a:t>2</a:t>
          </a:r>
          <a:endParaRPr lang="en-US" sz="6000" kern="1200" dirty="0"/>
        </a:p>
      </dsp:txBody>
      <dsp:txXfrm>
        <a:off x="4547473" y="337499"/>
        <a:ext cx="1070475" cy="1070475"/>
      </dsp:txXfrm>
    </dsp:sp>
    <dsp:sp modelId="{C988C04E-40E3-4D68-BF18-66EFFEEF4EB2}">
      <dsp:nvSpPr>
        <dsp:cNvPr id="0" name=""/>
        <dsp:cNvSpPr/>
      </dsp:nvSpPr>
      <dsp:spPr>
        <a:xfrm>
          <a:off x="3506911" y="1796582"/>
          <a:ext cx="3151599"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602" tIns="165100" rIns="248602"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تأمین تمهیدات لازم در طراحی و اجراي ساختمان ها به منظور پیشگیري از بروز حریق</a:t>
          </a:r>
          <a:endParaRPr lang="en-US" sz="1800" kern="1200" dirty="0">
            <a:cs typeface="B Zar" panose="00000400000000000000" pitchFamily="2" charset="-78"/>
          </a:endParaRPr>
        </a:p>
      </dsp:txBody>
      <dsp:txXfrm>
        <a:off x="3506911" y="2189702"/>
        <a:ext cx="3151599" cy="1572480"/>
      </dsp:txXfrm>
    </dsp:sp>
    <dsp:sp modelId="{B301E9C0-66A8-4889-AB14-A827A90B7730}">
      <dsp:nvSpPr>
        <dsp:cNvPr id="0" name=""/>
        <dsp:cNvSpPr/>
      </dsp:nvSpPr>
      <dsp:spPr>
        <a:xfrm>
          <a:off x="7008688" y="872701"/>
          <a:ext cx="1575799"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D1CCE4-82A5-468F-8BC5-15D0185DBB4E}">
      <dsp:nvSpPr>
        <dsp:cNvPr id="0" name=""/>
        <dsp:cNvSpPr/>
      </dsp:nvSpPr>
      <dsp:spPr>
        <a:xfrm>
          <a:off x="7826800" y="115050"/>
          <a:ext cx="1515374" cy="1515374"/>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805" tIns="58805" rIns="58805" bIns="58805" numCol="1" spcCol="1270" anchor="ctr" anchorCtr="0">
          <a:noAutofit/>
        </a:bodyPr>
        <a:lstStyle/>
        <a:p>
          <a:pPr marL="0" lvl="0" indent="0" algn="ctr" defTabSz="2667000">
            <a:lnSpc>
              <a:spcPct val="90000"/>
            </a:lnSpc>
            <a:spcBef>
              <a:spcPct val="0"/>
            </a:spcBef>
            <a:spcAft>
              <a:spcPct val="35000"/>
            </a:spcAft>
            <a:buNone/>
          </a:pPr>
          <a:r>
            <a:rPr lang="en-US" sz="6000" kern="1200"/>
            <a:t>3</a:t>
          </a:r>
          <a:endParaRPr lang="en-US" sz="6000" kern="1200" dirty="0"/>
        </a:p>
      </dsp:txBody>
      <dsp:txXfrm>
        <a:off x="8048721" y="336971"/>
        <a:ext cx="1071532" cy="1071532"/>
      </dsp:txXfrm>
    </dsp:sp>
    <dsp:sp modelId="{12E9BEA5-B7F5-4B40-9B17-6A733AF73901}">
      <dsp:nvSpPr>
        <dsp:cNvPr id="0" name=""/>
        <dsp:cNvSpPr/>
      </dsp:nvSpPr>
      <dsp:spPr>
        <a:xfrm>
          <a:off x="7008688" y="1796582"/>
          <a:ext cx="3151599"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602" tIns="165100" rIns="248602" bIns="165100" numCol="1" spcCol="1270" anchor="t" anchorCtr="0">
          <a:noAutofit/>
        </a:bodyPr>
        <a:lstStyle/>
        <a:p>
          <a:pPr marL="0" lvl="0" indent="0" algn="ctr" defTabSz="800100">
            <a:lnSpc>
              <a:spcPct val="90000"/>
            </a:lnSpc>
            <a:spcBef>
              <a:spcPct val="0"/>
            </a:spcBef>
            <a:spcAft>
              <a:spcPct val="35000"/>
            </a:spcAft>
            <a:buNone/>
          </a:pPr>
          <a:r>
            <a:rPr lang="fa-IR" sz="1800" b="0" i="0" u="none" kern="1200" dirty="0">
              <a:cs typeface="B Zar" panose="00000400000000000000" pitchFamily="2" charset="-78"/>
            </a:rPr>
            <a:t>ج</a:t>
          </a:r>
          <a:r>
            <a:rPr lang="ar-SA" sz="1800" b="0" i="0" u="none" kern="1200" dirty="0">
              <a:cs typeface="B Zar" panose="00000400000000000000" pitchFamily="2" charset="-78"/>
            </a:rPr>
            <a:t>لوگیري از گسترش آتش و دود در ساختمان و سرایت حریق از یک ساختمان به ساختمان دیگر. </a:t>
          </a:r>
          <a:endParaRPr lang="en-US" sz="1800" kern="1200" dirty="0">
            <a:cs typeface="B Zar" panose="00000400000000000000" pitchFamily="2" charset="-78"/>
          </a:endParaRPr>
        </a:p>
      </dsp:txBody>
      <dsp:txXfrm>
        <a:off x="7008688" y="2189702"/>
        <a:ext cx="3151599" cy="15724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314450" y="548100"/>
          <a:ext cx="105156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2429103" y="459804"/>
          <a:ext cx="120929" cy="22713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6348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1</a:t>
          </a:r>
          <a:endParaRPr lang="en-US" sz="4900" kern="1200" dirty="0"/>
        </a:p>
      </dsp:txBody>
      <dsp:txXfrm>
        <a:off x="795413" y="160545"/>
        <a:ext cx="775182" cy="775182"/>
      </dsp:txXfrm>
    </dsp:sp>
    <dsp:sp modelId="{2D736B05-B42D-46EA-852B-C2BFDDD5591E}">
      <dsp:nvSpPr>
        <dsp:cNvPr id="0" name=""/>
        <dsp:cNvSpPr/>
      </dsp:nvSpPr>
      <dsp:spPr>
        <a:xfrm>
          <a:off x="0" y="1195769"/>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تمامی اعضای ساختمان باید به گونه مناسبی به هم پیوسته باشند تا ساختمان در برابر نیرو های وارده به طور یک پارچه عمل کند</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1800" kern="1200" dirty="0">
            <a:cs typeface="B Zar" panose="00000400000000000000" pitchFamily="2" charset="-78"/>
          </a:endParaRPr>
        </a:p>
      </dsp:txBody>
      <dsp:txXfrm>
        <a:off x="0" y="1668971"/>
        <a:ext cx="2366010" cy="2141600"/>
      </dsp:txXfrm>
    </dsp:sp>
    <dsp:sp modelId="{69403660-B91F-4F31-9188-E4F56CDF83C4}">
      <dsp:nvSpPr>
        <dsp:cNvPr id="0" name=""/>
        <dsp:cNvSpPr/>
      </dsp:nvSpPr>
      <dsp:spPr>
        <a:xfrm>
          <a:off x="2628900" y="548100"/>
          <a:ext cx="236601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5058003" y="459804"/>
          <a:ext cx="120929" cy="22713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32637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2</a:t>
          </a:r>
          <a:endParaRPr lang="en-US" sz="4900" kern="1200" dirty="0"/>
        </a:p>
      </dsp:txBody>
      <dsp:txXfrm>
        <a:off x="3424313" y="160545"/>
        <a:ext cx="775182" cy="775182"/>
      </dsp:txXfrm>
    </dsp:sp>
    <dsp:sp modelId="{C988C04E-40E3-4D68-BF18-66EFFEEF4EB2}">
      <dsp:nvSpPr>
        <dsp:cNvPr id="0" name=""/>
        <dsp:cNvSpPr/>
      </dsp:nvSpPr>
      <dsp:spPr>
        <a:xfrm>
          <a:off x="2628900" y="1261872"/>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سقف باید با حفظ انسجام خود به صورت یک پارچه علاوه بر تحمل و انتقال نیروی ثقلی نیروی ناشی از زلزله را نیز به اعضای قائم منتقل نماید</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1800" kern="1200" dirty="0">
            <a:cs typeface="B Zar" panose="00000400000000000000" pitchFamily="2" charset="-78"/>
          </a:endParaRPr>
        </a:p>
      </dsp:txBody>
      <dsp:txXfrm>
        <a:off x="2628900" y="1735074"/>
        <a:ext cx="2366010" cy="2141600"/>
      </dsp:txXfrm>
    </dsp:sp>
    <dsp:sp modelId="{E6547311-AF0E-4FCF-BDD0-47989B866E24}">
      <dsp:nvSpPr>
        <dsp:cNvPr id="0" name=""/>
        <dsp:cNvSpPr/>
      </dsp:nvSpPr>
      <dsp:spPr>
        <a:xfrm>
          <a:off x="5257800" y="548100"/>
          <a:ext cx="236601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6DFE2B-B7F2-4F30-B659-B552E321FADD}">
      <dsp:nvSpPr>
        <dsp:cNvPr id="0" name=""/>
        <dsp:cNvSpPr/>
      </dsp:nvSpPr>
      <dsp:spPr>
        <a:xfrm>
          <a:off x="7686903" y="459804"/>
          <a:ext cx="120929" cy="22713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58926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3</a:t>
          </a:r>
          <a:endParaRPr lang="en-US" sz="4900" kern="1200" dirty="0"/>
        </a:p>
      </dsp:txBody>
      <dsp:txXfrm>
        <a:off x="6053213" y="160545"/>
        <a:ext cx="775182" cy="775182"/>
      </dsp:txXfrm>
    </dsp:sp>
    <dsp:sp modelId="{D997FB1E-CF8D-4F5C-9E93-059F85035C01}">
      <dsp:nvSpPr>
        <dsp:cNvPr id="0" name=""/>
        <dsp:cNvSpPr/>
      </dsp:nvSpPr>
      <dsp:spPr>
        <a:xfrm>
          <a:off x="5257800" y="1261872"/>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تأساختمان باید دارای تقارن سازه ای مناسب باشد در غیر این صورت باید از درز لرزه ای استفاده شود</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1800" kern="1200" dirty="0">
            <a:cs typeface="B Zar" panose="00000400000000000000" pitchFamily="2" charset="-78"/>
          </a:endParaRPr>
        </a:p>
      </dsp:txBody>
      <dsp:txXfrm>
        <a:off x="5257800" y="1735074"/>
        <a:ext cx="2366010" cy="2141600"/>
      </dsp:txXfrm>
    </dsp:sp>
    <dsp:sp modelId="{B301E9C0-66A8-4889-AB14-A827A90B7730}">
      <dsp:nvSpPr>
        <dsp:cNvPr id="0" name=""/>
        <dsp:cNvSpPr/>
      </dsp:nvSpPr>
      <dsp:spPr>
        <a:xfrm>
          <a:off x="7886700" y="548100"/>
          <a:ext cx="1183005"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D1CCE4-82A5-468F-8BC5-15D0185DBB4E}">
      <dsp:nvSpPr>
        <dsp:cNvPr id="0" name=""/>
        <dsp:cNvSpPr/>
      </dsp:nvSpPr>
      <dsp:spPr>
        <a:xfrm>
          <a:off x="85215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4</a:t>
          </a:r>
          <a:endParaRPr lang="en-US" sz="4900" kern="1200" dirty="0"/>
        </a:p>
      </dsp:txBody>
      <dsp:txXfrm>
        <a:off x="8682113" y="160545"/>
        <a:ext cx="775182" cy="775182"/>
      </dsp:txXfrm>
    </dsp:sp>
    <dsp:sp modelId="{12E9BEA5-B7F5-4B40-9B17-6A733AF73901}">
      <dsp:nvSpPr>
        <dsp:cNvPr id="0" name=""/>
        <dsp:cNvSpPr/>
      </dsp:nvSpPr>
      <dsp:spPr>
        <a:xfrm>
          <a:off x="7886700" y="1261872"/>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از قرار دادن اجزای ساختمانی  تاسیسات ویا اجسام سنگین روی طره ها و اعضای لاغر و بام پرهیز شود</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1800" kern="1200" dirty="0">
            <a:cs typeface="B Zar" panose="00000400000000000000" pitchFamily="2" charset="-78"/>
          </a:endParaRPr>
        </a:p>
      </dsp:txBody>
      <dsp:txXfrm>
        <a:off x="7886700" y="1735074"/>
        <a:ext cx="2366010" cy="2141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314449" y="872720"/>
          <a:ext cx="1051560"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2429103" y="784422"/>
          <a:ext cx="120929" cy="227084"/>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634866" y="324618"/>
          <a:ext cx="1096277" cy="10962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78050">
            <a:lnSpc>
              <a:spcPct val="90000"/>
            </a:lnSpc>
            <a:spcBef>
              <a:spcPct val="0"/>
            </a:spcBef>
            <a:spcAft>
              <a:spcPct val="35000"/>
            </a:spcAft>
            <a:buNone/>
          </a:pPr>
          <a:r>
            <a:rPr lang="en-US" sz="4900" kern="1200"/>
            <a:t>1</a:t>
          </a:r>
          <a:endParaRPr lang="en-US" sz="4900" kern="1200" dirty="0"/>
        </a:p>
      </dsp:txBody>
      <dsp:txXfrm>
        <a:off x="795412" y="485164"/>
        <a:ext cx="775185" cy="775185"/>
      </dsp:txXfrm>
    </dsp:sp>
    <dsp:sp modelId="{2D736B05-B42D-46EA-852B-C2BFDDD5591E}">
      <dsp:nvSpPr>
        <dsp:cNvPr id="0" name=""/>
        <dsp:cNvSpPr/>
      </dsp:nvSpPr>
      <dsp:spPr>
        <a:xfrm>
          <a:off x="0" y="1506984"/>
          <a:ext cx="236601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1066800">
            <a:lnSpc>
              <a:spcPct val="90000"/>
            </a:lnSpc>
            <a:spcBef>
              <a:spcPct val="0"/>
            </a:spcBef>
            <a:spcAft>
              <a:spcPct val="35000"/>
            </a:spcAft>
            <a:buNone/>
          </a:pPr>
          <a:r>
            <a:rPr lang="ar-SA" sz="2400" b="0" i="0" u="none" kern="1200" dirty="0">
              <a:cs typeface="B Zar" panose="00000400000000000000" pitchFamily="2" charset="-78"/>
            </a:rPr>
            <a:t>الزامات عمومی</a:t>
          </a:r>
          <a:endParaRPr lang="en-US" sz="2400" kern="1200" dirty="0">
            <a:cs typeface="B Zar" panose="00000400000000000000" pitchFamily="2" charset="-78"/>
          </a:endParaRPr>
        </a:p>
      </dsp:txBody>
      <dsp:txXfrm>
        <a:off x="0" y="1900104"/>
        <a:ext cx="2366010" cy="1572480"/>
      </dsp:txXfrm>
    </dsp:sp>
    <dsp:sp modelId="{69403660-B91F-4F31-9188-E4F56CDF83C4}">
      <dsp:nvSpPr>
        <dsp:cNvPr id="0" name=""/>
        <dsp:cNvSpPr/>
      </dsp:nvSpPr>
      <dsp:spPr>
        <a:xfrm>
          <a:off x="2628899" y="872684"/>
          <a:ext cx="2366010"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5058003" y="784389"/>
          <a:ext cx="120929" cy="227130"/>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3263766" y="324582"/>
          <a:ext cx="1096277" cy="10962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78050">
            <a:lnSpc>
              <a:spcPct val="90000"/>
            </a:lnSpc>
            <a:spcBef>
              <a:spcPct val="0"/>
            </a:spcBef>
            <a:spcAft>
              <a:spcPct val="35000"/>
            </a:spcAft>
            <a:buNone/>
          </a:pPr>
          <a:r>
            <a:rPr lang="en-US" sz="4900" kern="1200"/>
            <a:t>2</a:t>
          </a:r>
          <a:endParaRPr lang="en-US" sz="4900" kern="1200" dirty="0"/>
        </a:p>
      </dsp:txBody>
      <dsp:txXfrm>
        <a:off x="3424312" y="485128"/>
        <a:ext cx="775185" cy="775185"/>
      </dsp:txXfrm>
    </dsp:sp>
    <dsp:sp modelId="{C988C04E-40E3-4D68-BF18-66EFFEEF4EB2}">
      <dsp:nvSpPr>
        <dsp:cNvPr id="0" name=""/>
        <dsp:cNvSpPr/>
      </dsp:nvSpPr>
      <dsp:spPr>
        <a:xfrm>
          <a:off x="2628899" y="1586454"/>
          <a:ext cx="236601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89000">
            <a:lnSpc>
              <a:spcPct val="90000"/>
            </a:lnSpc>
            <a:spcBef>
              <a:spcPct val="0"/>
            </a:spcBef>
            <a:spcAft>
              <a:spcPct val="35000"/>
            </a:spcAft>
            <a:buNone/>
          </a:pPr>
          <a:r>
            <a:rPr lang="ar-SA" sz="2000" b="0" i="0" u="none" kern="1200" dirty="0">
              <a:cs typeface="B Zar" panose="00000400000000000000" pitchFamily="2" charset="-78"/>
            </a:rPr>
            <a:t>الزامات تحلیل و </a:t>
          </a:r>
          <a:r>
            <a:rPr lang="ar-SA" sz="2400" b="0" i="0" u="none" kern="1200" dirty="0">
              <a:cs typeface="B Zar" panose="00000400000000000000" pitchFamily="2" charset="-78"/>
            </a:rPr>
            <a:t>طراحی</a:t>
          </a:r>
          <a:r>
            <a:rPr lang="ar-SA" sz="2000" b="0" i="0" u="none" kern="1200" dirty="0">
              <a:cs typeface="B Zar" panose="00000400000000000000" pitchFamily="2" charset="-78"/>
            </a:rPr>
            <a:t> </a:t>
          </a:r>
          <a:endParaRPr lang="en-US" sz="2000" kern="1200" dirty="0">
            <a:cs typeface="B Zar" panose="00000400000000000000" pitchFamily="2" charset="-78"/>
          </a:endParaRPr>
        </a:p>
      </dsp:txBody>
      <dsp:txXfrm>
        <a:off x="2628899" y="1979574"/>
        <a:ext cx="2366010" cy="1572480"/>
      </dsp:txXfrm>
    </dsp:sp>
    <dsp:sp modelId="{E6547311-AF0E-4FCF-BDD0-47989B866E24}">
      <dsp:nvSpPr>
        <dsp:cNvPr id="0" name=""/>
        <dsp:cNvSpPr/>
      </dsp:nvSpPr>
      <dsp:spPr>
        <a:xfrm>
          <a:off x="5257800" y="872701"/>
          <a:ext cx="236601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6DFE2B-B7F2-4F30-B659-B552E321FADD}">
      <dsp:nvSpPr>
        <dsp:cNvPr id="0" name=""/>
        <dsp:cNvSpPr/>
      </dsp:nvSpPr>
      <dsp:spPr>
        <a:xfrm>
          <a:off x="7686903" y="784403"/>
          <a:ext cx="120929" cy="227143"/>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5892666" y="324598"/>
          <a:ext cx="1096277" cy="10962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78050">
            <a:lnSpc>
              <a:spcPct val="90000"/>
            </a:lnSpc>
            <a:spcBef>
              <a:spcPct val="0"/>
            </a:spcBef>
            <a:spcAft>
              <a:spcPct val="35000"/>
            </a:spcAft>
            <a:buNone/>
          </a:pPr>
          <a:r>
            <a:rPr lang="en-US" sz="4900" kern="1200"/>
            <a:t>3</a:t>
          </a:r>
          <a:endParaRPr lang="en-US" sz="4900" kern="1200" dirty="0"/>
        </a:p>
      </dsp:txBody>
      <dsp:txXfrm>
        <a:off x="6053212" y="485144"/>
        <a:ext cx="775185" cy="775185"/>
      </dsp:txXfrm>
    </dsp:sp>
    <dsp:sp modelId="{D997FB1E-CF8D-4F5C-9E93-059F85035C01}">
      <dsp:nvSpPr>
        <dsp:cNvPr id="0" name=""/>
        <dsp:cNvSpPr/>
      </dsp:nvSpPr>
      <dsp:spPr>
        <a:xfrm>
          <a:off x="5257800" y="1586492"/>
          <a:ext cx="236601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1066800">
            <a:lnSpc>
              <a:spcPct val="90000"/>
            </a:lnSpc>
            <a:spcBef>
              <a:spcPct val="0"/>
            </a:spcBef>
            <a:spcAft>
              <a:spcPct val="35000"/>
            </a:spcAft>
            <a:buNone/>
          </a:pPr>
          <a:r>
            <a:rPr lang="ar-SA" sz="2400" b="0" i="0" u="none" kern="1200" dirty="0">
              <a:cs typeface="B Zar" panose="00000400000000000000" pitchFamily="2" charset="-78"/>
            </a:rPr>
            <a:t>الزامات ساخت و نصب و کنترل</a:t>
          </a:r>
          <a:endParaRPr lang="en-US" sz="2400" kern="1200" dirty="0">
            <a:cs typeface="B Zar" panose="00000400000000000000" pitchFamily="2" charset="-78"/>
          </a:endParaRPr>
        </a:p>
      </dsp:txBody>
      <dsp:txXfrm>
        <a:off x="5257800" y="1979612"/>
        <a:ext cx="2366010" cy="1572480"/>
      </dsp:txXfrm>
    </dsp:sp>
    <dsp:sp modelId="{B301E9C0-66A8-4889-AB14-A827A90B7730}">
      <dsp:nvSpPr>
        <dsp:cNvPr id="0" name=""/>
        <dsp:cNvSpPr/>
      </dsp:nvSpPr>
      <dsp:spPr>
        <a:xfrm>
          <a:off x="7886700" y="872701"/>
          <a:ext cx="1183005"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D1CCE4-82A5-468F-8BC5-15D0185DBB4E}">
      <dsp:nvSpPr>
        <dsp:cNvPr id="0" name=""/>
        <dsp:cNvSpPr/>
      </dsp:nvSpPr>
      <dsp:spPr>
        <a:xfrm>
          <a:off x="8521566" y="324598"/>
          <a:ext cx="1096277" cy="10962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78050">
            <a:lnSpc>
              <a:spcPct val="90000"/>
            </a:lnSpc>
            <a:spcBef>
              <a:spcPct val="0"/>
            </a:spcBef>
            <a:spcAft>
              <a:spcPct val="35000"/>
            </a:spcAft>
            <a:buNone/>
          </a:pPr>
          <a:r>
            <a:rPr lang="en-US" sz="4900" kern="1200"/>
            <a:t>4</a:t>
          </a:r>
          <a:endParaRPr lang="en-US" sz="4900" kern="1200" dirty="0"/>
        </a:p>
      </dsp:txBody>
      <dsp:txXfrm>
        <a:off x="8682112" y="485144"/>
        <a:ext cx="775185" cy="775185"/>
      </dsp:txXfrm>
    </dsp:sp>
    <dsp:sp modelId="{12E9BEA5-B7F5-4B40-9B17-6A733AF73901}">
      <dsp:nvSpPr>
        <dsp:cNvPr id="0" name=""/>
        <dsp:cNvSpPr/>
      </dsp:nvSpPr>
      <dsp:spPr>
        <a:xfrm>
          <a:off x="7886700" y="1586492"/>
          <a:ext cx="236601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1066800">
            <a:lnSpc>
              <a:spcPct val="90000"/>
            </a:lnSpc>
            <a:spcBef>
              <a:spcPct val="0"/>
            </a:spcBef>
            <a:spcAft>
              <a:spcPct val="35000"/>
            </a:spcAft>
            <a:buNone/>
          </a:pPr>
          <a:r>
            <a:rPr lang="ar-SA" sz="2400" b="0" i="0" u="none" kern="1200" dirty="0">
              <a:cs typeface="B Zar" panose="00000400000000000000" pitchFamily="2" charset="-78"/>
            </a:rPr>
            <a:t>الزامات طراحی لرزه ای</a:t>
          </a:r>
          <a:endParaRPr lang="en-US" sz="1800" kern="1200" dirty="0">
            <a:cs typeface="B Zar" panose="00000400000000000000" pitchFamily="2" charset="-78"/>
          </a:endParaRPr>
        </a:p>
      </dsp:txBody>
      <dsp:txXfrm>
        <a:off x="7886700" y="1979612"/>
        <a:ext cx="2366010" cy="15724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759442" y="756777"/>
          <a:ext cx="1399342"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3242746" y="639268"/>
          <a:ext cx="160924" cy="302228"/>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827711" y="0"/>
          <a:ext cx="1513627" cy="151362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37" tIns="58737" rIns="58737" bIns="58737" numCol="1" spcCol="1270" anchor="ctr" anchorCtr="0">
          <a:noAutofit/>
        </a:bodyPr>
        <a:lstStyle/>
        <a:p>
          <a:pPr marL="0" lvl="0" indent="0" algn="ctr" defTabSz="2667000">
            <a:lnSpc>
              <a:spcPct val="90000"/>
            </a:lnSpc>
            <a:spcBef>
              <a:spcPct val="0"/>
            </a:spcBef>
            <a:spcAft>
              <a:spcPct val="35000"/>
            </a:spcAft>
            <a:buNone/>
          </a:pPr>
          <a:r>
            <a:rPr lang="en-US" sz="6000" kern="1200"/>
            <a:t>1</a:t>
          </a:r>
          <a:endParaRPr lang="en-US" sz="6000" kern="1200" dirty="0"/>
        </a:p>
      </dsp:txBody>
      <dsp:txXfrm>
        <a:off x="1049377" y="221666"/>
        <a:ext cx="1070295" cy="1070295"/>
      </dsp:txXfrm>
    </dsp:sp>
    <dsp:sp modelId="{2D736B05-B42D-46EA-852B-C2BFDDD5591E}">
      <dsp:nvSpPr>
        <dsp:cNvPr id="0" name=""/>
        <dsp:cNvSpPr/>
      </dsp:nvSpPr>
      <dsp:spPr>
        <a:xfrm>
          <a:off x="6045" y="1623659"/>
          <a:ext cx="3148521" cy="2197463"/>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359" tIns="165100" rIns="248359" bIns="165100" numCol="1" spcCol="1270" anchor="t" anchorCtr="0">
          <a:noAutofit/>
        </a:bodyPr>
        <a:lstStyle/>
        <a:p>
          <a:pPr marL="0" lvl="0" indent="0" algn="ctr" defTabSz="711200">
            <a:lnSpc>
              <a:spcPct val="90000"/>
            </a:lnSpc>
            <a:spcBef>
              <a:spcPct val="0"/>
            </a:spcBef>
            <a:spcAft>
              <a:spcPct val="35000"/>
            </a:spcAft>
            <a:buNone/>
          </a:pPr>
          <a:r>
            <a:rPr lang="ar-SA" sz="1600" b="0" i="0" u="none" kern="1200" dirty="0">
              <a:cs typeface="B Zar" panose="00000400000000000000" pitchFamily="2" charset="-78"/>
            </a:rPr>
            <a:t>به كار گرفتن ماشين آلات و تجهيزات ساختماني در نزديكي خطوط برق فشار قوي بايد با رعايت مفاد بند 8-4-2-12 صورت گيرد.</a:t>
          </a:r>
          <a:endParaRPr lang="en-US" sz="1600" b="0" i="0" u="none" kern="1200" dirty="0">
            <a:cs typeface="B Zar" panose="00000400000000000000" pitchFamily="2" charset="-78"/>
          </a:endParaRPr>
        </a:p>
        <a:p>
          <a:pPr marL="0" lvl="0" indent="0" algn="ctr" defTabSz="711200">
            <a:lnSpc>
              <a:spcPct val="90000"/>
            </a:lnSpc>
            <a:spcBef>
              <a:spcPct val="0"/>
            </a:spcBef>
            <a:spcAft>
              <a:spcPct val="35000"/>
            </a:spcAft>
            <a:buNone/>
          </a:pPr>
          <a:endParaRPr lang="en-US" sz="2400" kern="1200" dirty="0">
            <a:cs typeface="B Zar" panose="00000400000000000000" pitchFamily="2" charset="-78"/>
          </a:endParaRPr>
        </a:p>
      </dsp:txBody>
      <dsp:txXfrm>
        <a:off x="6045" y="2063152"/>
        <a:ext cx="3148521" cy="1757970"/>
      </dsp:txXfrm>
    </dsp:sp>
    <dsp:sp modelId="{69403660-B91F-4F31-9188-E4F56CDF83C4}">
      <dsp:nvSpPr>
        <dsp:cNvPr id="0" name=""/>
        <dsp:cNvSpPr/>
      </dsp:nvSpPr>
      <dsp:spPr>
        <a:xfrm>
          <a:off x="3508621" y="756770"/>
          <a:ext cx="3148521"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6741103" y="639261"/>
          <a:ext cx="160924" cy="302255"/>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4326075" y="0"/>
          <a:ext cx="1513613" cy="151361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37" tIns="58737" rIns="58737" bIns="58737" numCol="1" spcCol="1270" anchor="ctr" anchorCtr="0">
          <a:noAutofit/>
        </a:bodyPr>
        <a:lstStyle/>
        <a:p>
          <a:pPr marL="0" lvl="0" indent="0" algn="ctr" defTabSz="2667000">
            <a:lnSpc>
              <a:spcPct val="90000"/>
            </a:lnSpc>
            <a:spcBef>
              <a:spcPct val="0"/>
            </a:spcBef>
            <a:spcAft>
              <a:spcPct val="35000"/>
            </a:spcAft>
            <a:buNone/>
          </a:pPr>
          <a:r>
            <a:rPr lang="en-US" sz="6000" kern="1200"/>
            <a:t>2</a:t>
          </a:r>
          <a:endParaRPr lang="en-US" sz="6000" kern="1200" dirty="0"/>
        </a:p>
      </dsp:txBody>
      <dsp:txXfrm>
        <a:off x="4547738" y="221663"/>
        <a:ext cx="1070287" cy="1070287"/>
      </dsp:txXfrm>
    </dsp:sp>
    <dsp:sp modelId="{C988C04E-40E3-4D68-BF18-66EFFEEF4EB2}">
      <dsp:nvSpPr>
        <dsp:cNvPr id="0" name=""/>
        <dsp:cNvSpPr/>
      </dsp:nvSpPr>
      <dsp:spPr>
        <a:xfrm>
          <a:off x="3508621" y="1679211"/>
          <a:ext cx="3148521" cy="2197463"/>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359" tIns="165100" rIns="248359" bIns="165100" numCol="1" spcCol="1270" anchor="t" anchorCtr="0">
          <a:noAutofit/>
        </a:bodyPr>
        <a:lstStyle/>
        <a:p>
          <a:pPr marL="0" lvl="0" indent="0" algn="ctr" defTabSz="711200">
            <a:lnSpc>
              <a:spcPct val="90000"/>
            </a:lnSpc>
            <a:spcBef>
              <a:spcPct val="0"/>
            </a:spcBef>
            <a:spcAft>
              <a:spcPct val="35000"/>
            </a:spcAft>
            <a:buNone/>
          </a:pPr>
          <a:r>
            <a:rPr lang="ar-SA" sz="1600" b="0" i="0" u="none" kern="1200" dirty="0">
              <a:cs typeface="B Zar" panose="00000400000000000000" pitchFamily="2" charset="-78"/>
            </a:rPr>
            <a:t> قبل از شروع به تعمير، نظافت و روغن كاري ماشين آلات بايد آنها را خاموش نمود. ضمنا وسايل و ماشين آلاتي كه با برق كار مي كنند، بايد جريان برق آن ها نيز قطع گردد</a:t>
          </a:r>
          <a:r>
            <a:rPr lang="ar-SA" sz="2000" b="0" i="0" u="none" kern="1200" dirty="0">
              <a:cs typeface="B Zar" panose="00000400000000000000" pitchFamily="2" charset="-78"/>
            </a:rPr>
            <a:t>.</a:t>
          </a:r>
          <a:endParaRPr lang="en-US" sz="2000" b="0" i="0" u="none" kern="1200" dirty="0">
            <a:cs typeface="B Zar" panose="00000400000000000000" pitchFamily="2" charset="-78"/>
          </a:endParaRPr>
        </a:p>
        <a:p>
          <a:pPr marL="0" lvl="0" indent="0" algn="ctr" defTabSz="711200">
            <a:lnSpc>
              <a:spcPct val="90000"/>
            </a:lnSpc>
            <a:spcBef>
              <a:spcPct val="0"/>
            </a:spcBef>
            <a:spcAft>
              <a:spcPct val="35000"/>
            </a:spcAft>
            <a:buNone/>
          </a:pPr>
          <a:endParaRPr lang="en-US" sz="2000" kern="1200" dirty="0">
            <a:cs typeface="B Zar" panose="00000400000000000000" pitchFamily="2" charset="-78"/>
          </a:endParaRPr>
        </a:p>
      </dsp:txBody>
      <dsp:txXfrm>
        <a:off x="3508621" y="2118704"/>
        <a:ext cx="3148521" cy="1757970"/>
      </dsp:txXfrm>
    </dsp:sp>
    <dsp:sp modelId="{E6547311-AF0E-4FCF-BDD0-47989B866E24}">
      <dsp:nvSpPr>
        <dsp:cNvPr id="0" name=""/>
        <dsp:cNvSpPr/>
      </dsp:nvSpPr>
      <dsp:spPr>
        <a:xfrm>
          <a:off x="7006978" y="756850"/>
          <a:ext cx="1574260"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7824432" y="80"/>
          <a:ext cx="1513613" cy="151361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37" tIns="58737" rIns="58737" bIns="58737" numCol="1" spcCol="1270" anchor="ctr" anchorCtr="0">
          <a:noAutofit/>
        </a:bodyPr>
        <a:lstStyle/>
        <a:p>
          <a:pPr marL="0" lvl="0" indent="0" algn="ctr" defTabSz="2667000">
            <a:lnSpc>
              <a:spcPct val="90000"/>
            </a:lnSpc>
            <a:spcBef>
              <a:spcPct val="0"/>
            </a:spcBef>
            <a:spcAft>
              <a:spcPct val="35000"/>
            </a:spcAft>
            <a:buNone/>
          </a:pPr>
          <a:r>
            <a:rPr lang="en-US" sz="6000" kern="1200"/>
            <a:t>3</a:t>
          </a:r>
          <a:endParaRPr lang="en-US" sz="6000" kern="1200" dirty="0"/>
        </a:p>
      </dsp:txBody>
      <dsp:txXfrm>
        <a:off x="8046095" y="221743"/>
        <a:ext cx="1070287" cy="1070287"/>
      </dsp:txXfrm>
    </dsp:sp>
    <dsp:sp modelId="{D997FB1E-CF8D-4F5C-9E93-059F85035C01}">
      <dsp:nvSpPr>
        <dsp:cNvPr id="0" name=""/>
        <dsp:cNvSpPr/>
      </dsp:nvSpPr>
      <dsp:spPr>
        <a:xfrm>
          <a:off x="7006978" y="1679211"/>
          <a:ext cx="3148521" cy="2197463"/>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359" tIns="165100" rIns="248359"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تعمير وسايل و تجهيزاتي كه حاوي بخار يا هواي فشرده باشد، تا زماني كه بخار يا هواي فشرده آن ها تخليه و بي اثر نشده باشد، ممنوع است. </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2400" kern="1200" dirty="0">
            <a:cs typeface="B Zar" panose="00000400000000000000" pitchFamily="2" charset="-78"/>
          </a:endParaRPr>
        </a:p>
      </dsp:txBody>
      <dsp:txXfrm>
        <a:off x="7006978" y="2118704"/>
        <a:ext cx="3148521" cy="17579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190875" y="780564"/>
          <a:ext cx="946914"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2194604" y="700981"/>
          <a:ext cx="108895" cy="204733"/>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586606" y="294695"/>
          <a:ext cx="971808" cy="97180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712" tIns="37712" rIns="37712" bIns="37712" numCol="1" spcCol="1270" anchor="ctr" anchorCtr="0">
          <a:noAutofit/>
        </a:bodyPr>
        <a:lstStyle/>
        <a:p>
          <a:pPr marL="0" lvl="0" indent="0" algn="ctr" defTabSz="1911350">
            <a:lnSpc>
              <a:spcPct val="90000"/>
            </a:lnSpc>
            <a:spcBef>
              <a:spcPct val="0"/>
            </a:spcBef>
            <a:spcAft>
              <a:spcPct val="35000"/>
            </a:spcAft>
            <a:buNone/>
          </a:pPr>
          <a:r>
            <a:rPr lang="en-US" sz="4300" kern="1200"/>
            <a:t>1</a:t>
          </a:r>
          <a:endParaRPr lang="en-US" sz="4300" kern="1200" dirty="0"/>
        </a:p>
      </dsp:txBody>
      <dsp:txXfrm>
        <a:off x="728924" y="437013"/>
        <a:ext cx="687172" cy="687172"/>
      </dsp:txXfrm>
    </dsp:sp>
    <dsp:sp modelId="{2D736B05-B42D-46EA-852B-C2BFDDD5591E}">
      <dsp:nvSpPr>
        <dsp:cNvPr id="0" name=""/>
        <dsp:cNvSpPr/>
      </dsp:nvSpPr>
      <dsp:spPr>
        <a:xfrm>
          <a:off x="7231" y="1432104"/>
          <a:ext cx="213055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061" tIns="165100" rIns="168061"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حفاظت با استفاده از عايق بندي قسمت هاي برق دار قابل دسترس</a:t>
          </a:r>
          <a:endParaRPr lang="en-US" sz="1800" b="0" i="0" u="none" kern="1200" dirty="0">
            <a:cs typeface="B Zar" panose="00000400000000000000" pitchFamily="2" charset="-78"/>
          </a:endParaRPr>
        </a:p>
        <a:p>
          <a:pPr marL="0" lvl="0" indent="0" algn="l" defTabSz="800100">
            <a:lnSpc>
              <a:spcPct val="90000"/>
            </a:lnSpc>
            <a:spcBef>
              <a:spcPct val="0"/>
            </a:spcBef>
            <a:spcAft>
              <a:spcPct val="35000"/>
            </a:spcAft>
            <a:buNone/>
          </a:pPr>
          <a:endParaRPr lang="en-US" sz="1600" kern="1200" dirty="0"/>
        </a:p>
      </dsp:txBody>
      <dsp:txXfrm>
        <a:off x="7231" y="1858215"/>
        <a:ext cx="2130557" cy="1723763"/>
      </dsp:txXfrm>
    </dsp:sp>
    <dsp:sp modelId="{69403660-B91F-4F31-9188-E4F56CDF83C4}">
      <dsp:nvSpPr>
        <dsp:cNvPr id="0" name=""/>
        <dsp:cNvSpPr/>
      </dsp:nvSpPr>
      <dsp:spPr>
        <a:xfrm>
          <a:off x="2374518" y="780564"/>
          <a:ext cx="2130557"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4561890" y="700981"/>
          <a:ext cx="108895" cy="204733"/>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2953893" y="294695"/>
          <a:ext cx="971808" cy="97180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712" tIns="37712" rIns="37712" bIns="37712" numCol="1" spcCol="1270" anchor="ctr" anchorCtr="0">
          <a:noAutofit/>
        </a:bodyPr>
        <a:lstStyle/>
        <a:p>
          <a:pPr marL="0" lvl="0" indent="0" algn="ctr" defTabSz="1911350">
            <a:lnSpc>
              <a:spcPct val="90000"/>
            </a:lnSpc>
            <a:spcBef>
              <a:spcPct val="0"/>
            </a:spcBef>
            <a:spcAft>
              <a:spcPct val="35000"/>
            </a:spcAft>
            <a:buNone/>
          </a:pPr>
          <a:r>
            <a:rPr lang="en-US" sz="4300" kern="1200"/>
            <a:t>2</a:t>
          </a:r>
          <a:endParaRPr lang="en-US" sz="4300" kern="1200" dirty="0"/>
        </a:p>
      </dsp:txBody>
      <dsp:txXfrm>
        <a:off x="3096211" y="437013"/>
        <a:ext cx="687172" cy="687172"/>
      </dsp:txXfrm>
    </dsp:sp>
    <dsp:sp modelId="{C988C04E-40E3-4D68-BF18-66EFFEEF4EB2}">
      <dsp:nvSpPr>
        <dsp:cNvPr id="0" name=""/>
        <dsp:cNvSpPr/>
      </dsp:nvSpPr>
      <dsp:spPr>
        <a:xfrm>
          <a:off x="2374518" y="1432104"/>
          <a:ext cx="213055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061" tIns="165100" rIns="168061"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حفاظت با استفاده از حصاركشي يا ايجاد موانع و يا استفاده از محفظه ها </a:t>
          </a:r>
          <a:endParaRPr lang="en-US" sz="1800" b="0" i="0" u="none" kern="1200" dirty="0">
            <a:cs typeface="B Zar" panose="00000400000000000000" pitchFamily="2" charset="-78"/>
          </a:endParaRPr>
        </a:p>
        <a:p>
          <a:pPr marL="0" lvl="0" indent="0" algn="l" defTabSz="800100">
            <a:lnSpc>
              <a:spcPct val="90000"/>
            </a:lnSpc>
            <a:spcBef>
              <a:spcPct val="0"/>
            </a:spcBef>
            <a:spcAft>
              <a:spcPct val="35000"/>
            </a:spcAft>
            <a:buNone/>
          </a:pPr>
          <a:endParaRPr lang="en-US" sz="1600" kern="1200" dirty="0"/>
        </a:p>
      </dsp:txBody>
      <dsp:txXfrm>
        <a:off x="2374518" y="1858215"/>
        <a:ext cx="2130557" cy="1723763"/>
      </dsp:txXfrm>
    </dsp:sp>
    <dsp:sp modelId="{E6547311-AF0E-4FCF-BDD0-47989B866E24}">
      <dsp:nvSpPr>
        <dsp:cNvPr id="0" name=""/>
        <dsp:cNvSpPr/>
      </dsp:nvSpPr>
      <dsp:spPr>
        <a:xfrm>
          <a:off x="4741804" y="780564"/>
          <a:ext cx="2130557"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6DFE2B-B7F2-4F30-B659-B552E321FADD}">
      <dsp:nvSpPr>
        <dsp:cNvPr id="0" name=""/>
        <dsp:cNvSpPr/>
      </dsp:nvSpPr>
      <dsp:spPr>
        <a:xfrm>
          <a:off x="6929177" y="700981"/>
          <a:ext cx="108895" cy="204733"/>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5321179" y="294695"/>
          <a:ext cx="971808" cy="97180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712" tIns="37712" rIns="37712" bIns="37712" numCol="1" spcCol="1270" anchor="ctr" anchorCtr="0">
          <a:noAutofit/>
        </a:bodyPr>
        <a:lstStyle/>
        <a:p>
          <a:pPr marL="0" lvl="0" indent="0" algn="ctr" defTabSz="1911350">
            <a:lnSpc>
              <a:spcPct val="90000"/>
            </a:lnSpc>
            <a:spcBef>
              <a:spcPct val="0"/>
            </a:spcBef>
            <a:spcAft>
              <a:spcPct val="35000"/>
            </a:spcAft>
            <a:buNone/>
          </a:pPr>
          <a:r>
            <a:rPr lang="en-US" sz="4300" kern="1200"/>
            <a:t>3</a:t>
          </a:r>
          <a:endParaRPr lang="en-US" sz="4300" kern="1200" dirty="0"/>
        </a:p>
      </dsp:txBody>
      <dsp:txXfrm>
        <a:off x="5463497" y="437013"/>
        <a:ext cx="687172" cy="687172"/>
      </dsp:txXfrm>
    </dsp:sp>
    <dsp:sp modelId="{D997FB1E-CF8D-4F5C-9E93-059F85035C01}">
      <dsp:nvSpPr>
        <dsp:cNvPr id="0" name=""/>
        <dsp:cNvSpPr/>
      </dsp:nvSpPr>
      <dsp:spPr>
        <a:xfrm>
          <a:off x="4741804" y="1432104"/>
          <a:ext cx="213055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061" tIns="165100" rIns="168061"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حفاظت با استقرار در خارج از محدوده دسترس </a:t>
          </a:r>
          <a:endParaRPr lang="en-US" sz="1800" b="0" i="0" u="none" kern="1200" dirty="0">
            <a:cs typeface="B Zar" panose="00000400000000000000" pitchFamily="2" charset="-78"/>
          </a:endParaRPr>
        </a:p>
        <a:p>
          <a:pPr marL="0" lvl="0" indent="0" algn="l" defTabSz="800100">
            <a:lnSpc>
              <a:spcPct val="90000"/>
            </a:lnSpc>
            <a:spcBef>
              <a:spcPct val="0"/>
            </a:spcBef>
            <a:spcAft>
              <a:spcPct val="35000"/>
            </a:spcAft>
            <a:buNone/>
          </a:pPr>
          <a:r>
            <a:rPr lang="en-US" sz="1600" b="0" i="0" u="none" kern="1200" dirty="0"/>
            <a:t>. </a:t>
          </a:r>
          <a:endParaRPr lang="en-US" sz="1600" kern="1200" dirty="0"/>
        </a:p>
      </dsp:txBody>
      <dsp:txXfrm>
        <a:off x="4741804" y="1858215"/>
        <a:ext cx="2130557" cy="1723763"/>
      </dsp:txXfrm>
    </dsp:sp>
    <dsp:sp modelId="{B301E9C0-66A8-4889-AB14-A827A90B7730}">
      <dsp:nvSpPr>
        <dsp:cNvPr id="0" name=""/>
        <dsp:cNvSpPr/>
      </dsp:nvSpPr>
      <dsp:spPr>
        <a:xfrm>
          <a:off x="7109091" y="780564"/>
          <a:ext cx="2130557"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20B667-F0A6-4456-B459-83C4807E6047}">
      <dsp:nvSpPr>
        <dsp:cNvPr id="0" name=""/>
        <dsp:cNvSpPr/>
      </dsp:nvSpPr>
      <dsp:spPr>
        <a:xfrm>
          <a:off x="9296463" y="700981"/>
          <a:ext cx="108895" cy="204733"/>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D1CCE4-82A5-468F-8BC5-15D0185DBB4E}">
      <dsp:nvSpPr>
        <dsp:cNvPr id="0" name=""/>
        <dsp:cNvSpPr/>
      </dsp:nvSpPr>
      <dsp:spPr>
        <a:xfrm>
          <a:off x="7688466" y="294695"/>
          <a:ext cx="971808" cy="97180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712" tIns="37712" rIns="37712" bIns="37712" numCol="1" spcCol="1270" anchor="ctr" anchorCtr="0">
          <a:noAutofit/>
        </a:bodyPr>
        <a:lstStyle/>
        <a:p>
          <a:pPr marL="0" lvl="0" indent="0" algn="ctr" defTabSz="1911350">
            <a:lnSpc>
              <a:spcPct val="90000"/>
            </a:lnSpc>
            <a:spcBef>
              <a:spcPct val="0"/>
            </a:spcBef>
            <a:spcAft>
              <a:spcPct val="35000"/>
            </a:spcAft>
            <a:buNone/>
          </a:pPr>
          <a:r>
            <a:rPr lang="en-US" sz="4300" kern="1200"/>
            <a:t>4</a:t>
          </a:r>
          <a:endParaRPr lang="en-US" sz="4300" kern="1200" dirty="0"/>
        </a:p>
      </dsp:txBody>
      <dsp:txXfrm>
        <a:off x="7830784" y="437013"/>
        <a:ext cx="687172" cy="687172"/>
      </dsp:txXfrm>
    </dsp:sp>
    <dsp:sp modelId="{12E9BEA5-B7F5-4B40-9B17-6A733AF73901}">
      <dsp:nvSpPr>
        <dsp:cNvPr id="0" name=""/>
        <dsp:cNvSpPr/>
      </dsp:nvSpPr>
      <dsp:spPr>
        <a:xfrm>
          <a:off x="7109091" y="1432104"/>
          <a:ext cx="213055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061" tIns="165100" rIns="168061" bIns="165100" numCol="1" spcCol="1270" anchor="t" anchorCtr="0">
          <a:noAutofit/>
        </a:bodyPr>
        <a:lstStyle/>
        <a:p>
          <a:pPr marL="0" lvl="0" indent="0" algn="ctr" defTabSz="711200">
            <a:lnSpc>
              <a:spcPct val="90000"/>
            </a:lnSpc>
            <a:spcBef>
              <a:spcPct val="0"/>
            </a:spcBef>
            <a:spcAft>
              <a:spcPct val="35000"/>
            </a:spcAft>
            <a:buNone/>
          </a:pPr>
          <a:r>
            <a:rPr lang="ar-SA" sz="1600" b="0" i="0" u="none" kern="1200" dirty="0">
              <a:cs typeface="B Zar" panose="00000400000000000000" pitchFamily="2" charset="-78"/>
            </a:rPr>
            <a:t>محدود كردن جرياني كه ممكن است از بدن عبور كند به ميزاني كمتر از جريان برق گرفتگي</a:t>
          </a:r>
          <a:endParaRPr lang="en-US" sz="1600" b="0" i="0" u="none" kern="1200" dirty="0">
            <a:cs typeface="B Zar" panose="00000400000000000000" pitchFamily="2" charset="-78"/>
          </a:endParaRPr>
        </a:p>
        <a:p>
          <a:pPr marL="0" lvl="0" indent="0" algn="l" defTabSz="711200">
            <a:lnSpc>
              <a:spcPct val="90000"/>
            </a:lnSpc>
            <a:spcBef>
              <a:spcPct val="0"/>
            </a:spcBef>
            <a:spcAft>
              <a:spcPct val="35000"/>
            </a:spcAft>
            <a:buNone/>
          </a:pPr>
          <a:endParaRPr lang="en-US" sz="1600" kern="1200" dirty="0"/>
        </a:p>
      </dsp:txBody>
      <dsp:txXfrm>
        <a:off x="7109091" y="1858215"/>
        <a:ext cx="2130557" cy="1723763"/>
      </dsp:txXfrm>
    </dsp:sp>
    <dsp:sp modelId="{98FC13F5-E633-4E1D-AC5F-6F956633F8CC}">
      <dsp:nvSpPr>
        <dsp:cNvPr id="0" name=""/>
        <dsp:cNvSpPr/>
      </dsp:nvSpPr>
      <dsp:spPr>
        <a:xfrm>
          <a:off x="9476377" y="780563"/>
          <a:ext cx="1065278"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0815D7-3BD6-44D4-A32A-A6FD819154DF}">
      <dsp:nvSpPr>
        <dsp:cNvPr id="0" name=""/>
        <dsp:cNvSpPr/>
      </dsp:nvSpPr>
      <dsp:spPr>
        <a:xfrm>
          <a:off x="10055752" y="294695"/>
          <a:ext cx="971808" cy="97180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712" tIns="37712" rIns="37712" bIns="37712" numCol="1" spcCol="1270" anchor="ctr" anchorCtr="0">
          <a:noAutofit/>
        </a:bodyPr>
        <a:lstStyle/>
        <a:p>
          <a:pPr marL="0" lvl="0" indent="0" algn="ctr" defTabSz="1911350">
            <a:lnSpc>
              <a:spcPct val="90000"/>
            </a:lnSpc>
            <a:spcBef>
              <a:spcPct val="0"/>
            </a:spcBef>
            <a:spcAft>
              <a:spcPct val="35000"/>
            </a:spcAft>
            <a:buNone/>
          </a:pPr>
          <a:r>
            <a:rPr lang="en-US" sz="4300" kern="1200"/>
            <a:t>5</a:t>
          </a:r>
          <a:endParaRPr lang="en-US" sz="4300" kern="1200" dirty="0"/>
        </a:p>
      </dsp:txBody>
      <dsp:txXfrm>
        <a:off x="10198070" y="437013"/>
        <a:ext cx="687172" cy="687172"/>
      </dsp:txXfrm>
    </dsp:sp>
    <dsp:sp modelId="{B116FA97-1FAE-40A9-8C85-DB8F4C91EF7C}">
      <dsp:nvSpPr>
        <dsp:cNvPr id="0" name=""/>
        <dsp:cNvSpPr/>
      </dsp:nvSpPr>
      <dsp:spPr>
        <a:xfrm>
          <a:off x="9476377" y="1432104"/>
          <a:ext cx="213055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061" tIns="165100" rIns="168061"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استفاده از كليد جريان باقيمانده</a:t>
          </a:r>
          <a:r>
            <a:rPr lang="fa-IR" sz="1800" b="0" i="0" u="none" kern="1200" dirty="0">
              <a:cs typeface="B Zar" panose="00000400000000000000" pitchFamily="2" charset="-78"/>
            </a:rPr>
            <a:t> </a:t>
          </a:r>
          <a:r>
            <a:rPr lang="en-US" sz="1800" b="0" i="0" u="none" kern="1200" dirty="0">
              <a:cs typeface="B Zar" panose="00000400000000000000" pitchFamily="2" charset="-78"/>
            </a:rPr>
            <a:t>RCD</a:t>
          </a:r>
          <a:r>
            <a:rPr lang="ar-SA" sz="1800" b="0" i="0" u="none" kern="1200" dirty="0">
              <a:cs typeface="B Zar" panose="00000400000000000000" pitchFamily="2" charset="-78"/>
            </a:rPr>
            <a:t>به عنوان حفاظت اضافي </a:t>
          </a:r>
          <a:endParaRPr lang="en-US" sz="1800" kern="1200" dirty="0">
            <a:cs typeface="B Zar" panose="00000400000000000000" pitchFamily="2" charset="-78"/>
          </a:endParaRPr>
        </a:p>
      </dsp:txBody>
      <dsp:txXfrm>
        <a:off x="9476377" y="1858215"/>
        <a:ext cx="2130557" cy="17237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2731638" y="760286"/>
          <a:ext cx="2185311"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5048068" y="642385"/>
          <a:ext cx="251310" cy="300619"/>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1698152" y="0"/>
          <a:ext cx="1520643" cy="152064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09" tIns="59009" rIns="59009" bIns="59009" numCol="1" spcCol="1270" anchor="ctr" anchorCtr="0">
          <a:noAutofit/>
        </a:bodyPr>
        <a:lstStyle/>
        <a:p>
          <a:pPr marL="0" lvl="0" indent="0" algn="ctr" defTabSz="2667000">
            <a:lnSpc>
              <a:spcPct val="90000"/>
            </a:lnSpc>
            <a:spcBef>
              <a:spcPct val="0"/>
            </a:spcBef>
            <a:spcAft>
              <a:spcPct val="35000"/>
            </a:spcAft>
            <a:buNone/>
          </a:pPr>
          <a:r>
            <a:rPr lang="en-US" sz="6000" kern="1200"/>
            <a:t>1</a:t>
          </a:r>
          <a:endParaRPr lang="en-US" sz="6000" kern="1200" dirty="0"/>
        </a:p>
      </dsp:txBody>
      <dsp:txXfrm>
        <a:off x="1920845" y="222693"/>
        <a:ext cx="1075257" cy="1075257"/>
      </dsp:txXfrm>
    </dsp:sp>
    <dsp:sp modelId="{2D736B05-B42D-46EA-852B-C2BFDDD5591E}">
      <dsp:nvSpPr>
        <dsp:cNvPr id="0" name=""/>
        <dsp:cNvSpPr/>
      </dsp:nvSpPr>
      <dsp:spPr>
        <a:xfrm>
          <a:off x="0" y="1629389"/>
          <a:ext cx="4916949" cy="219187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7854" tIns="165100" rIns="387854" bIns="165100" numCol="1" spcCol="1270" anchor="t" anchorCtr="0">
          <a:noAutofit/>
        </a:bodyPr>
        <a:lstStyle/>
        <a:p>
          <a:pPr marL="0" lvl="0" indent="0" algn="ctr" defTabSz="889000">
            <a:lnSpc>
              <a:spcPct val="90000"/>
            </a:lnSpc>
            <a:spcBef>
              <a:spcPct val="0"/>
            </a:spcBef>
            <a:spcAft>
              <a:spcPct val="35000"/>
            </a:spcAft>
            <a:buNone/>
          </a:pPr>
          <a:r>
            <a:rPr lang="ar-SA" sz="2000" b="0" i="0" u="none" kern="1200" dirty="0">
              <a:cs typeface="B Zar" panose="00000400000000000000" pitchFamily="2" charset="-78"/>
            </a:rPr>
            <a:t>در ساختمان هاي با طول مسير قائم حركت بيش از 7 متر از كف ورودي اصلي (معمولا بيش از سه طبقه)، تعبيه آسانسور الزامي ميباشد</a:t>
          </a:r>
          <a:endParaRPr lang="fa-IR" sz="20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20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2400" kern="1200" dirty="0">
            <a:cs typeface="B Zar" panose="00000400000000000000" pitchFamily="2" charset="-78"/>
          </a:endParaRPr>
        </a:p>
      </dsp:txBody>
      <dsp:txXfrm>
        <a:off x="0" y="2067764"/>
        <a:ext cx="4916949" cy="1753500"/>
      </dsp:txXfrm>
    </dsp:sp>
    <dsp:sp modelId="{69403660-B91F-4F31-9188-E4F56CDF83C4}">
      <dsp:nvSpPr>
        <dsp:cNvPr id="0" name=""/>
        <dsp:cNvSpPr/>
      </dsp:nvSpPr>
      <dsp:spPr>
        <a:xfrm>
          <a:off x="5463277" y="766977"/>
          <a:ext cx="2458474" cy="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7161430" y="6688"/>
          <a:ext cx="1520643" cy="152064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09" tIns="59009" rIns="59009" bIns="59009" numCol="1" spcCol="1270" anchor="ctr" anchorCtr="0">
          <a:noAutofit/>
        </a:bodyPr>
        <a:lstStyle/>
        <a:p>
          <a:pPr marL="0" lvl="0" indent="0" algn="ctr" defTabSz="2667000">
            <a:lnSpc>
              <a:spcPct val="90000"/>
            </a:lnSpc>
            <a:spcBef>
              <a:spcPct val="0"/>
            </a:spcBef>
            <a:spcAft>
              <a:spcPct val="35000"/>
            </a:spcAft>
            <a:buNone/>
          </a:pPr>
          <a:r>
            <a:rPr lang="en-US" sz="6000" kern="1200"/>
            <a:t>2</a:t>
          </a:r>
          <a:endParaRPr lang="en-US" sz="6000" kern="1200" dirty="0"/>
        </a:p>
      </dsp:txBody>
      <dsp:txXfrm>
        <a:off x="7384123" y="229381"/>
        <a:ext cx="1075257" cy="1075257"/>
      </dsp:txXfrm>
    </dsp:sp>
    <dsp:sp modelId="{C988C04E-40E3-4D68-BF18-66EFFEEF4EB2}">
      <dsp:nvSpPr>
        <dsp:cNvPr id="0" name=""/>
        <dsp:cNvSpPr/>
      </dsp:nvSpPr>
      <dsp:spPr>
        <a:xfrm>
          <a:off x="5463277" y="1684800"/>
          <a:ext cx="4916949" cy="219187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7854" tIns="165100" rIns="387854" bIns="165100" numCol="1" spcCol="1270" anchor="t" anchorCtr="0">
          <a:noAutofit/>
        </a:bodyPr>
        <a:lstStyle/>
        <a:p>
          <a:pPr marL="0" lvl="0" indent="0" algn="ctr" defTabSz="889000">
            <a:lnSpc>
              <a:spcPct val="90000"/>
            </a:lnSpc>
            <a:spcBef>
              <a:spcPct val="0"/>
            </a:spcBef>
            <a:spcAft>
              <a:spcPct val="35000"/>
            </a:spcAft>
            <a:buNone/>
          </a:pPr>
          <a:r>
            <a:rPr lang="ar-SA" sz="2000" b="0" i="0" u="none" kern="1200" dirty="0">
              <a:cs typeface="B Zar" panose="00000400000000000000" pitchFamily="2" charset="-78"/>
            </a:rPr>
            <a:t>تبصره: در ساختمان هاي غيرمسكوني طول مسير قائم حركت از كف پايين ترين طبقه تا كف بالاترين طبقه محاسبه ميشود</a:t>
          </a:r>
          <a:endParaRPr lang="en-US" sz="20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2000" kern="1200" dirty="0">
            <a:cs typeface="B Zar" panose="00000400000000000000" pitchFamily="2" charset="-78"/>
          </a:endParaRPr>
        </a:p>
      </dsp:txBody>
      <dsp:txXfrm>
        <a:off x="5463277" y="2123175"/>
        <a:ext cx="4916949" cy="17535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2731638" y="760286"/>
          <a:ext cx="2185311"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5048068" y="642385"/>
          <a:ext cx="251310" cy="300619"/>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1698152" y="0"/>
          <a:ext cx="1520643" cy="152064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09" tIns="59009" rIns="59009" bIns="59009" numCol="1" spcCol="1270" anchor="ctr" anchorCtr="0">
          <a:noAutofit/>
        </a:bodyPr>
        <a:lstStyle/>
        <a:p>
          <a:pPr marL="0" lvl="0" indent="0" algn="ctr" defTabSz="2667000">
            <a:lnSpc>
              <a:spcPct val="90000"/>
            </a:lnSpc>
            <a:spcBef>
              <a:spcPct val="0"/>
            </a:spcBef>
            <a:spcAft>
              <a:spcPct val="35000"/>
            </a:spcAft>
            <a:buNone/>
          </a:pPr>
          <a:r>
            <a:rPr lang="en-US" sz="6000" kern="1200"/>
            <a:t>1</a:t>
          </a:r>
          <a:endParaRPr lang="en-US" sz="6000" kern="1200" dirty="0"/>
        </a:p>
      </dsp:txBody>
      <dsp:txXfrm>
        <a:off x="1920845" y="222693"/>
        <a:ext cx="1075257" cy="1075257"/>
      </dsp:txXfrm>
    </dsp:sp>
    <dsp:sp modelId="{2D736B05-B42D-46EA-852B-C2BFDDD5591E}">
      <dsp:nvSpPr>
        <dsp:cNvPr id="0" name=""/>
        <dsp:cNvSpPr/>
      </dsp:nvSpPr>
      <dsp:spPr>
        <a:xfrm>
          <a:off x="0" y="1629389"/>
          <a:ext cx="4916949" cy="219187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7854" tIns="165100" rIns="387854" bIns="165100" numCol="1" spcCol="1270" anchor="t" anchorCtr="0">
          <a:noAutofit/>
        </a:bodyPr>
        <a:lstStyle/>
        <a:p>
          <a:pPr marL="0" lvl="0" indent="0" algn="ctr" defTabSz="889000">
            <a:lnSpc>
              <a:spcPct val="90000"/>
            </a:lnSpc>
            <a:spcBef>
              <a:spcPct val="0"/>
            </a:spcBef>
            <a:spcAft>
              <a:spcPct val="35000"/>
            </a:spcAft>
            <a:buNone/>
          </a:pPr>
          <a:r>
            <a:rPr lang="ar-SA" sz="2000" b="0" i="0" u="none" kern="1200" dirty="0">
              <a:cs typeface="B Zar" panose="00000400000000000000" pitchFamily="2" charset="-78"/>
            </a:rPr>
            <a:t>در كليه ساختمان هاي با طول مسير حركت بيش از 21 متر از كف ورودي اصلي، لازم است حداقل يك دستگاه آسانسور مناسب حمل بيمار (برانكارد بر) تعبيه شود. </a:t>
          </a:r>
          <a:endParaRPr lang="en-US" sz="20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20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2400" kern="1200" dirty="0">
            <a:cs typeface="B Zar" panose="00000400000000000000" pitchFamily="2" charset="-78"/>
          </a:endParaRPr>
        </a:p>
      </dsp:txBody>
      <dsp:txXfrm>
        <a:off x="0" y="2067764"/>
        <a:ext cx="4916949" cy="1753500"/>
      </dsp:txXfrm>
    </dsp:sp>
    <dsp:sp modelId="{69403660-B91F-4F31-9188-E4F56CDF83C4}">
      <dsp:nvSpPr>
        <dsp:cNvPr id="0" name=""/>
        <dsp:cNvSpPr/>
      </dsp:nvSpPr>
      <dsp:spPr>
        <a:xfrm>
          <a:off x="5463277" y="766977"/>
          <a:ext cx="2458474" cy="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7161430" y="6688"/>
          <a:ext cx="1520643" cy="152064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09" tIns="59009" rIns="59009" bIns="59009" numCol="1" spcCol="1270" anchor="ctr" anchorCtr="0">
          <a:noAutofit/>
        </a:bodyPr>
        <a:lstStyle/>
        <a:p>
          <a:pPr marL="0" lvl="0" indent="0" algn="ctr" defTabSz="2667000">
            <a:lnSpc>
              <a:spcPct val="90000"/>
            </a:lnSpc>
            <a:spcBef>
              <a:spcPct val="0"/>
            </a:spcBef>
            <a:spcAft>
              <a:spcPct val="35000"/>
            </a:spcAft>
            <a:buNone/>
          </a:pPr>
          <a:r>
            <a:rPr lang="en-US" sz="6000" kern="1200"/>
            <a:t>2</a:t>
          </a:r>
          <a:endParaRPr lang="en-US" sz="6000" kern="1200" dirty="0"/>
        </a:p>
      </dsp:txBody>
      <dsp:txXfrm>
        <a:off x="7384123" y="229381"/>
        <a:ext cx="1075257" cy="1075257"/>
      </dsp:txXfrm>
    </dsp:sp>
    <dsp:sp modelId="{C988C04E-40E3-4D68-BF18-66EFFEEF4EB2}">
      <dsp:nvSpPr>
        <dsp:cNvPr id="0" name=""/>
        <dsp:cNvSpPr/>
      </dsp:nvSpPr>
      <dsp:spPr>
        <a:xfrm>
          <a:off x="5463277" y="1684800"/>
          <a:ext cx="4916949" cy="219187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7854" tIns="165100" rIns="387854"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در ساختمان هاي 8 طبقه يا ساختمان هاي با طول مسير حركت 28 متر و بيشتراز كف ورودي اصلي، بايد حداقل دو دستگاه آسانسور پيشبيني گردد، حتي اگر از نظر محاسبات تعداد و ظرفيت، يك دستگاه آسانسور كفايت نمايد.</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2000" kern="1200" dirty="0">
            <a:cs typeface="B Zar" panose="00000400000000000000" pitchFamily="2" charset="-78"/>
          </a:endParaRPr>
        </a:p>
      </dsp:txBody>
      <dsp:txXfrm>
        <a:off x="5463277" y="2123175"/>
        <a:ext cx="4916949" cy="17535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314450" y="548100"/>
          <a:ext cx="105156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2429103" y="459804"/>
          <a:ext cx="120929" cy="22713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6348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1</a:t>
          </a:r>
          <a:endParaRPr lang="en-US" sz="4900" kern="1200" dirty="0"/>
        </a:p>
      </dsp:txBody>
      <dsp:txXfrm>
        <a:off x="795413" y="160545"/>
        <a:ext cx="775182" cy="775182"/>
      </dsp:txXfrm>
    </dsp:sp>
    <dsp:sp modelId="{2D736B05-B42D-46EA-852B-C2BFDDD5591E}">
      <dsp:nvSpPr>
        <dsp:cNvPr id="0" name=""/>
        <dsp:cNvSpPr/>
      </dsp:nvSpPr>
      <dsp:spPr>
        <a:xfrm>
          <a:off x="0" y="1195769"/>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89000">
            <a:lnSpc>
              <a:spcPct val="90000"/>
            </a:lnSpc>
            <a:spcBef>
              <a:spcPct val="0"/>
            </a:spcBef>
            <a:spcAft>
              <a:spcPct val="35000"/>
            </a:spcAft>
            <a:buNone/>
          </a:pPr>
          <a:r>
            <a:rPr lang="ar-SA" sz="2000" b="0" i="0" u="none" kern="1200" dirty="0">
              <a:cs typeface="B Zar" panose="00000400000000000000" pitchFamily="2" charset="-78"/>
            </a:rPr>
            <a:t>لوازم بهداشتي بايد از مصالح چگال، بادوام و نفوذ ناپذير در برابر آب ساخته شود</a:t>
          </a:r>
          <a:r>
            <a:rPr lang="ar-SA" sz="2400" b="0" i="0" u="none" kern="1200" dirty="0">
              <a:cs typeface="B Zar" panose="00000400000000000000" pitchFamily="2" charset="-78"/>
            </a:rPr>
            <a:t>. </a:t>
          </a:r>
          <a:endParaRPr lang="en-US" sz="24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2400" kern="1200" dirty="0">
            <a:cs typeface="B Zar" panose="00000400000000000000" pitchFamily="2" charset="-78"/>
          </a:endParaRPr>
        </a:p>
      </dsp:txBody>
      <dsp:txXfrm>
        <a:off x="0" y="1668971"/>
        <a:ext cx="2366010" cy="2141600"/>
      </dsp:txXfrm>
    </dsp:sp>
    <dsp:sp modelId="{69403660-B91F-4F31-9188-E4F56CDF83C4}">
      <dsp:nvSpPr>
        <dsp:cNvPr id="0" name=""/>
        <dsp:cNvSpPr/>
      </dsp:nvSpPr>
      <dsp:spPr>
        <a:xfrm>
          <a:off x="2628900" y="548100"/>
          <a:ext cx="236601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5058003" y="459804"/>
          <a:ext cx="120929" cy="22713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32637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2</a:t>
          </a:r>
          <a:endParaRPr lang="en-US" sz="4900" kern="1200" dirty="0"/>
        </a:p>
      </dsp:txBody>
      <dsp:txXfrm>
        <a:off x="3424313" y="160545"/>
        <a:ext cx="775182" cy="775182"/>
      </dsp:txXfrm>
    </dsp:sp>
    <dsp:sp modelId="{C988C04E-40E3-4D68-BF18-66EFFEEF4EB2}">
      <dsp:nvSpPr>
        <dsp:cNvPr id="0" name=""/>
        <dsp:cNvSpPr/>
      </dsp:nvSpPr>
      <dsp:spPr>
        <a:xfrm>
          <a:off x="2628900" y="1261872"/>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711200">
            <a:lnSpc>
              <a:spcPct val="90000"/>
            </a:lnSpc>
            <a:spcBef>
              <a:spcPct val="0"/>
            </a:spcBef>
            <a:spcAft>
              <a:spcPct val="35000"/>
            </a:spcAft>
            <a:buNone/>
          </a:pPr>
          <a:r>
            <a:rPr lang="ar-SA" sz="1600" b="0" i="0" u="none" kern="1200" dirty="0">
              <a:cs typeface="B Zar" panose="00000400000000000000" pitchFamily="2" charset="-78"/>
            </a:rPr>
            <a:t>سطوح داخلي و خـارجي لـوازم بهداشـتي بايـد صـاف و بـدون منفـذ باشـد و پـس از نصـب، قسمتهايي از اين سطوح بي جهت پنهان نشود و يا توكار قرار نگيرد.</a:t>
          </a:r>
          <a:endParaRPr lang="en-US" sz="1600" b="0" i="0" u="none" kern="1200" dirty="0">
            <a:cs typeface="B Zar" panose="00000400000000000000" pitchFamily="2" charset="-78"/>
          </a:endParaRPr>
        </a:p>
        <a:p>
          <a:pPr marL="0" lvl="0" indent="0" algn="ctr" defTabSz="711200">
            <a:lnSpc>
              <a:spcPct val="90000"/>
            </a:lnSpc>
            <a:spcBef>
              <a:spcPct val="0"/>
            </a:spcBef>
            <a:spcAft>
              <a:spcPct val="35000"/>
            </a:spcAft>
            <a:buNone/>
          </a:pPr>
          <a:endParaRPr lang="en-US" sz="2000" kern="1200" dirty="0">
            <a:cs typeface="B Zar" panose="00000400000000000000" pitchFamily="2" charset="-78"/>
          </a:endParaRPr>
        </a:p>
      </dsp:txBody>
      <dsp:txXfrm>
        <a:off x="2628900" y="1735074"/>
        <a:ext cx="2366010" cy="2141600"/>
      </dsp:txXfrm>
    </dsp:sp>
    <dsp:sp modelId="{E6547311-AF0E-4FCF-BDD0-47989B866E24}">
      <dsp:nvSpPr>
        <dsp:cNvPr id="0" name=""/>
        <dsp:cNvSpPr/>
      </dsp:nvSpPr>
      <dsp:spPr>
        <a:xfrm>
          <a:off x="5257800" y="548100"/>
          <a:ext cx="236601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6DFE2B-B7F2-4F30-B659-B552E321FADD}">
      <dsp:nvSpPr>
        <dsp:cNvPr id="0" name=""/>
        <dsp:cNvSpPr/>
      </dsp:nvSpPr>
      <dsp:spPr>
        <a:xfrm>
          <a:off x="7686903" y="459804"/>
          <a:ext cx="120929" cy="22713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58926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3</a:t>
          </a:r>
          <a:endParaRPr lang="en-US" sz="4900" kern="1200" dirty="0"/>
        </a:p>
      </dsp:txBody>
      <dsp:txXfrm>
        <a:off x="6053213" y="160545"/>
        <a:ext cx="775182" cy="775182"/>
      </dsp:txXfrm>
    </dsp:sp>
    <dsp:sp modelId="{D997FB1E-CF8D-4F5C-9E93-059F85035C01}">
      <dsp:nvSpPr>
        <dsp:cNvPr id="0" name=""/>
        <dsp:cNvSpPr/>
      </dsp:nvSpPr>
      <dsp:spPr>
        <a:xfrm>
          <a:off x="5257800" y="1261872"/>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89000">
            <a:lnSpc>
              <a:spcPct val="90000"/>
            </a:lnSpc>
            <a:spcBef>
              <a:spcPct val="0"/>
            </a:spcBef>
            <a:spcAft>
              <a:spcPct val="35000"/>
            </a:spcAft>
            <a:buNone/>
          </a:pPr>
          <a:r>
            <a:rPr lang="ar-SA" sz="2000" b="0" i="0" u="none" kern="1200" dirty="0">
              <a:cs typeface="B Zar" panose="00000400000000000000" pitchFamily="2" charset="-78"/>
            </a:rPr>
            <a:t>لوازم بهداشتي چيني بايد مقاوم در برابر مواد شوينده اسيدي باشد.</a:t>
          </a:r>
          <a:endParaRPr lang="en-US" sz="20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2400" kern="1200" dirty="0">
            <a:cs typeface="B Zar" panose="00000400000000000000" pitchFamily="2" charset="-78"/>
          </a:endParaRPr>
        </a:p>
      </dsp:txBody>
      <dsp:txXfrm>
        <a:off x="5257800" y="1735074"/>
        <a:ext cx="2366010" cy="2141600"/>
      </dsp:txXfrm>
    </dsp:sp>
    <dsp:sp modelId="{B301E9C0-66A8-4889-AB14-A827A90B7730}">
      <dsp:nvSpPr>
        <dsp:cNvPr id="0" name=""/>
        <dsp:cNvSpPr/>
      </dsp:nvSpPr>
      <dsp:spPr>
        <a:xfrm>
          <a:off x="7886700" y="548100"/>
          <a:ext cx="1183005"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D1CCE4-82A5-468F-8BC5-15D0185DBB4E}">
      <dsp:nvSpPr>
        <dsp:cNvPr id="0" name=""/>
        <dsp:cNvSpPr/>
      </dsp:nvSpPr>
      <dsp:spPr>
        <a:xfrm>
          <a:off x="8521568" y="0"/>
          <a:ext cx="1096272" cy="109627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1" tIns="42541" rIns="42541" bIns="42541" numCol="1" spcCol="1270" anchor="ctr" anchorCtr="0">
          <a:noAutofit/>
        </a:bodyPr>
        <a:lstStyle/>
        <a:p>
          <a:pPr marL="0" lvl="0" indent="0" algn="ctr" defTabSz="2178050">
            <a:lnSpc>
              <a:spcPct val="90000"/>
            </a:lnSpc>
            <a:spcBef>
              <a:spcPct val="0"/>
            </a:spcBef>
            <a:spcAft>
              <a:spcPct val="35000"/>
            </a:spcAft>
            <a:buNone/>
          </a:pPr>
          <a:r>
            <a:rPr lang="en-US" sz="4900" kern="1200"/>
            <a:t>4</a:t>
          </a:r>
          <a:endParaRPr lang="en-US" sz="4900" kern="1200" dirty="0"/>
        </a:p>
      </dsp:txBody>
      <dsp:txXfrm>
        <a:off x="8682113" y="160545"/>
        <a:ext cx="775182" cy="775182"/>
      </dsp:txXfrm>
    </dsp:sp>
    <dsp:sp modelId="{12E9BEA5-B7F5-4B40-9B17-6A733AF73901}">
      <dsp:nvSpPr>
        <dsp:cNvPr id="0" name=""/>
        <dsp:cNvSpPr/>
      </dsp:nvSpPr>
      <dsp:spPr>
        <a:xfrm>
          <a:off x="7886700" y="1261872"/>
          <a:ext cx="2366010" cy="2614802"/>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ctr" defTabSz="889000">
            <a:lnSpc>
              <a:spcPct val="90000"/>
            </a:lnSpc>
            <a:spcBef>
              <a:spcPct val="0"/>
            </a:spcBef>
            <a:spcAft>
              <a:spcPct val="35000"/>
            </a:spcAft>
            <a:buNone/>
          </a:pPr>
          <a:r>
            <a:rPr lang="ar-SA" sz="2000" b="0" i="0" u="none" kern="1200" dirty="0">
              <a:cs typeface="B Zar" panose="00000400000000000000" pitchFamily="2" charset="-78"/>
            </a:rPr>
            <a:t>استفاده از لوازم بهداشتي كار كرده و دست دوم، آسيب ديده و معيوب مجاز نيست. </a:t>
          </a:r>
          <a:endParaRPr lang="en-US" sz="2000" b="0" i="0" u="none" kern="1200" dirty="0">
            <a:cs typeface="B Zar" panose="00000400000000000000" pitchFamily="2" charset="-78"/>
          </a:endParaRPr>
        </a:p>
        <a:p>
          <a:pPr marL="0" lvl="0" indent="0" algn="ctr" defTabSz="889000">
            <a:lnSpc>
              <a:spcPct val="90000"/>
            </a:lnSpc>
            <a:spcBef>
              <a:spcPct val="0"/>
            </a:spcBef>
            <a:spcAft>
              <a:spcPct val="35000"/>
            </a:spcAft>
            <a:buNone/>
          </a:pPr>
          <a:endParaRPr lang="en-US" sz="1800" kern="1200" dirty="0">
            <a:cs typeface="B Zar" panose="00000400000000000000" pitchFamily="2" charset="-78"/>
          </a:endParaRPr>
        </a:p>
      </dsp:txBody>
      <dsp:txXfrm>
        <a:off x="7886700" y="1735074"/>
        <a:ext cx="2366010" cy="21416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924078" y="959539"/>
          <a:ext cx="1530283"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3546179" y="830905"/>
          <a:ext cx="175982" cy="33067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905632" y="132414"/>
          <a:ext cx="1654321" cy="1654321"/>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197" tIns="64197" rIns="64197" bIns="64197" numCol="1" spcCol="1270" anchor="ctr" anchorCtr="0">
          <a:noAutofit/>
        </a:bodyPr>
        <a:lstStyle/>
        <a:p>
          <a:pPr marL="0" lvl="0" indent="0" algn="ctr" defTabSz="2667000">
            <a:lnSpc>
              <a:spcPct val="90000"/>
            </a:lnSpc>
            <a:spcBef>
              <a:spcPct val="0"/>
            </a:spcBef>
            <a:spcAft>
              <a:spcPct val="35000"/>
            </a:spcAft>
            <a:buNone/>
          </a:pPr>
          <a:r>
            <a:rPr lang="en-US" sz="6000" kern="1200"/>
            <a:t>1</a:t>
          </a:r>
          <a:endParaRPr lang="en-US" sz="6000" kern="1200" dirty="0"/>
        </a:p>
      </dsp:txBody>
      <dsp:txXfrm>
        <a:off x="1147902" y="374684"/>
        <a:ext cx="1169781" cy="1169781"/>
      </dsp:txXfrm>
    </dsp:sp>
    <dsp:sp modelId="{2D736B05-B42D-46EA-852B-C2BFDDD5591E}">
      <dsp:nvSpPr>
        <dsp:cNvPr id="0" name=""/>
        <dsp:cNvSpPr/>
      </dsp:nvSpPr>
      <dsp:spPr>
        <a:xfrm>
          <a:off x="6610" y="1911705"/>
          <a:ext cx="3443137"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599" tIns="165100" rIns="271599" bIns="165100" numCol="1" spcCol="1270" anchor="t" anchorCtr="0">
          <a:noAutofit/>
        </a:bodyPr>
        <a:lstStyle/>
        <a:p>
          <a:pPr marL="0" lvl="0" indent="0" algn="ctr" defTabSz="711200">
            <a:lnSpc>
              <a:spcPct val="90000"/>
            </a:lnSpc>
            <a:spcBef>
              <a:spcPct val="0"/>
            </a:spcBef>
            <a:spcAft>
              <a:spcPct val="35000"/>
            </a:spcAft>
            <a:buNone/>
          </a:pPr>
          <a:r>
            <a:rPr lang="ar-SA" sz="1600" b="0" i="0" u="none" kern="1200" dirty="0">
              <a:cs typeface="B Zar" panose="00000400000000000000" pitchFamily="2" charset="-78"/>
            </a:rPr>
            <a:t>نگهدارنده هاي لوله هـا و سـيني هـاي كابـل بايـد اسـتحكام لازم جهـت تحمـل تكانه هاي ناشي از انفجار را داشته باشند. </a:t>
          </a:r>
          <a:endParaRPr lang="en-US" sz="1800" kern="1200" dirty="0">
            <a:cs typeface="B Zar" panose="00000400000000000000" pitchFamily="2" charset="-78"/>
          </a:endParaRPr>
        </a:p>
      </dsp:txBody>
      <dsp:txXfrm>
        <a:off x="6610" y="2304825"/>
        <a:ext cx="3443137" cy="1572480"/>
      </dsp:txXfrm>
    </dsp:sp>
    <dsp:sp modelId="{69403660-B91F-4F31-9188-E4F56CDF83C4}">
      <dsp:nvSpPr>
        <dsp:cNvPr id="0" name=""/>
        <dsp:cNvSpPr/>
      </dsp:nvSpPr>
      <dsp:spPr>
        <a:xfrm>
          <a:off x="3836932" y="960014"/>
          <a:ext cx="3443137"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7371887" y="831307"/>
          <a:ext cx="175982" cy="331052"/>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4730871" y="132419"/>
          <a:ext cx="1655260" cy="165526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233" tIns="64233" rIns="64233" bIns="64233" numCol="1" spcCol="1270" anchor="ctr" anchorCtr="0">
          <a:noAutofit/>
        </a:bodyPr>
        <a:lstStyle/>
        <a:p>
          <a:pPr marL="0" lvl="0" indent="0" algn="ctr" defTabSz="2667000">
            <a:lnSpc>
              <a:spcPct val="90000"/>
            </a:lnSpc>
            <a:spcBef>
              <a:spcPct val="0"/>
            </a:spcBef>
            <a:spcAft>
              <a:spcPct val="35000"/>
            </a:spcAft>
            <a:buNone/>
          </a:pPr>
          <a:r>
            <a:rPr lang="en-US" sz="6000" kern="1200"/>
            <a:t>2</a:t>
          </a:r>
          <a:endParaRPr lang="en-US" sz="6000" kern="1200" dirty="0"/>
        </a:p>
      </dsp:txBody>
      <dsp:txXfrm>
        <a:off x="4973278" y="374826"/>
        <a:ext cx="1170446" cy="1170446"/>
      </dsp:txXfrm>
    </dsp:sp>
    <dsp:sp modelId="{C988C04E-40E3-4D68-BF18-66EFFEEF4EB2}">
      <dsp:nvSpPr>
        <dsp:cNvPr id="0" name=""/>
        <dsp:cNvSpPr/>
      </dsp:nvSpPr>
      <dsp:spPr>
        <a:xfrm>
          <a:off x="3836932" y="1962439"/>
          <a:ext cx="3443137"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599" tIns="165100" rIns="271599" bIns="165100" numCol="1" spcCol="1270" anchor="t" anchorCtr="0">
          <a:noAutofit/>
        </a:bodyPr>
        <a:lstStyle/>
        <a:p>
          <a:pPr marL="0" lvl="0" indent="0" algn="ctr" defTabSz="622300">
            <a:lnSpc>
              <a:spcPct val="90000"/>
            </a:lnSpc>
            <a:spcBef>
              <a:spcPct val="0"/>
            </a:spcBef>
            <a:spcAft>
              <a:spcPct val="35000"/>
            </a:spcAft>
            <a:buNone/>
          </a:pPr>
          <a:r>
            <a:rPr lang="ar-SA" sz="1400" b="0" i="0" u="none" kern="1200" dirty="0">
              <a:cs typeface="B Zar" panose="00000400000000000000" pitchFamily="2" charset="-78"/>
            </a:rPr>
            <a:t>استفاده از كابل دفني در فضاي خارجي ساختمان توصيه مـيگـردد. از مـواد ضـد حريق مناسب در فضاي خاليِ محل ورود كابل هاي فشار متوسط و فشار ضعيف به ساختمان و اتاق تجهيزات برقي استفاده گردد. </a:t>
          </a:r>
          <a:endParaRPr lang="en-US" sz="1800" kern="1200" dirty="0">
            <a:cs typeface="B Zar" panose="00000400000000000000" pitchFamily="2" charset="-78"/>
          </a:endParaRPr>
        </a:p>
      </dsp:txBody>
      <dsp:txXfrm>
        <a:off x="3836932" y="2355559"/>
        <a:ext cx="3443137" cy="1572480"/>
      </dsp:txXfrm>
    </dsp:sp>
    <dsp:sp modelId="{E6547311-AF0E-4FCF-BDD0-47989B866E24}">
      <dsp:nvSpPr>
        <dsp:cNvPr id="0" name=""/>
        <dsp:cNvSpPr/>
      </dsp:nvSpPr>
      <dsp:spPr>
        <a:xfrm>
          <a:off x="7662641" y="960014"/>
          <a:ext cx="1721568"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8547895" y="123735"/>
          <a:ext cx="1672628" cy="167262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907" tIns="64907" rIns="64907" bIns="64907" numCol="1" spcCol="1270" anchor="ctr" anchorCtr="0">
          <a:noAutofit/>
        </a:bodyPr>
        <a:lstStyle/>
        <a:p>
          <a:pPr marL="0" lvl="0" indent="0" algn="ctr" defTabSz="2667000">
            <a:lnSpc>
              <a:spcPct val="90000"/>
            </a:lnSpc>
            <a:spcBef>
              <a:spcPct val="0"/>
            </a:spcBef>
            <a:spcAft>
              <a:spcPct val="35000"/>
            </a:spcAft>
            <a:buNone/>
          </a:pPr>
          <a:r>
            <a:rPr lang="en-US" sz="6000" kern="1200"/>
            <a:t>3</a:t>
          </a:r>
          <a:endParaRPr lang="en-US" sz="6000" kern="1200" dirty="0"/>
        </a:p>
      </dsp:txBody>
      <dsp:txXfrm>
        <a:off x="8792846" y="368686"/>
        <a:ext cx="1182726" cy="1182726"/>
      </dsp:txXfrm>
    </dsp:sp>
    <dsp:sp modelId="{D997FB1E-CF8D-4F5C-9E93-059F85035C01}">
      <dsp:nvSpPr>
        <dsp:cNvPr id="0" name=""/>
        <dsp:cNvSpPr/>
      </dsp:nvSpPr>
      <dsp:spPr>
        <a:xfrm>
          <a:off x="7662641" y="1962439"/>
          <a:ext cx="3443137"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599" tIns="165100" rIns="271599" bIns="165100" numCol="1" spcCol="1270" anchor="t" anchorCtr="0">
          <a:noAutofit/>
        </a:bodyPr>
        <a:lstStyle/>
        <a:p>
          <a:pPr marL="0" lvl="0" indent="0" algn="ctr" defTabSz="622300">
            <a:lnSpc>
              <a:spcPct val="90000"/>
            </a:lnSpc>
            <a:spcBef>
              <a:spcPct val="0"/>
            </a:spcBef>
            <a:spcAft>
              <a:spcPct val="35000"/>
            </a:spcAft>
            <a:buNone/>
          </a:pPr>
          <a:r>
            <a:rPr lang="ar-SA" sz="1400" b="0" i="0" u="none" kern="1200" dirty="0">
              <a:cs typeface="B Zar" panose="00000400000000000000" pitchFamily="2" charset="-78"/>
            </a:rPr>
            <a:t>موتورهاي الكتريكي، تابلوهاي برق، تابلوهاي كنترلي، ترانسـفورماتورها و مولـدهاي برق اضطراري بايد به گونه اي بر روي سازه فونداسيون مهار شوند كه از حركات جنبي بيش از حـد اين تجهيزات در اثر موج انفجار جلوگيري به عمل آيد. </a:t>
          </a:r>
          <a:endParaRPr lang="en-US" sz="1600" kern="1200" dirty="0">
            <a:cs typeface="B Zar" panose="00000400000000000000" pitchFamily="2" charset="-78"/>
          </a:endParaRPr>
        </a:p>
      </dsp:txBody>
      <dsp:txXfrm>
        <a:off x="7662641" y="2355559"/>
        <a:ext cx="3443137" cy="15724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42449-10A1-4278-B96C-C4ABAB189E46}">
      <dsp:nvSpPr>
        <dsp:cNvPr id="0" name=""/>
        <dsp:cNvSpPr/>
      </dsp:nvSpPr>
      <dsp:spPr>
        <a:xfrm>
          <a:off x="1378622" y="578903"/>
          <a:ext cx="1102898"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84251-3D1A-453A-AC20-F2E87A36EEF3}">
      <dsp:nvSpPr>
        <dsp:cNvPr id="0" name=""/>
        <dsp:cNvSpPr/>
      </dsp:nvSpPr>
      <dsp:spPr>
        <a:xfrm>
          <a:off x="2547695" y="486295"/>
          <a:ext cx="126833" cy="23822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80E2B-37E7-47C5-9407-98DE51395E71}">
      <dsp:nvSpPr>
        <dsp:cNvPr id="0" name=""/>
        <dsp:cNvSpPr/>
      </dsp:nvSpPr>
      <dsp:spPr>
        <a:xfrm>
          <a:off x="661821" y="0"/>
          <a:ext cx="1157878" cy="11578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32" tIns="44932" rIns="44932" bIns="44932" numCol="1" spcCol="1270" anchor="ctr" anchorCtr="0">
          <a:noAutofit/>
        </a:bodyPr>
        <a:lstStyle/>
        <a:p>
          <a:pPr marL="0" lvl="0" indent="0" algn="ctr" defTabSz="2266950">
            <a:lnSpc>
              <a:spcPct val="90000"/>
            </a:lnSpc>
            <a:spcBef>
              <a:spcPct val="0"/>
            </a:spcBef>
            <a:spcAft>
              <a:spcPct val="35000"/>
            </a:spcAft>
            <a:buNone/>
          </a:pPr>
          <a:r>
            <a:rPr lang="en-US" sz="5100" kern="1200"/>
            <a:t>1</a:t>
          </a:r>
          <a:endParaRPr lang="en-US" sz="5100" kern="1200" dirty="0"/>
        </a:p>
      </dsp:txBody>
      <dsp:txXfrm>
        <a:off x="831388" y="169567"/>
        <a:ext cx="818744" cy="818744"/>
      </dsp:txXfrm>
    </dsp:sp>
    <dsp:sp modelId="{2D736B05-B42D-46EA-852B-C2BFDDD5591E}">
      <dsp:nvSpPr>
        <dsp:cNvPr id="0" name=""/>
        <dsp:cNvSpPr/>
      </dsp:nvSpPr>
      <dsp:spPr>
        <a:xfrm>
          <a:off x="0" y="1251067"/>
          <a:ext cx="2481521" cy="2864347"/>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5745" tIns="165100" rIns="195745"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با توجه به استاندارد طبقه بندی راه های شهری  معابر با رده عملکردی آزادراه و تندراه مجاز به دسترسی مستقیم به کارگاه های حین ساخت بنا های شهری نیستند</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2400" kern="1200" dirty="0">
            <a:cs typeface="B Zar" panose="00000400000000000000" pitchFamily="2" charset="-78"/>
          </a:endParaRPr>
        </a:p>
      </dsp:txBody>
      <dsp:txXfrm>
        <a:off x="0" y="1747371"/>
        <a:ext cx="2481521" cy="2368043"/>
      </dsp:txXfrm>
    </dsp:sp>
    <dsp:sp modelId="{69403660-B91F-4F31-9188-E4F56CDF83C4}">
      <dsp:nvSpPr>
        <dsp:cNvPr id="0" name=""/>
        <dsp:cNvSpPr/>
      </dsp:nvSpPr>
      <dsp:spPr>
        <a:xfrm>
          <a:off x="2757245" y="578903"/>
          <a:ext cx="2481521"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C13A9-1FDD-4FC4-A337-CF907FF0D233}">
      <dsp:nvSpPr>
        <dsp:cNvPr id="0" name=""/>
        <dsp:cNvSpPr/>
      </dsp:nvSpPr>
      <dsp:spPr>
        <a:xfrm>
          <a:off x="5304941" y="486295"/>
          <a:ext cx="126833" cy="23822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0F8023-7BBB-4718-BC8F-AC65EE454DC6}">
      <dsp:nvSpPr>
        <dsp:cNvPr id="0" name=""/>
        <dsp:cNvSpPr/>
      </dsp:nvSpPr>
      <dsp:spPr>
        <a:xfrm>
          <a:off x="3419067" y="0"/>
          <a:ext cx="1157878" cy="11578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32" tIns="44932" rIns="44932" bIns="44932" numCol="1" spcCol="1270" anchor="ctr" anchorCtr="0">
          <a:noAutofit/>
        </a:bodyPr>
        <a:lstStyle/>
        <a:p>
          <a:pPr marL="0" lvl="0" indent="0" algn="ctr" defTabSz="2266950">
            <a:lnSpc>
              <a:spcPct val="90000"/>
            </a:lnSpc>
            <a:spcBef>
              <a:spcPct val="0"/>
            </a:spcBef>
            <a:spcAft>
              <a:spcPct val="35000"/>
            </a:spcAft>
            <a:buNone/>
          </a:pPr>
          <a:r>
            <a:rPr lang="en-US" sz="5100" kern="1200"/>
            <a:t>2</a:t>
          </a:r>
          <a:endParaRPr lang="en-US" sz="5100" kern="1200" dirty="0"/>
        </a:p>
      </dsp:txBody>
      <dsp:txXfrm>
        <a:off x="3588634" y="169567"/>
        <a:ext cx="818744" cy="818744"/>
      </dsp:txXfrm>
    </dsp:sp>
    <dsp:sp modelId="{C988C04E-40E3-4D68-BF18-66EFFEEF4EB2}">
      <dsp:nvSpPr>
        <dsp:cNvPr id="0" name=""/>
        <dsp:cNvSpPr/>
      </dsp:nvSpPr>
      <dsp:spPr>
        <a:xfrm>
          <a:off x="2757245" y="1323478"/>
          <a:ext cx="2481521" cy="2864347"/>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5745" tIns="165100" rIns="195745"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دسترسی از معابر با رده عمکردی پایین شامل معابر شریانی .جمع کننده و محلی ها به کارگاه های ساختمانی با مجوز و تامین الزامات مربوطه مجاز است</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2000" kern="1200" dirty="0">
            <a:cs typeface="B Zar" panose="00000400000000000000" pitchFamily="2" charset="-78"/>
          </a:endParaRPr>
        </a:p>
      </dsp:txBody>
      <dsp:txXfrm>
        <a:off x="2757245" y="1819782"/>
        <a:ext cx="2481521" cy="2368043"/>
      </dsp:txXfrm>
    </dsp:sp>
    <dsp:sp modelId="{E6547311-AF0E-4FCF-BDD0-47989B866E24}">
      <dsp:nvSpPr>
        <dsp:cNvPr id="0" name=""/>
        <dsp:cNvSpPr/>
      </dsp:nvSpPr>
      <dsp:spPr>
        <a:xfrm>
          <a:off x="5514491" y="578903"/>
          <a:ext cx="2481521"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6DFE2B-B7F2-4F30-B659-B552E321FADD}">
      <dsp:nvSpPr>
        <dsp:cNvPr id="0" name=""/>
        <dsp:cNvSpPr/>
      </dsp:nvSpPr>
      <dsp:spPr>
        <a:xfrm>
          <a:off x="8062187" y="486295"/>
          <a:ext cx="126833" cy="238226"/>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45C8DA-1E76-407A-B430-701BCCF29F00}">
      <dsp:nvSpPr>
        <dsp:cNvPr id="0" name=""/>
        <dsp:cNvSpPr/>
      </dsp:nvSpPr>
      <dsp:spPr>
        <a:xfrm>
          <a:off x="6176313" y="0"/>
          <a:ext cx="1157878" cy="11578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32" tIns="44932" rIns="44932" bIns="44932" numCol="1" spcCol="1270" anchor="ctr" anchorCtr="0">
          <a:noAutofit/>
        </a:bodyPr>
        <a:lstStyle/>
        <a:p>
          <a:pPr marL="0" lvl="0" indent="0" algn="ctr" defTabSz="2266950">
            <a:lnSpc>
              <a:spcPct val="90000"/>
            </a:lnSpc>
            <a:spcBef>
              <a:spcPct val="0"/>
            </a:spcBef>
            <a:spcAft>
              <a:spcPct val="35000"/>
            </a:spcAft>
            <a:buNone/>
          </a:pPr>
          <a:r>
            <a:rPr lang="en-US" sz="5100" kern="1200"/>
            <a:t>3</a:t>
          </a:r>
          <a:endParaRPr lang="en-US" sz="5100" kern="1200" dirty="0"/>
        </a:p>
      </dsp:txBody>
      <dsp:txXfrm>
        <a:off x="6345880" y="169567"/>
        <a:ext cx="818744" cy="818744"/>
      </dsp:txXfrm>
    </dsp:sp>
    <dsp:sp modelId="{D997FB1E-CF8D-4F5C-9E93-059F85035C01}">
      <dsp:nvSpPr>
        <dsp:cNvPr id="0" name=""/>
        <dsp:cNvSpPr/>
      </dsp:nvSpPr>
      <dsp:spPr>
        <a:xfrm>
          <a:off x="5514491" y="1323478"/>
          <a:ext cx="2481521" cy="2864347"/>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5745" tIns="165100" rIns="195745"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دسترسی به معابر شریانی تنها از طریق کندرو ها امکان پذیر می باشد</a:t>
          </a:r>
          <a:endParaRPr lang="en-US" sz="1800" b="0" i="0" u="none" kern="1200" dirty="0">
            <a:cs typeface="B Zar" panose="00000400000000000000" pitchFamily="2" charset="-78"/>
          </a:endParaRPr>
        </a:p>
      </dsp:txBody>
      <dsp:txXfrm>
        <a:off x="5514491" y="1819782"/>
        <a:ext cx="2481521" cy="2368043"/>
      </dsp:txXfrm>
    </dsp:sp>
    <dsp:sp modelId="{B301E9C0-66A8-4889-AB14-A827A90B7730}">
      <dsp:nvSpPr>
        <dsp:cNvPr id="0" name=""/>
        <dsp:cNvSpPr/>
      </dsp:nvSpPr>
      <dsp:spPr>
        <a:xfrm>
          <a:off x="8271737" y="578903"/>
          <a:ext cx="1240760"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D1CCE4-82A5-468F-8BC5-15D0185DBB4E}">
      <dsp:nvSpPr>
        <dsp:cNvPr id="0" name=""/>
        <dsp:cNvSpPr/>
      </dsp:nvSpPr>
      <dsp:spPr>
        <a:xfrm>
          <a:off x="8933559" y="0"/>
          <a:ext cx="1157878" cy="11578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32" tIns="44932" rIns="44932" bIns="44932" numCol="1" spcCol="1270" anchor="ctr" anchorCtr="0">
          <a:noAutofit/>
        </a:bodyPr>
        <a:lstStyle/>
        <a:p>
          <a:pPr marL="0" lvl="0" indent="0" algn="ctr" defTabSz="2266950">
            <a:lnSpc>
              <a:spcPct val="90000"/>
            </a:lnSpc>
            <a:spcBef>
              <a:spcPct val="0"/>
            </a:spcBef>
            <a:spcAft>
              <a:spcPct val="35000"/>
            </a:spcAft>
            <a:buNone/>
          </a:pPr>
          <a:r>
            <a:rPr lang="en-US" sz="5100" kern="1200"/>
            <a:t>4</a:t>
          </a:r>
          <a:endParaRPr lang="en-US" sz="5100" kern="1200" dirty="0"/>
        </a:p>
      </dsp:txBody>
      <dsp:txXfrm>
        <a:off x="9103126" y="169567"/>
        <a:ext cx="818744" cy="818744"/>
      </dsp:txXfrm>
    </dsp:sp>
    <dsp:sp modelId="{12E9BEA5-B7F5-4B40-9B17-6A733AF73901}">
      <dsp:nvSpPr>
        <dsp:cNvPr id="0" name=""/>
        <dsp:cNvSpPr/>
      </dsp:nvSpPr>
      <dsp:spPr>
        <a:xfrm>
          <a:off x="8271737" y="1323478"/>
          <a:ext cx="2481521" cy="2864347"/>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5745" tIns="165100" rIns="195745" bIns="165100" numCol="1" spcCol="1270" anchor="t" anchorCtr="0">
          <a:noAutofit/>
        </a:bodyPr>
        <a:lstStyle/>
        <a:p>
          <a:pPr marL="0" lvl="0" indent="0" algn="ctr" defTabSz="800100">
            <a:lnSpc>
              <a:spcPct val="90000"/>
            </a:lnSpc>
            <a:spcBef>
              <a:spcPct val="0"/>
            </a:spcBef>
            <a:spcAft>
              <a:spcPct val="35000"/>
            </a:spcAft>
            <a:buNone/>
          </a:pPr>
          <a:r>
            <a:rPr lang="ar-SA" sz="1800" b="0" i="0" u="none" kern="1200" dirty="0">
              <a:cs typeface="B Zar" panose="00000400000000000000" pitchFamily="2" charset="-78"/>
            </a:rPr>
            <a:t>مهندس ترافیک موظف است بر مبنای رده عملکردی معبر مورد نظر وشرایط ویژه کارگاه ساختمانی . مکان دسترسی به کارگاه را تعیین نماید</a:t>
          </a:r>
          <a:endParaRPr lang="en-US" sz="1800" b="0" i="0" u="none" kern="1200" dirty="0">
            <a:cs typeface="B Zar" panose="00000400000000000000" pitchFamily="2" charset="-78"/>
          </a:endParaRPr>
        </a:p>
        <a:p>
          <a:pPr marL="0" lvl="0" indent="0" algn="ctr" defTabSz="800100">
            <a:lnSpc>
              <a:spcPct val="90000"/>
            </a:lnSpc>
            <a:spcBef>
              <a:spcPct val="0"/>
            </a:spcBef>
            <a:spcAft>
              <a:spcPct val="35000"/>
            </a:spcAft>
            <a:buNone/>
          </a:pPr>
          <a:endParaRPr lang="en-US" sz="1800" kern="1200" dirty="0">
            <a:cs typeface="B Zar" panose="00000400000000000000" pitchFamily="2" charset="-78"/>
          </a:endParaRPr>
        </a:p>
      </dsp:txBody>
      <dsp:txXfrm>
        <a:off x="8271737" y="1819782"/>
        <a:ext cx="2481521" cy="2368043"/>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7.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9.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0.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1.xml><?xml version="1.0" encoding="utf-8"?>
<dgm:layoutDef xmlns:dgm="http://schemas.openxmlformats.org/drawingml/2006/diagram" xmlns:a="http://schemas.openxmlformats.org/drawingml/2006/main" uniqueId="urn:microsoft.com/office/officeart/2016/7/layout/LinearArrowProcessNumbered#1">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0BCCEA4B-F3EB-4171-AE59-457154E02EEE}">
          <dgm:prSet phldrT="1"/>
          <dgm:t>
            <a:bodyPr/>
            <a:lstStyle/>
            <a:p>
              <a:r>
                <a:t>1</a:t>
              </a:r>
            </a:p>
          </dgm:t>
        </dgm:pt>
        <dgm:pt modelId="201" type="sibTrans" cxnId="{6E793552-5898-4293-8C7D-49823170C6CF}">
          <dgm:prSet phldrT="2"/>
          <dgm:t>
            <a:bodyPr/>
            <a:lstStyle/>
            <a:p>
              <a:r>
                <a:t>2</a:t>
              </a:r>
            </a:p>
          </dgm:t>
        </dgm:pt>
        <dgm:pt modelId="301" type="sibTrans" cxnId="{E37CDDB0-D246-4BF3-A6BB-E15F509C93D9}">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A6C86A-E696-4915-84A9-365D51368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5EFA275-E5BD-42D5-86C3-D4A66EF382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4D676F-4DB5-46B8-8F00-05DB67D5471C}" type="datetimeFigureOut">
              <a:rPr lang="en-US" smtClean="0"/>
              <a:t>12/21/2024</a:t>
            </a:fld>
            <a:endParaRPr lang="en-US" dirty="0"/>
          </a:p>
        </p:txBody>
      </p:sp>
      <p:sp>
        <p:nvSpPr>
          <p:cNvPr id="4" name="Footer Placeholder 3">
            <a:extLst>
              <a:ext uri="{FF2B5EF4-FFF2-40B4-BE49-F238E27FC236}">
                <a16:creationId xmlns:a16="http://schemas.microsoft.com/office/drawing/2014/main" id="{0D08037F-BC33-4B71-9390-1FCCB44C83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F7A39EB-596B-48AB-BC3E-069215B769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EDFD5B-C328-43D8-A4C7-929BECA315CE}" type="slidenum">
              <a:rPr lang="en-US" smtClean="0"/>
              <a:t>‹#›</a:t>
            </a:fld>
            <a:endParaRPr lang="en-US" dirty="0"/>
          </a:p>
        </p:txBody>
      </p:sp>
    </p:spTree>
    <p:extLst>
      <p:ext uri="{BB962C8B-B14F-4D97-AF65-F5344CB8AC3E}">
        <p14:creationId xmlns:p14="http://schemas.microsoft.com/office/powerpoint/2010/main" val="2802701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BE5AB-3192-4552-A220-BA06EA9D867F}" type="datetimeFigureOut">
              <a:rPr lang="en-US" smtClean="0"/>
              <a:t>12/21/2024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8D0E63-0F6A-47B0-8BD1-6E95B004C872}" type="slidenum">
              <a:rPr lang="en-US" smtClean="0"/>
              <a:t>‹#›</a:t>
            </a:fld>
            <a:endParaRPr lang="en-US" dirty="0"/>
          </a:p>
        </p:txBody>
      </p:sp>
    </p:spTree>
    <p:extLst>
      <p:ext uri="{BB962C8B-B14F-4D97-AF65-F5344CB8AC3E}">
        <p14:creationId xmlns:p14="http://schemas.microsoft.com/office/powerpoint/2010/main" val="53232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8D0E63-0F6A-47B0-8BD1-6E95B004C872}" type="slidenum">
              <a:rPr lang="en-US" smtClean="0"/>
              <a:t>9</a:t>
            </a:fld>
            <a:endParaRPr lang="en-US" dirty="0"/>
          </a:p>
        </p:txBody>
      </p:sp>
    </p:spTree>
    <p:extLst>
      <p:ext uri="{BB962C8B-B14F-4D97-AF65-F5344CB8AC3E}">
        <p14:creationId xmlns:p14="http://schemas.microsoft.com/office/powerpoint/2010/main" val="1974067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8D0E63-0F6A-47B0-8BD1-6E95B004C872}" type="slidenum">
              <a:rPr lang="en-US" smtClean="0"/>
              <a:t>47</a:t>
            </a:fld>
            <a:endParaRPr lang="en-US" dirty="0"/>
          </a:p>
        </p:txBody>
      </p:sp>
    </p:spTree>
    <p:extLst>
      <p:ext uri="{BB962C8B-B14F-4D97-AF65-F5344CB8AC3E}">
        <p14:creationId xmlns:p14="http://schemas.microsoft.com/office/powerpoint/2010/main" val="255722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Graphic 33" descr="Tag=AccentColor&#10;Flavor=Light&#10;Target=Fill">
            <a:extLst>
              <a:ext uri="{FF2B5EF4-FFF2-40B4-BE49-F238E27FC236}">
                <a16:creationId xmlns:a16="http://schemas.microsoft.com/office/drawing/2014/main" id="{A4E7DAC5-621F-40E6-ACD2-590570CC84F8}"/>
              </a:ext>
            </a:extLst>
          </p:cNvPr>
          <p:cNvSpPr>
            <a:spLocks noChangeAspect="1"/>
          </p:cNvSpPr>
          <p:nvPr userDrawn="1"/>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2560320" y="960120"/>
            <a:ext cx="7077456" cy="2898648"/>
          </a:xfrm>
        </p:spPr>
        <p:txBody>
          <a:bodyPr anchor="b">
            <a:noAutofit/>
          </a:bodyPr>
          <a:lstStyle>
            <a:lvl1pPr algn="ctr">
              <a:defRPr sz="8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2633472" y="4535424"/>
            <a:ext cx="6931152" cy="941832"/>
          </a:xfrm>
        </p:spPr>
        <p:txBody>
          <a:bodyPr>
            <a:norm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Rectangle 6">
            <a:extLst>
              <a:ext uri="{FF2B5EF4-FFF2-40B4-BE49-F238E27FC236}">
                <a16:creationId xmlns:a16="http://schemas.microsoft.com/office/drawing/2014/main" id="{371B7A5D-C918-4744-A5FA-75C904B3B8D4}"/>
              </a:ext>
            </a:extLst>
          </p:cNvPr>
          <p:cNvSpPr/>
          <p:nvPr userDrawn="1"/>
        </p:nvSpPr>
        <p:spPr>
          <a:xfrm>
            <a:off x="3974206" y="411333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68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7CE2522-15B5-4BC5-91A9-523F325A8324}"/>
              </a:ext>
            </a:extLst>
          </p:cNvPr>
          <p:cNvSpPr/>
          <p:nvPr userDrawn="1"/>
        </p:nvSpPr>
        <p:spPr>
          <a:xfrm>
            <a:off x="5477731" y="0"/>
            <a:ext cx="6714269" cy="6858000"/>
          </a:xfrm>
          <a:custGeom>
            <a:avLst/>
            <a:gdLst>
              <a:gd name="connsiteX0" fmla="*/ 1097203 w 6714269"/>
              <a:gd name="connsiteY0" fmla="*/ 0 h 6858000"/>
              <a:gd name="connsiteX1" fmla="*/ 1154155 w 6714269"/>
              <a:gd name="connsiteY1" fmla="*/ 0 h 6858000"/>
              <a:gd name="connsiteX2" fmla="*/ 972305 w 6714269"/>
              <a:gd name="connsiteY2" fmla="*/ 343212 h 6858000"/>
              <a:gd name="connsiteX3" fmla="*/ 780524 w 6714269"/>
              <a:gd name="connsiteY3" fmla="*/ 761067 h 6858000"/>
              <a:gd name="connsiteX4" fmla="*/ 737045 w 6714269"/>
              <a:gd name="connsiteY4" fmla="*/ 865164 h 6858000"/>
              <a:gd name="connsiteX5" fmla="*/ 762322 w 6714269"/>
              <a:gd name="connsiteY5" fmla="*/ 830676 h 6858000"/>
              <a:gd name="connsiteX6" fmla="*/ 1118805 w 6714269"/>
              <a:gd name="connsiteY6" fmla="*/ 160440 h 6858000"/>
              <a:gd name="connsiteX7" fmla="*/ 1221640 w 6714269"/>
              <a:gd name="connsiteY7" fmla="*/ 0 h 6858000"/>
              <a:gd name="connsiteX8" fmla="*/ 6714269 w 6714269"/>
              <a:gd name="connsiteY8" fmla="*/ 0 h 6858000"/>
              <a:gd name="connsiteX9" fmla="*/ 6714269 w 6714269"/>
              <a:gd name="connsiteY9" fmla="*/ 6858000 h 6858000"/>
              <a:gd name="connsiteX10" fmla="*/ 704817 w 6714269"/>
              <a:gd name="connsiteY10" fmla="*/ 6858000 h 6858000"/>
              <a:gd name="connsiteX11" fmla="*/ 618717 w 6714269"/>
              <a:gd name="connsiteY11" fmla="*/ 6672538 h 6858000"/>
              <a:gd name="connsiteX12" fmla="*/ 309324 w 6714269"/>
              <a:gd name="connsiteY12" fmla="*/ 5833618 h 6858000"/>
              <a:gd name="connsiteX13" fmla="*/ 209850 w 6714269"/>
              <a:gd name="connsiteY13" fmla="*/ 5484180 h 6858000"/>
              <a:gd name="connsiteX14" fmla="*/ 211619 w 6714269"/>
              <a:gd name="connsiteY14" fmla="*/ 5517653 h 6858000"/>
              <a:gd name="connsiteX15" fmla="*/ 361778 w 6714269"/>
              <a:gd name="connsiteY15" fmla="*/ 6145524 h 6858000"/>
              <a:gd name="connsiteX16" fmla="*/ 591356 w 6714269"/>
              <a:gd name="connsiteY16" fmla="*/ 6843306 h 6858000"/>
              <a:gd name="connsiteX17" fmla="*/ 597415 w 6714269"/>
              <a:gd name="connsiteY17" fmla="*/ 6858000 h 6858000"/>
              <a:gd name="connsiteX18" fmla="*/ 545224 w 6714269"/>
              <a:gd name="connsiteY18" fmla="*/ 6858000 h 6858000"/>
              <a:gd name="connsiteX19" fmla="*/ 533604 w 6714269"/>
              <a:gd name="connsiteY19" fmla="*/ 6830072 h 6858000"/>
              <a:gd name="connsiteX20" fmla="*/ 169657 w 6714269"/>
              <a:gd name="connsiteY20" fmla="*/ 5556577 h 6858000"/>
              <a:gd name="connsiteX21" fmla="*/ 12169 w 6714269"/>
              <a:gd name="connsiteY21" fmla="*/ 4362835 h 6858000"/>
              <a:gd name="connsiteX22" fmla="*/ 46168 w 6714269"/>
              <a:gd name="connsiteY22" fmla="*/ 3338487 h 6858000"/>
              <a:gd name="connsiteX23" fmla="*/ 490574 w 6714269"/>
              <a:gd name="connsiteY23" fmla="*/ 1381078 h 6858000"/>
              <a:gd name="connsiteX24" fmla="*/ 984701 w 6714269"/>
              <a:gd name="connsiteY24"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14269"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6714269" y="0"/>
                </a:lnTo>
                <a:lnTo>
                  <a:pt x="6714269"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133856" y="649224"/>
            <a:ext cx="4178808" cy="5568696"/>
          </a:xfrm>
        </p:spPr>
        <p:txBody>
          <a:bodyPr>
            <a:no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64224" y="1307592"/>
            <a:ext cx="4992624" cy="4251960"/>
          </a:xfrm>
        </p:spPr>
        <p:txBody>
          <a:bodyPr anchor="ctr">
            <a:normAutofit/>
          </a:bodyPr>
          <a:lstStyle>
            <a:lvl1pPr marL="0" indent="0">
              <a:buNone/>
              <a:defRPr sz="4400">
                <a:solidFill>
                  <a:schemeClr val="bg1"/>
                </a:solidFill>
              </a:defRPr>
            </a:lvl1pPr>
            <a:lvl2pPr marL="228600">
              <a:defRPr sz="4000">
                <a:solidFill>
                  <a:schemeClr val="bg1"/>
                </a:solidFill>
              </a:defRPr>
            </a:lvl2pPr>
            <a:lvl3pPr marL="457200">
              <a:defRPr sz="36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a:xfrm>
            <a:off x="838200" y="6356350"/>
            <a:ext cx="2286000" cy="365125"/>
          </a:xfrm>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a:xfrm>
            <a:off x="6364224" y="6355080"/>
            <a:ext cx="3200400" cy="365125"/>
          </a:xfrm>
        </p:spPr>
        <p:txBody>
          <a:bodyPr/>
          <a:lstStyle>
            <a:lvl1pPr algn="l">
              <a:defRPr>
                <a:solidFill>
                  <a:schemeClr val="bg1"/>
                </a:solidFill>
              </a:defRPr>
            </a:lvl1pPr>
          </a:lstStyle>
          <a:p>
            <a:r>
              <a:rPr lang="en-US" dirty="0">
                <a:solidFill>
                  <a:schemeClr val="bg1"/>
                </a:solidFill>
              </a:rPr>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10067544" y="6355080"/>
            <a:ext cx="1280160" cy="365125"/>
          </a:xfrm>
        </p:spPr>
        <p:txBody>
          <a:bodyPr/>
          <a:lstStyle>
            <a:lvl1pPr>
              <a:defRPr>
                <a:solidFill>
                  <a:schemeClr val="bg1"/>
                </a:solidFill>
              </a:defRPr>
            </a:lvl1pPr>
          </a:lstStyle>
          <a:p>
            <a:fld id="{2C18C1E5-FB55-42F5-BD6D-9CC153FCDBE6}" type="slidenum">
              <a:rPr lang="en-US" smtClean="0"/>
              <a:pPr/>
              <a:t>‹#›</a:t>
            </a:fld>
            <a:endParaRPr lang="en-US" dirty="0">
              <a:solidFill>
                <a:schemeClr val="bg1"/>
              </a:solidFill>
            </a:endParaRPr>
          </a:p>
        </p:txBody>
      </p:sp>
    </p:spTree>
    <p:extLst>
      <p:ext uri="{BB962C8B-B14F-4D97-AF65-F5344CB8AC3E}">
        <p14:creationId xmlns:p14="http://schemas.microsoft.com/office/powerpoint/2010/main" val="4232205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7D0AB67-E176-475C-977C-73640253B922}"/>
              </a:ext>
            </a:extLst>
          </p:cNvPr>
          <p:cNvSpPr>
            <a:spLocks noGrp="1"/>
          </p:cNvSpPr>
          <p:nvPr>
            <p:ph type="pic" sz="quarter" idx="14"/>
          </p:nvPr>
        </p:nvSpPr>
        <p:spPr>
          <a:xfrm>
            <a:off x="2" y="4361970"/>
            <a:ext cx="4038599" cy="2496030"/>
          </a:xfrm>
          <a:custGeom>
            <a:avLst/>
            <a:gdLst>
              <a:gd name="connsiteX0" fmla="*/ 2464753 w 4038599"/>
              <a:gd name="connsiteY0" fmla="*/ 4 h 2496030"/>
              <a:gd name="connsiteX1" fmla="*/ 2599067 w 4038599"/>
              <a:gd name="connsiteY1" fmla="*/ 4428 h 2496030"/>
              <a:gd name="connsiteX2" fmla="*/ 3052443 w 4038599"/>
              <a:gd name="connsiteY2" fmla="*/ 14222 h 2496030"/>
              <a:gd name="connsiteX3" fmla="*/ 3417420 w 4038599"/>
              <a:gd name="connsiteY3" fmla="*/ 9782 h 2496030"/>
              <a:gd name="connsiteX4" fmla="*/ 3757835 w 4038599"/>
              <a:gd name="connsiteY4" fmla="*/ 19315 h 2496030"/>
              <a:gd name="connsiteX5" fmla="*/ 3892671 w 4038599"/>
              <a:gd name="connsiteY5" fmla="*/ 13177 h 2496030"/>
              <a:gd name="connsiteX6" fmla="*/ 4016790 w 4038599"/>
              <a:gd name="connsiteY6" fmla="*/ 8134 h 2496030"/>
              <a:gd name="connsiteX7" fmla="*/ 4034037 w 4038599"/>
              <a:gd name="connsiteY7" fmla="*/ 8999 h 2496030"/>
              <a:gd name="connsiteX8" fmla="*/ 4035370 w 4038599"/>
              <a:gd name="connsiteY8" fmla="*/ 62503 h 2496030"/>
              <a:gd name="connsiteX9" fmla="*/ 4020562 w 4038599"/>
              <a:gd name="connsiteY9" fmla="*/ 231143 h 2496030"/>
              <a:gd name="connsiteX10" fmla="*/ 4019168 w 4038599"/>
              <a:gd name="connsiteY10" fmla="*/ 393470 h 2496030"/>
              <a:gd name="connsiteX11" fmla="*/ 4014100 w 4038599"/>
              <a:gd name="connsiteY11" fmla="*/ 651618 h 2496030"/>
              <a:gd name="connsiteX12" fmla="*/ 4019295 w 4038599"/>
              <a:gd name="connsiteY12" fmla="*/ 902406 h 2496030"/>
              <a:gd name="connsiteX13" fmla="*/ 4033231 w 4038599"/>
              <a:gd name="connsiteY13" fmla="*/ 1078946 h 2496030"/>
              <a:gd name="connsiteX14" fmla="*/ 4011566 w 4038599"/>
              <a:gd name="connsiteY14" fmla="*/ 1189872 h 2496030"/>
              <a:gd name="connsiteX15" fmla="*/ 4011566 w 4038599"/>
              <a:gd name="connsiteY15" fmla="*/ 1387989 h 2496030"/>
              <a:gd name="connsiteX16" fmla="*/ 4038599 w 4038599"/>
              <a:gd name="connsiteY16" fmla="*/ 1495613 h 2496030"/>
              <a:gd name="connsiteX17" fmla="*/ 4038599 w 4038599"/>
              <a:gd name="connsiteY17" fmla="*/ 1746509 h 2496030"/>
              <a:gd name="connsiteX18" fmla="*/ 4038283 w 4038599"/>
              <a:gd name="connsiteY18" fmla="*/ 1749734 h 2496030"/>
              <a:gd name="connsiteX19" fmla="*/ 4026896 w 4038599"/>
              <a:gd name="connsiteY19" fmla="*/ 1837274 h 2496030"/>
              <a:gd name="connsiteX20" fmla="*/ 4029684 w 4038599"/>
              <a:gd name="connsiteY20" fmla="*/ 2121948 h 2496030"/>
              <a:gd name="connsiteX21" fmla="*/ 4032978 w 4038599"/>
              <a:gd name="connsiteY21" fmla="*/ 2359155 h 2496030"/>
              <a:gd name="connsiteX22" fmla="*/ 4023519 w 4038599"/>
              <a:gd name="connsiteY22" fmla="*/ 2496030 h 2496030"/>
              <a:gd name="connsiteX23" fmla="*/ 0 w 4038599"/>
              <a:gd name="connsiteY23" fmla="*/ 2496030 h 2496030"/>
              <a:gd name="connsiteX24" fmla="*/ 0 w 4038599"/>
              <a:gd name="connsiteY24" fmla="*/ 12459 h 2496030"/>
              <a:gd name="connsiteX25" fmla="*/ 17104 w 4038599"/>
              <a:gd name="connsiteY25" fmla="*/ 15006 h 2496030"/>
              <a:gd name="connsiteX26" fmla="*/ 216416 w 4038599"/>
              <a:gd name="connsiteY26" fmla="*/ 7824 h 2496030"/>
              <a:gd name="connsiteX27" fmla="*/ 651370 w 4038599"/>
              <a:gd name="connsiteY27" fmla="*/ 17748 h 2496030"/>
              <a:gd name="connsiteX28" fmla="*/ 958396 w 4038599"/>
              <a:gd name="connsiteY28" fmla="*/ 14092 h 2496030"/>
              <a:gd name="connsiteX29" fmla="*/ 1519486 w 4038599"/>
              <a:gd name="connsiteY29" fmla="*/ 21666 h 2496030"/>
              <a:gd name="connsiteX30" fmla="*/ 2062411 w 4038599"/>
              <a:gd name="connsiteY30" fmla="*/ 17487 h 2496030"/>
              <a:gd name="connsiteX31" fmla="*/ 2464753 w 4038599"/>
              <a:gd name="connsiteY31" fmla="*/ 4 h 2496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38599"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lnTo>
                  <a:pt x="4038599" y="1495613"/>
                </a:lnTo>
                <a:lnTo>
                  <a:pt x="4038599" y="1746509"/>
                </a:lnTo>
                <a:lnTo>
                  <a:pt x="4038283" y="1749734"/>
                </a:lnTo>
                <a:cubicBezTo>
                  <a:pt x="4035575" y="1779147"/>
                  <a:pt x="4032408" y="180846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txBody>
          <a:bodyPr wrap="square" anchor="ctr">
            <a:noAutofit/>
          </a:bodyPr>
          <a:lstStyle>
            <a:lvl1pPr algn="ctr">
              <a:buNone/>
              <a:defRPr sz="2400"/>
            </a:lvl1pPr>
          </a:lstStyle>
          <a:p>
            <a:r>
              <a:rPr lang="en-US" dirty="0"/>
              <a:t>Click icon to add picture</a:t>
            </a:r>
          </a:p>
        </p:txBody>
      </p:sp>
      <p:sp>
        <p:nvSpPr>
          <p:cNvPr id="16" name="Picture Placeholder 15">
            <a:extLst>
              <a:ext uri="{FF2B5EF4-FFF2-40B4-BE49-F238E27FC236}">
                <a16:creationId xmlns:a16="http://schemas.microsoft.com/office/drawing/2014/main" id="{2ABE113B-49CB-42B2-AC93-B3DF04407878}"/>
              </a:ext>
            </a:extLst>
          </p:cNvPr>
          <p:cNvSpPr>
            <a:spLocks noGrp="1"/>
          </p:cNvSpPr>
          <p:nvPr>
            <p:ph type="pic" sz="quarter" idx="13"/>
          </p:nvPr>
        </p:nvSpPr>
        <p:spPr>
          <a:xfrm>
            <a:off x="0" y="0"/>
            <a:ext cx="4041336" cy="4193763"/>
          </a:xfrm>
          <a:custGeom>
            <a:avLst/>
            <a:gdLst>
              <a:gd name="connsiteX0" fmla="*/ 0 w 4041336"/>
              <a:gd name="connsiteY0" fmla="*/ 0 h 4193763"/>
              <a:gd name="connsiteX1" fmla="*/ 4019848 w 4041336"/>
              <a:gd name="connsiteY1" fmla="*/ 0 h 4193763"/>
              <a:gd name="connsiteX2" fmla="*/ 4021195 w 4041336"/>
              <a:gd name="connsiteY2" fmla="*/ 11419 h 4193763"/>
              <a:gd name="connsiteX3" fmla="*/ 4037665 w 4041336"/>
              <a:gd name="connsiteY3" fmla="*/ 264364 h 4193763"/>
              <a:gd name="connsiteX4" fmla="*/ 4034118 w 4041336"/>
              <a:gd name="connsiteY4" fmla="*/ 574168 h 4193763"/>
              <a:gd name="connsiteX5" fmla="*/ 4026263 w 4041336"/>
              <a:gd name="connsiteY5" fmla="*/ 838028 h 4193763"/>
              <a:gd name="connsiteX6" fmla="*/ 4026263 w 4041336"/>
              <a:gd name="connsiteY6" fmla="*/ 847166 h 4193763"/>
              <a:gd name="connsiteX7" fmla="*/ 4026263 w 4041336"/>
              <a:gd name="connsiteY7" fmla="*/ 1138186 h 4193763"/>
              <a:gd name="connsiteX8" fmla="*/ 4024109 w 4041336"/>
              <a:gd name="connsiteY8" fmla="*/ 1259137 h 4193763"/>
              <a:gd name="connsiteX9" fmla="*/ 4016887 w 4041336"/>
              <a:gd name="connsiteY9" fmla="*/ 1412960 h 4193763"/>
              <a:gd name="connsiteX10" fmla="*/ 4026263 w 4041336"/>
              <a:gd name="connsiteY10" fmla="*/ 1539116 h 4193763"/>
              <a:gd name="connsiteX11" fmla="*/ 4024869 w 4041336"/>
              <a:gd name="connsiteY11" fmla="*/ 1823155 h 4193763"/>
              <a:gd name="connsiteX12" fmla="*/ 4017014 w 4041336"/>
              <a:gd name="connsiteY12" fmla="*/ 2154154 h 4193763"/>
              <a:gd name="connsiteX13" fmla="*/ 4017014 w 4041336"/>
              <a:gd name="connsiteY13" fmla="*/ 2421948 h 4193763"/>
              <a:gd name="connsiteX14" fmla="*/ 4029684 w 4041336"/>
              <a:gd name="connsiteY14" fmla="*/ 2667279 h 4193763"/>
              <a:gd name="connsiteX15" fmla="*/ 4019421 w 4041336"/>
              <a:gd name="connsiteY15" fmla="*/ 2956268 h 4193763"/>
              <a:gd name="connsiteX16" fmla="*/ 4022082 w 4041336"/>
              <a:gd name="connsiteY16" fmla="*/ 3094480 h 4193763"/>
              <a:gd name="connsiteX17" fmla="*/ 4027656 w 4041336"/>
              <a:gd name="connsiteY17" fmla="*/ 3260614 h 4193763"/>
              <a:gd name="connsiteX18" fmla="*/ 4009412 w 4041336"/>
              <a:gd name="connsiteY18" fmla="*/ 3538181 h 4193763"/>
              <a:gd name="connsiteX19" fmla="*/ 4031711 w 4041336"/>
              <a:gd name="connsiteY19" fmla="*/ 3694923 h 4193763"/>
              <a:gd name="connsiteX20" fmla="*/ 4038425 w 4041336"/>
              <a:gd name="connsiteY20" fmla="*/ 3836308 h 4193763"/>
              <a:gd name="connsiteX21" fmla="*/ 4029810 w 4041336"/>
              <a:gd name="connsiteY21" fmla="*/ 3956245 h 4193763"/>
              <a:gd name="connsiteX22" fmla="*/ 4013847 w 4041336"/>
              <a:gd name="connsiteY22" fmla="*/ 4114764 h 4193763"/>
              <a:gd name="connsiteX23" fmla="*/ 4010970 w 4041336"/>
              <a:gd name="connsiteY23" fmla="*/ 4161894 h 4193763"/>
              <a:gd name="connsiteX24" fmla="*/ 4002764 w 4041336"/>
              <a:gd name="connsiteY24" fmla="*/ 4161042 h 4193763"/>
              <a:gd name="connsiteX25" fmla="*/ 3868108 w 4041336"/>
              <a:gd name="connsiteY25" fmla="*/ 4163980 h 4193763"/>
              <a:gd name="connsiteX26" fmla="*/ 3174741 w 4041336"/>
              <a:gd name="connsiteY26" fmla="*/ 4175341 h 4193763"/>
              <a:gd name="connsiteX27" fmla="*/ 2247906 w 4041336"/>
              <a:gd name="connsiteY27" fmla="*/ 4167376 h 4193763"/>
              <a:gd name="connsiteX28" fmla="*/ 2057934 w 4041336"/>
              <a:gd name="connsiteY28" fmla="*/ 4175733 h 4193763"/>
              <a:gd name="connsiteX29" fmla="*/ 1797729 w 4041336"/>
              <a:gd name="connsiteY29" fmla="*/ 4165547 h 4193763"/>
              <a:gd name="connsiteX30" fmla="*/ 1485458 w 4041336"/>
              <a:gd name="connsiteY30" fmla="*/ 4175995 h 4193763"/>
              <a:gd name="connsiteX31" fmla="*/ 949185 w 4041336"/>
              <a:gd name="connsiteY31" fmla="*/ 4186181 h 4193763"/>
              <a:gd name="connsiteX32" fmla="*/ 357136 w 4041336"/>
              <a:gd name="connsiteY32" fmla="*/ 4175995 h 4193763"/>
              <a:gd name="connsiteX33" fmla="*/ 0 w 4041336"/>
              <a:gd name="connsiteY33" fmla="*/ 4175060 h 41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41336" h="4193763">
                <a:moveTo>
                  <a:pt x="0" y="0"/>
                </a:moveTo>
                <a:lnTo>
                  <a:pt x="4019848" y="0"/>
                </a:lnTo>
                <a:lnTo>
                  <a:pt x="4021195" y="11419"/>
                </a:lnTo>
                <a:cubicBezTo>
                  <a:pt x="4036145" y="95184"/>
                  <a:pt x="4033611" y="180091"/>
                  <a:pt x="4037665" y="264364"/>
                </a:cubicBezTo>
                <a:cubicBezTo>
                  <a:pt x="4042480" y="367421"/>
                  <a:pt x="4036399" y="470858"/>
                  <a:pt x="4034118" y="574168"/>
                </a:cubicBezTo>
                <a:cubicBezTo>
                  <a:pt x="4032344" y="662121"/>
                  <a:pt x="4023602" y="749948"/>
                  <a:pt x="4026263" y="838028"/>
                </a:cubicBezTo>
                <a:cubicBezTo>
                  <a:pt x="4026453" y="841074"/>
                  <a:pt x="4026453" y="844120"/>
                  <a:pt x="4026263" y="847166"/>
                </a:cubicBezTo>
                <a:cubicBezTo>
                  <a:pt x="4018154" y="944003"/>
                  <a:pt x="4018154" y="1041348"/>
                  <a:pt x="4026263" y="1138186"/>
                </a:cubicBezTo>
                <a:cubicBezTo>
                  <a:pt x="4028835" y="1178494"/>
                  <a:pt x="4028113" y="1218943"/>
                  <a:pt x="4024109" y="1259137"/>
                </a:cubicBezTo>
                <a:cubicBezTo>
                  <a:pt x="4020308" y="1310285"/>
                  <a:pt x="4008145" y="1362194"/>
                  <a:pt x="4016887" y="1412960"/>
                </a:cubicBezTo>
                <a:cubicBezTo>
                  <a:pt x="4022576" y="1454780"/>
                  <a:pt x="4025705" y="1496916"/>
                  <a:pt x="4026263" y="1539116"/>
                </a:cubicBezTo>
                <a:cubicBezTo>
                  <a:pt x="4030697" y="1633542"/>
                  <a:pt x="4026516" y="1728475"/>
                  <a:pt x="4024869" y="1823155"/>
                </a:cubicBezTo>
                <a:cubicBezTo>
                  <a:pt x="4023095" y="1933446"/>
                  <a:pt x="4025883" y="2043737"/>
                  <a:pt x="4017014" y="2154154"/>
                </a:cubicBezTo>
                <a:cubicBezTo>
                  <a:pt x="4012136" y="2243351"/>
                  <a:pt x="4012136" y="2332751"/>
                  <a:pt x="4017014" y="2421948"/>
                </a:cubicBezTo>
                <a:cubicBezTo>
                  <a:pt x="4019421" y="2503683"/>
                  <a:pt x="4031711" y="2584656"/>
                  <a:pt x="4029684" y="2667279"/>
                </a:cubicBezTo>
                <a:cubicBezTo>
                  <a:pt x="4027276" y="2763608"/>
                  <a:pt x="4015874" y="2859684"/>
                  <a:pt x="4019421" y="2956268"/>
                </a:cubicBezTo>
                <a:cubicBezTo>
                  <a:pt x="4021068" y="3002339"/>
                  <a:pt x="4021195" y="3048410"/>
                  <a:pt x="4022082" y="3094480"/>
                </a:cubicBezTo>
                <a:cubicBezTo>
                  <a:pt x="4023222" y="3149943"/>
                  <a:pt x="4033231" y="3205278"/>
                  <a:pt x="4027656" y="3260614"/>
                </a:cubicBezTo>
                <a:cubicBezTo>
                  <a:pt x="4018408" y="3352883"/>
                  <a:pt x="3994462" y="3443628"/>
                  <a:pt x="4009412" y="3538181"/>
                </a:cubicBezTo>
                <a:cubicBezTo>
                  <a:pt x="4017647" y="3590217"/>
                  <a:pt x="4026896" y="3642380"/>
                  <a:pt x="4031711" y="3694923"/>
                </a:cubicBezTo>
                <a:cubicBezTo>
                  <a:pt x="4035892" y="3741882"/>
                  <a:pt x="4046407" y="3789603"/>
                  <a:pt x="4038425" y="3836308"/>
                </a:cubicBezTo>
                <a:cubicBezTo>
                  <a:pt x="4031584" y="3876287"/>
                  <a:pt x="4035131" y="3916266"/>
                  <a:pt x="4029810" y="3956245"/>
                </a:cubicBezTo>
                <a:cubicBezTo>
                  <a:pt x="4022842" y="4008661"/>
                  <a:pt x="4019168" y="4061966"/>
                  <a:pt x="4013847" y="4114764"/>
                </a:cubicBezTo>
                <a:lnTo>
                  <a:pt x="4010970" y="4161894"/>
                </a:lnTo>
                <a:lnTo>
                  <a:pt x="4002764" y="4161042"/>
                </a:lnTo>
                <a:cubicBezTo>
                  <a:pt x="3957904" y="4159210"/>
                  <a:pt x="3912934" y="4160186"/>
                  <a:pt x="3868108" y="4163980"/>
                </a:cubicBezTo>
                <a:cubicBezTo>
                  <a:pt x="3637072" y="4178737"/>
                  <a:pt x="3405779" y="4172076"/>
                  <a:pt x="3174741" y="4175341"/>
                </a:cubicBezTo>
                <a:cubicBezTo>
                  <a:pt x="2865668" y="4179782"/>
                  <a:pt x="2556851" y="4168420"/>
                  <a:pt x="2247906" y="4167376"/>
                </a:cubicBezTo>
                <a:cubicBezTo>
                  <a:pt x="2184582" y="4167115"/>
                  <a:pt x="2121002" y="4170510"/>
                  <a:pt x="2057934" y="4175733"/>
                </a:cubicBezTo>
                <a:cubicBezTo>
                  <a:pt x="1970560" y="4182786"/>
                  <a:pt x="1884336" y="4173905"/>
                  <a:pt x="1797729" y="4165547"/>
                </a:cubicBezTo>
                <a:cubicBezTo>
                  <a:pt x="1693340" y="4155492"/>
                  <a:pt x="1589207" y="4164372"/>
                  <a:pt x="1485458" y="4175995"/>
                </a:cubicBezTo>
                <a:cubicBezTo>
                  <a:pt x="1307344" y="4195571"/>
                  <a:pt x="1127888" y="4198979"/>
                  <a:pt x="949185" y="4186181"/>
                </a:cubicBezTo>
                <a:cubicBezTo>
                  <a:pt x="751793" y="4172468"/>
                  <a:pt x="554529" y="4174950"/>
                  <a:pt x="357136" y="4175995"/>
                </a:cubicBezTo>
                <a:lnTo>
                  <a:pt x="0" y="4175060"/>
                </a:lnTo>
                <a:close/>
              </a:path>
            </a:pathLst>
          </a:custGeom>
        </p:spPr>
        <p:txBody>
          <a:bodyPr wrap="square" anchor="ctr">
            <a:noAutofit/>
          </a:bodyPr>
          <a:lstStyle>
            <a:lvl1pPr algn="ctr">
              <a:buNone/>
              <a:defRPr sz="2400"/>
            </a:lvl1pPr>
          </a:lstStyle>
          <a:p>
            <a:r>
              <a:rPr lang="en-US" dirty="0"/>
              <a:t>Click icon to add picture</a:t>
            </a:r>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4654296" y="329184"/>
            <a:ext cx="6894576" cy="1783080"/>
          </a:xfrm>
        </p:spPr>
        <p:txBody>
          <a:bodyPr anchor="b"/>
          <a:lstStyle>
            <a:lvl1pPr>
              <a:defRPr sz="72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4654296" y="2706624"/>
            <a:ext cx="6894576" cy="3483864"/>
          </a:xfrm>
        </p:spPr>
        <p:txBody>
          <a:bodyPr>
            <a:normAutofit/>
          </a:bodyPr>
          <a:lstStyle>
            <a:lvl1pPr marL="0" indent="0">
              <a:buNone/>
              <a:defRPr sz="2400"/>
            </a:lvl1pPr>
            <a:lvl2pPr marL="228600">
              <a:defRPr sz="2000"/>
            </a:lvl2pPr>
            <a:lvl3pPr marL="457200">
              <a:defRPr sz="1800"/>
            </a:lvl3pPr>
            <a:lvl4pPr marL="685800">
              <a:defRPr sz="1600"/>
            </a:lvl4pPr>
            <a:lvl5pPr marL="9144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8641080" y="6356350"/>
            <a:ext cx="2743200" cy="365125"/>
          </a:xfrm>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9B1377BC-1A5F-4113-953E-30CA51FC6F91}"/>
              </a:ext>
            </a:extLst>
          </p:cNvPr>
          <p:cNvSpPr/>
          <p:nvPr userDrawn="1"/>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1380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CB56F624-1B75-47D6-8B9E-1F3E7840AE13}"/>
              </a:ext>
            </a:extLst>
          </p:cNvPr>
          <p:cNvSpPr>
            <a:spLocks noChangeAspect="1"/>
          </p:cNvSpPr>
          <p:nvPr userDrawn="1"/>
        </p:nvSpPr>
        <p:spPr>
          <a:xfrm>
            <a:off x="807242" y="612648"/>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2066544" y="1911096"/>
            <a:ext cx="8055864" cy="2075688"/>
          </a:xfrm>
        </p:spPr>
        <p:txBody>
          <a:bodyPr anchor="b"/>
          <a:lstStyle>
            <a:lvl1pPr algn="ctr">
              <a:defRPr sz="8000">
                <a:solidFill>
                  <a:schemeClr val="bg1"/>
                </a:solidFill>
              </a:defRPr>
            </a:lvl1pPr>
          </a:lstStyle>
          <a:p>
            <a:r>
              <a:rPr lang="en-US" dirty="0"/>
              <a:t>Title</a:t>
            </a:r>
          </a:p>
        </p:txBody>
      </p:sp>
      <p:sp>
        <p:nvSpPr>
          <p:cNvPr id="11" name="Rectangle 6">
            <a:extLst>
              <a:ext uri="{FF2B5EF4-FFF2-40B4-BE49-F238E27FC236}">
                <a16:creationId xmlns:a16="http://schemas.microsoft.com/office/drawing/2014/main" id="{EC686F5F-8990-4C72-9CE5-9517854EA994}"/>
              </a:ext>
            </a:extLst>
          </p:cNvPr>
          <p:cNvSpPr/>
          <p:nvPr userDrawn="1"/>
        </p:nvSpPr>
        <p:spPr>
          <a:xfrm>
            <a:off x="3974206" y="417349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1BBF36E3-BC05-42D6-BE88-CFA8276D6AAD}"/>
              </a:ext>
            </a:extLst>
          </p:cNvPr>
          <p:cNvSpPr>
            <a:spLocks noGrp="1"/>
          </p:cNvSpPr>
          <p:nvPr>
            <p:ph type="body" sz="quarter" idx="13" hasCustomPrompt="1"/>
          </p:nvPr>
        </p:nvSpPr>
        <p:spPr>
          <a:xfrm>
            <a:off x="3227832" y="4352544"/>
            <a:ext cx="5733288" cy="932688"/>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2915773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768096" y="365125"/>
            <a:ext cx="10515600" cy="1325563"/>
          </a:xfrm>
        </p:spPr>
        <p:txBody>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2075688"/>
            <a:ext cx="10515600" cy="41056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552069 w 10515600"/>
              <a:gd name="connsiteY1" fmla="*/ 0 h 27432"/>
              <a:gd name="connsiteX2" fmla="*/ 893826 w 10515600"/>
              <a:gd name="connsiteY2" fmla="*/ 0 h 27432"/>
              <a:gd name="connsiteX3" fmla="*/ 1761363 w 10515600"/>
              <a:gd name="connsiteY3" fmla="*/ 0 h 27432"/>
              <a:gd name="connsiteX4" fmla="*/ 2313432 w 10515600"/>
              <a:gd name="connsiteY4" fmla="*/ 0 h 27432"/>
              <a:gd name="connsiteX5" fmla="*/ 2865501 w 10515600"/>
              <a:gd name="connsiteY5" fmla="*/ 0 h 27432"/>
              <a:gd name="connsiteX6" fmla="*/ 3733038 w 10515600"/>
              <a:gd name="connsiteY6" fmla="*/ 0 h 27432"/>
              <a:gd name="connsiteX7" fmla="*/ 4179951 w 10515600"/>
              <a:gd name="connsiteY7" fmla="*/ 0 h 27432"/>
              <a:gd name="connsiteX8" fmla="*/ 5047488 w 10515600"/>
              <a:gd name="connsiteY8" fmla="*/ 0 h 27432"/>
              <a:gd name="connsiteX9" fmla="*/ 5915025 w 10515600"/>
              <a:gd name="connsiteY9" fmla="*/ 0 h 27432"/>
              <a:gd name="connsiteX10" fmla="*/ 6572250 w 10515600"/>
              <a:gd name="connsiteY10" fmla="*/ 0 h 27432"/>
              <a:gd name="connsiteX11" fmla="*/ 7439787 w 10515600"/>
              <a:gd name="connsiteY11" fmla="*/ 0 h 27432"/>
              <a:gd name="connsiteX12" fmla="*/ 7991856 w 10515600"/>
              <a:gd name="connsiteY12" fmla="*/ 0 h 27432"/>
              <a:gd name="connsiteX13" fmla="*/ 8543925 w 10515600"/>
              <a:gd name="connsiteY13" fmla="*/ 0 h 27432"/>
              <a:gd name="connsiteX14" fmla="*/ 9306306 w 10515600"/>
              <a:gd name="connsiteY14" fmla="*/ 0 h 27432"/>
              <a:gd name="connsiteX15" fmla="*/ 9858375 w 10515600"/>
              <a:gd name="connsiteY15" fmla="*/ 0 h 27432"/>
              <a:gd name="connsiteX16" fmla="*/ 10515600 w 10515600"/>
              <a:gd name="connsiteY16" fmla="*/ 0 h 27432"/>
              <a:gd name="connsiteX17" fmla="*/ 10515600 w 10515600"/>
              <a:gd name="connsiteY17" fmla="*/ 27432 h 27432"/>
              <a:gd name="connsiteX18" fmla="*/ 9753219 w 10515600"/>
              <a:gd name="connsiteY18" fmla="*/ 27432 h 27432"/>
              <a:gd name="connsiteX19" fmla="*/ 9411462 w 10515600"/>
              <a:gd name="connsiteY19" fmla="*/ 27432 h 27432"/>
              <a:gd name="connsiteX20" fmla="*/ 8964549 w 10515600"/>
              <a:gd name="connsiteY20" fmla="*/ 27432 h 27432"/>
              <a:gd name="connsiteX21" fmla="*/ 8097012 w 10515600"/>
              <a:gd name="connsiteY21" fmla="*/ 27432 h 27432"/>
              <a:gd name="connsiteX22" fmla="*/ 7439787 w 10515600"/>
              <a:gd name="connsiteY22" fmla="*/ 27432 h 27432"/>
              <a:gd name="connsiteX23" fmla="*/ 6992874 w 10515600"/>
              <a:gd name="connsiteY23" fmla="*/ 27432 h 27432"/>
              <a:gd name="connsiteX24" fmla="*/ 6335649 w 10515600"/>
              <a:gd name="connsiteY24" fmla="*/ 27432 h 27432"/>
              <a:gd name="connsiteX25" fmla="*/ 5993892 w 10515600"/>
              <a:gd name="connsiteY25" fmla="*/ 27432 h 27432"/>
              <a:gd name="connsiteX26" fmla="*/ 5652135 w 10515600"/>
              <a:gd name="connsiteY26" fmla="*/ 27432 h 27432"/>
              <a:gd name="connsiteX27" fmla="*/ 4994910 w 10515600"/>
              <a:gd name="connsiteY27" fmla="*/ 27432 h 27432"/>
              <a:gd name="connsiteX28" fmla="*/ 4547997 w 10515600"/>
              <a:gd name="connsiteY28" fmla="*/ 27432 h 27432"/>
              <a:gd name="connsiteX29" fmla="*/ 3785616 w 10515600"/>
              <a:gd name="connsiteY29" fmla="*/ 27432 h 27432"/>
              <a:gd name="connsiteX30" fmla="*/ 3338703 w 10515600"/>
              <a:gd name="connsiteY30" fmla="*/ 27432 h 27432"/>
              <a:gd name="connsiteX31" fmla="*/ 2576322 w 10515600"/>
              <a:gd name="connsiteY31" fmla="*/ 27432 h 27432"/>
              <a:gd name="connsiteX32" fmla="*/ 2234565 w 10515600"/>
              <a:gd name="connsiteY32" fmla="*/ 27432 h 27432"/>
              <a:gd name="connsiteX33" fmla="*/ 1472184 w 10515600"/>
              <a:gd name="connsiteY33" fmla="*/ 27432 h 27432"/>
              <a:gd name="connsiteX34" fmla="*/ 1025271 w 10515600"/>
              <a:gd name="connsiteY34" fmla="*/ 27432 h 27432"/>
              <a:gd name="connsiteX35" fmla="*/ 683514 w 10515600"/>
              <a:gd name="connsiteY35" fmla="*/ 27432 h 27432"/>
              <a:gd name="connsiteX36" fmla="*/ 0 w 10515600"/>
              <a:gd name="connsiteY36" fmla="*/ 27432 h 27432"/>
              <a:gd name="connsiteX37" fmla="*/ 0 w 10515600"/>
              <a:gd name="connsiteY37"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515600" h="27432"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no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76438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6F9E1DA-21B7-46CB-A98B-FA0C2179E1DE}"/>
              </a:ext>
            </a:extLst>
          </p:cNvPr>
          <p:cNvSpPr/>
          <p:nvPr userDrawn="1"/>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527048" y="932688"/>
            <a:ext cx="9144000" cy="2523744"/>
          </a:xfrm>
        </p:spPr>
        <p:txBody>
          <a:bodyPr anchor="b"/>
          <a:lstStyle>
            <a:lvl1pPr algn="ctr">
              <a:defRPr sz="60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2" name="Rectangle 11">
            <a:extLst>
              <a:ext uri="{FF2B5EF4-FFF2-40B4-BE49-F238E27FC236}">
                <a16:creationId xmlns:a16="http://schemas.microsoft.com/office/drawing/2014/main" id="{9474AF53-8E5D-4CC4-B341-32DDBD4237D3}"/>
              </a:ext>
            </a:extLst>
          </p:cNvPr>
          <p:cNvSpPr/>
          <p:nvPr userDrawn="1"/>
        </p:nvSpPr>
        <p:spPr>
          <a:xfrm>
            <a:off x="3974206" y="3542284"/>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D9470D2B-C603-4551-B51F-8216C72B2DD5}"/>
              </a:ext>
            </a:extLst>
          </p:cNvPr>
          <p:cNvSpPr>
            <a:spLocks noGrp="1"/>
          </p:cNvSpPr>
          <p:nvPr>
            <p:ph type="body" sz="quarter" idx="13" hasCustomPrompt="1"/>
          </p:nvPr>
        </p:nvSpPr>
        <p:spPr>
          <a:xfrm>
            <a:off x="1527048" y="3694176"/>
            <a:ext cx="9144000" cy="1627632"/>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3744367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BCD35F50-8168-4166-90C4-6A55BA443EBF}"/>
              </a:ext>
            </a:extLst>
          </p:cNvPr>
          <p:cNvSpPr>
            <a:spLocks noGrp="1"/>
          </p:cNvSpPr>
          <p:nvPr>
            <p:ph type="pic" sz="quarter" idx="16"/>
          </p:nvPr>
        </p:nvSpPr>
        <p:spPr>
          <a:xfrm>
            <a:off x="7732109" y="3063095"/>
            <a:ext cx="1463039" cy="1479810"/>
          </a:xfrm>
          <a:custGeom>
            <a:avLst/>
            <a:gdLst>
              <a:gd name="connsiteX0" fmla="*/ 866622 w 1463039"/>
              <a:gd name="connsiteY0" fmla="*/ 571 h 1479810"/>
              <a:gd name="connsiteX1" fmla="*/ 964706 w 1463039"/>
              <a:gd name="connsiteY1" fmla="*/ 8669 h 1479810"/>
              <a:gd name="connsiteX2" fmla="*/ 1111825 w 1463039"/>
              <a:gd name="connsiteY2" fmla="*/ 8366 h 1479810"/>
              <a:gd name="connsiteX3" fmla="*/ 1290055 w 1463039"/>
              <a:gd name="connsiteY3" fmla="*/ 8730 h 1479810"/>
              <a:gd name="connsiteX4" fmla="*/ 1417397 w 1463039"/>
              <a:gd name="connsiteY4" fmla="*/ 6608 h 1479810"/>
              <a:gd name="connsiteX5" fmla="*/ 1454473 w 1463039"/>
              <a:gd name="connsiteY5" fmla="*/ 5290 h 1479810"/>
              <a:gd name="connsiteX6" fmla="*/ 1449518 w 1463039"/>
              <a:gd name="connsiteY6" fmla="*/ 94305 h 1479810"/>
              <a:gd name="connsiteX7" fmla="*/ 1454054 w 1463039"/>
              <a:gd name="connsiteY7" fmla="*/ 198723 h 1479810"/>
              <a:gd name="connsiteX8" fmla="*/ 1456615 w 1463039"/>
              <a:gd name="connsiteY8" fmla="*/ 391199 h 1479810"/>
              <a:gd name="connsiteX9" fmla="*/ 1452607 w 1463039"/>
              <a:gd name="connsiteY9" fmla="*/ 565102 h 1479810"/>
              <a:gd name="connsiteX10" fmla="*/ 1461012 w 1463039"/>
              <a:gd name="connsiteY10" fmla="*/ 624834 h 1479810"/>
              <a:gd name="connsiteX11" fmla="*/ 1451383 w 1463039"/>
              <a:gd name="connsiteY11" fmla="*/ 907022 h 1479810"/>
              <a:gd name="connsiteX12" fmla="*/ 1452663 w 1463039"/>
              <a:gd name="connsiteY12" fmla="*/ 1009694 h 1479810"/>
              <a:gd name="connsiteX13" fmla="*/ 1456002 w 1463039"/>
              <a:gd name="connsiteY13" fmla="*/ 1096988 h 1479810"/>
              <a:gd name="connsiteX14" fmla="*/ 1453720 w 1463039"/>
              <a:gd name="connsiteY14" fmla="*/ 1174562 h 1479810"/>
              <a:gd name="connsiteX15" fmla="*/ 1461722 w 1463039"/>
              <a:gd name="connsiteY15" fmla="*/ 1280018 h 1479810"/>
              <a:gd name="connsiteX16" fmla="*/ 1463039 w 1463039"/>
              <a:gd name="connsiteY16" fmla="*/ 1330769 h 1479810"/>
              <a:gd name="connsiteX17" fmla="*/ 1463039 w 1463039"/>
              <a:gd name="connsiteY17" fmla="*/ 1433804 h 1479810"/>
              <a:gd name="connsiteX18" fmla="*/ 1458897 w 1463039"/>
              <a:gd name="connsiteY18" fmla="*/ 1471900 h 1479810"/>
              <a:gd name="connsiteX19" fmla="*/ 1458306 w 1463039"/>
              <a:gd name="connsiteY19" fmla="*/ 1476109 h 1479810"/>
              <a:gd name="connsiteX20" fmla="*/ 1456251 w 1463039"/>
              <a:gd name="connsiteY20" fmla="*/ 1476006 h 1479810"/>
              <a:gd name="connsiteX21" fmla="*/ 1358699 w 1463039"/>
              <a:gd name="connsiteY21" fmla="*/ 1478795 h 1479810"/>
              <a:gd name="connsiteX22" fmla="*/ 1337088 w 1463039"/>
              <a:gd name="connsiteY22" fmla="*/ 1479810 h 1479810"/>
              <a:gd name="connsiteX23" fmla="*/ 1199842 w 1463039"/>
              <a:gd name="connsiteY23" fmla="*/ 1479810 h 1479810"/>
              <a:gd name="connsiteX24" fmla="*/ 1178285 w 1463039"/>
              <a:gd name="connsiteY24" fmla="*/ 1478795 h 1479810"/>
              <a:gd name="connsiteX25" fmla="*/ 859950 w 1463039"/>
              <a:gd name="connsiteY25" fmla="*/ 1471898 h 1479810"/>
              <a:gd name="connsiteX26" fmla="*/ 711774 w 1463039"/>
              <a:gd name="connsiteY26" fmla="*/ 1479810 h 1479810"/>
              <a:gd name="connsiteX27" fmla="*/ 637511 w 1463039"/>
              <a:gd name="connsiteY27" fmla="*/ 1479810 h 1479810"/>
              <a:gd name="connsiteX28" fmla="*/ 500700 w 1463039"/>
              <a:gd name="connsiteY28" fmla="*/ 1474455 h 1479810"/>
              <a:gd name="connsiteX29" fmla="*/ 234328 w 1463039"/>
              <a:gd name="connsiteY29" fmla="*/ 1468257 h 1479810"/>
              <a:gd name="connsiteX30" fmla="*/ 183686 w 1463039"/>
              <a:gd name="connsiteY30" fmla="*/ 1476228 h 1479810"/>
              <a:gd name="connsiteX31" fmla="*/ 157756 w 1463039"/>
              <a:gd name="connsiteY31" fmla="*/ 1479810 h 1479810"/>
              <a:gd name="connsiteX32" fmla="*/ 13214 w 1463039"/>
              <a:gd name="connsiteY32" fmla="*/ 1479810 h 1479810"/>
              <a:gd name="connsiteX33" fmla="*/ 15315 w 1463039"/>
              <a:gd name="connsiteY33" fmla="*/ 1462749 h 1479810"/>
              <a:gd name="connsiteX34" fmla="*/ 11891 w 1463039"/>
              <a:gd name="connsiteY34" fmla="*/ 1410409 h 1479810"/>
              <a:gd name="connsiteX35" fmla="*/ 6411 w 1463039"/>
              <a:gd name="connsiteY35" fmla="*/ 1244508 h 1479810"/>
              <a:gd name="connsiteX36" fmla="*/ 6849 w 1463039"/>
              <a:gd name="connsiteY36" fmla="*/ 1119455 h 1479810"/>
              <a:gd name="connsiteX37" fmla="*/ 6849 w 1463039"/>
              <a:gd name="connsiteY37" fmla="*/ 1060773 h 1479810"/>
              <a:gd name="connsiteX38" fmla="*/ 9698 w 1463039"/>
              <a:gd name="connsiteY38" fmla="*/ 982321 h 1479810"/>
              <a:gd name="connsiteX39" fmla="*/ 4219 w 1463039"/>
              <a:gd name="connsiteY39" fmla="*/ 947592 h 1479810"/>
              <a:gd name="connsiteX40" fmla="*/ 6903 w 1463039"/>
              <a:gd name="connsiteY40" fmla="*/ 858680 h 1479810"/>
              <a:gd name="connsiteX41" fmla="*/ 9808 w 1463039"/>
              <a:gd name="connsiteY41" fmla="*/ 755960 h 1479810"/>
              <a:gd name="connsiteX42" fmla="*/ 10247 w 1463039"/>
              <a:gd name="connsiteY42" fmla="*/ 673166 h 1479810"/>
              <a:gd name="connsiteX43" fmla="*/ 11452 w 1463039"/>
              <a:gd name="connsiteY43" fmla="*/ 516733 h 1479810"/>
              <a:gd name="connsiteX44" fmla="*/ 10465 w 1463039"/>
              <a:gd name="connsiteY44" fmla="*/ 425571 h 1479810"/>
              <a:gd name="connsiteX45" fmla="*/ 10465 w 1463039"/>
              <a:gd name="connsiteY45" fmla="*/ 216366 h 1479810"/>
              <a:gd name="connsiteX46" fmla="*/ 10795 w 1463039"/>
              <a:gd name="connsiteY46" fmla="*/ 104023 h 1479810"/>
              <a:gd name="connsiteX47" fmla="*/ 3534 w 1463039"/>
              <a:gd name="connsiteY47" fmla="*/ 20936 h 1479810"/>
              <a:gd name="connsiteX48" fmla="*/ 3924 w 1463039"/>
              <a:gd name="connsiteY48" fmla="*/ 8444 h 1479810"/>
              <a:gd name="connsiteX49" fmla="*/ 72291 w 1463039"/>
              <a:gd name="connsiteY49" fmla="*/ 7146 h 1479810"/>
              <a:gd name="connsiteX50" fmla="*/ 231770 w 1463039"/>
              <a:gd name="connsiteY50" fmla="*/ 4001 h 1479810"/>
              <a:gd name="connsiteX51" fmla="*/ 364602 w 1463039"/>
              <a:gd name="connsiteY51" fmla="*/ 11882 h 1479810"/>
              <a:gd name="connsiteX52" fmla="*/ 768233 w 1463039"/>
              <a:gd name="connsiteY52" fmla="*/ 2061 h 1479810"/>
              <a:gd name="connsiteX53" fmla="*/ 866622 w 1463039"/>
              <a:gd name="connsiteY53" fmla="*/ 571 h 147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463039" h="1479810">
                <a:moveTo>
                  <a:pt x="866622" y="571"/>
                </a:moveTo>
                <a:cubicBezTo>
                  <a:pt x="899405" y="1673"/>
                  <a:pt x="932136" y="4374"/>
                  <a:pt x="964706" y="8669"/>
                </a:cubicBezTo>
                <a:cubicBezTo>
                  <a:pt x="1013529" y="15823"/>
                  <a:pt x="1062766" y="11397"/>
                  <a:pt x="1111825" y="8366"/>
                </a:cubicBezTo>
                <a:cubicBezTo>
                  <a:pt x="1171216" y="4668"/>
                  <a:pt x="1230547" y="2667"/>
                  <a:pt x="1290055" y="8730"/>
                </a:cubicBezTo>
                <a:cubicBezTo>
                  <a:pt x="1332384" y="13094"/>
                  <a:pt x="1374949" y="9033"/>
                  <a:pt x="1417397" y="6608"/>
                </a:cubicBezTo>
                <a:lnTo>
                  <a:pt x="1454473" y="5290"/>
                </a:lnTo>
                <a:lnTo>
                  <a:pt x="1449518" y="94305"/>
                </a:lnTo>
                <a:cubicBezTo>
                  <a:pt x="1449059" y="129134"/>
                  <a:pt x="1450325" y="163951"/>
                  <a:pt x="1454054" y="198723"/>
                </a:cubicBezTo>
                <a:cubicBezTo>
                  <a:pt x="1459999" y="262767"/>
                  <a:pt x="1460856" y="327062"/>
                  <a:pt x="1456615" y="391199"/>
                </a:cubicBezTo>
                <a:cubicBezTo>
                  <a:pt x="1453665" y="449151"/>
                  <a:pt x="1446428" y="507012"/>
                  <a:pt x="1452607" y="565102"/>
                </a:cubicBezTo>
                <a:cubicBezTo>
                  <a:pt x="1454722" y="585089"/>
                  <a:pt x="1459843" y="604710"/>
                  <a:pt x="1461012" y="624834"/>
                </a:cubicBezTo>
                <a:cubicBezTo>
                  <a:pt x="1466578" y="719110"/>
                  <a:pt x="1458229" y="813066"/>
                  <a:pt x="1451383" y="907022"/>
                </a:cubicBezTo>
                <a:cubicBezTo>
                  <a:pt x="1448878" y="941246"/>
                  <a:pt x="1445816" y="975470"/>
                  <a:pt x="1452663" y="1009694"/>
                </a:cubicBezTo>
                <a:cubicBezTo>
                  <a:pt x="1458090" y="1038574"/>
                  <a:pt x="1459209" y="1067889"/>
                  <a:pt x="1456002" y="1096988"/>
                </a:cubicBezTo>
                <a:cubicBezTo>
                  <a:pt x="1452796" y="1122760"/>
                  <a:pt x="1452034" y="1148693"/>
                  <a:pt x="1453720" y="1174562"/>
                </a:cubicBezTo>
                <a:cubicBezTo>
                  <a:pt x="1457199" y="1209699"/>
                  <a:pt x="1459899" y="1244847"/>
                  <a:pt x="1461722" y="1280018"/>
                </a:cubicBezTo>
                <a:lnTo>
                  <a:pt x="1463039" y="1330769"/>
                </a:lnTo>
                <a:lnTo>
                  <a:pt x="1463039" y="1433804"/>
                </a:lnTo>
                <a:lnTo>
                  <a:pt x="1458897" y="1471900"/>
                </a:lnTo>
                <a:lnTo>
                  <a:pt x="1458306" y="1476109"/>
                </a:lnTo>
                <a:lnTo>
                  <a:pt x="1456251" y="1476006"/>
                </a:lnTo>
                <a:cubicBezTo>
                  <a:pt x="1423775" y="1477710"/>
                  <a:pt x="1391236" y="1478252"/>
                  <a:pt x="1358699" y="1478795"/>
                </a:cubicBezTo>
                <a:lnTo>
                  <a:pt x="1337088" y="1479810"/>
                </a:lnTo>
                <a:lnTo>
                  <a:pt x="1199842" y="1479810"/>
                </a:lnTo>
                <a:lnTo>
                  <a:pt x="1178285" y="1478795"/>
                </a:lnTo>
                <a:cubicBezTo>
                  <a:pt x="1072671" y="1461942"/>
                  <a:pt x="965946" y="1459625"/>
                  <a:pt x="859950" y="1471898"/>
                </a:cubicBezTo>
                <a:lnTo>
                  <a:pt x="711774" y="1479810"/>
                </a:lnTo>
                <a:lnTo>
                  <a:pt x="637511" y="1479810"/>
                </a:lnTo>
                <a:lnTo>
                  <a:pt x="500700" y="1474455"/>
                </a:lnTo>
                <a:cubicBezTo>
                  <a:pt x="412071" y="1467172"/>
                  <a:pt x="323261" y="1461748"/>
                  <a:pt x="234328" y="1468257"/>
                </a:cubicBezTo>
                <a:cubicBezTo>
                  <a:pt x="217301" y="1469536"/>
                  <a:pt x="200486" y="1472964"/>
                  <a:pt x="183686" y="1476228"/>
                </a:cubicBezTo>
                <a:lnTo>
                  <a:pt x="157756" y="1479810"/>
                </a:lnTo>
                <a:lnTo>
                  <a:pt x="13214" y="1479810"/>
                </a:lnTo>
                <a:lnTo>
                  <a:pt x="15315" y="1462749"/>
                </a:lnTo>
                <a:cubicBezTo>
                  <a:pt x="16576" y="1445267"/>
                  <a:pt x="16192" y="1427772"/>
                  <a:pt x="11891" y="1410409"/>
                </a:cubicBezTo>
                <a:cubicBezTo>
                  <a:pt x="-1809" y="1355230"/>
                  <a:pt x="931" y="1300104"/>
                  <a:pt x="6411" y="1244508"/>
                </a:cubicBezTo>
                <a:cubicBezTo>
                  <a:pt x="10521" y="1203137"/>
                  <a:pt x="15069" y="1161296"/>
                  <a:pt x="6849" y="1119455"/>
                </a:cubicBezTo>
                <a:cubicBezTo>
                  <a:pt x="3315" y="1100041"/>
                  <a:pt x="3315" y="1080187"/>
                  <a:pt x="6849" y="1060773"/>
                </a:cubicBezTo>
                <a:cubicBezTo>
                  <a:pt x="11123" y="1034622"/>
                  <a:pt x="15178" y="1008733"/>
                  <a:pt x="9698" y="982321"/>
                </a:cubicBezTo>
                <a:cubicBezTo>
                  <a:pt x="7288" y="970815"/>
                  <a:pt x="5480" y="959204"/>
                  <a:pt x="4219" y="947592"/>
                </a:cubicBezTo>
                <a:cubicBezTo>
                  <a:pt x="1709" y="917948"/>
                  <a:pt x="2608" y="888136"/>
                  <a:pt x="6903" y="858680"/>
                </a:cubicBezTo>
                <a:cubicBezTo>
                  <a:pt x="11014" y="824475"/>
                  <a:pt x="4328" y="790061"/>
                  <a:pt x="9808" y="755960"/>
                </a:cubicBezTo>
                <a:cubicBezTo>
                  <a:pt x="13699" y="728497"/>
                  <a:pt x="13847" y="700667"/>
                  <a:pt x="10247" y="673166"/>
                </a:cubicBezTo>
                <a:cubicBezTo>
                  <a:pt x="3769" y="621179"/>
                  <a:pt x="4174" y="568621"/>
                  <a:pt x="11452" y="516733"/>
                </a:cubicBezTo>
                <a:cubicBezTo>
                  <a:pt x="15946" y="486450"/>
                  <a:pt x="18521" y="455279"/>
                  <a:pt x="10465" y="425571"/>
                </a:cubicBezTo>
                <a:cubicBezTo>
                  <a:pt x="-8495" y="355749"/>
                  <a:pt x="2575" y="285822"/>
                  <a:pt x="10465" y="216366"/>
                </a:cubicBezTo>
                <a:cubicBezTo>
                  <a:pt x="15261" y="179065"/>
                  <a:pt x="15370" y="141350"/>
                  <a:pt x="10795" y="104023"/>
                </a:cubicBezTo>
                <a:cubicBezTo>
                  <a:pt x="6734" y="76457"/>
                  <a:pt x="4312" y="48717"/>
                  <a:pt x="3534" y="20936"/>
                </a:cubicBezTo>
                <a:lnTo>
                  <a:pt x="3924" y="8444"/>
                </a:lnTo>
                <a:lnTo>
                  <a:pt x="72291" y="7146"/>
                </a:lnTo>
                <a:cubicBezTo>
                  <a:pt x="125549" y="5562"/>
                  <a:pt x="178727" y="3395"/>
                  <a:pt x="231770" y="4001"/>
                </a:cubicBezTo>
                <a:cubicBezTo>
                  <a:pt x="276048" y="4486"/>
                  <a:pt x="320207" y="13579"/>
                  <a:pt x="364602" y="11882"/>
                </a:cubicBezTo>
                <a:cubicBezTo>
                  <a:pt x="499146" y="6911"/>
                  <a:pt x="633749" y="8548"/>
                  <a:pt x="768233" y="2061"/>
                </a:cubicBezTo>
                <a:cubicBezTo>
                  <a:pt x="801007" y="-37"/>
                  <a:pt x="833840" y="-532"/>
                  <a:pt x="866622" y="571"/>
                </a:cubicBezTo>
                <a:close/>
              </a:path>
            </a:pathLst>
          </a:custGeom>
        </p:spPr>
        <p:txBody>
          <a:bodyPr wrap="square" anchor="ctr">
            <a:noAutofit/>
          </a:bodyPr>
          <a:lstStyle>
            <a:lvl1pPr algn="ctr">
              <a:buNone/>
              <a:defRPr sz="2000"/>
            </a:lvl1pPr>
          </a:lstStyle>
          <a:p>
            <a:r>
              <a:rPr lang="en-US" dirty="0"/>
              <a:t>Click icon to add picture</a:t>
            </a:r>
          </a:p>
        </p:txBody>
      </p:sp>
      <p:sp>
        <p:nvSpPr>
          <p:cNvPr id="30" name="Picture Placeholder 29">
            <a:extLst>
              <a:ext uri="{FF2B5EF4-FFF2-40B4-BE49-F238E27FC236}">
                <a16:creationId xmlns:a16="http://schemas.microsoft.com/office/drawing/2014/main" id="{163C3609-48D8-42DB-AD9E-61699A6F1318}"/>
              </a:ext>
            </a:extLst>
          </p:cNvPr>
          <p:cNvSpPr>
            <a:spLocks noGrp="1"/>
          </p:cNvSpPr>
          <p:nvPr>
            <p:ph type="pic" sz="quarter" idx="17"/>
          </p:nvPr>
        </p:nvSpPr>
        <p:spPr>
          <a:xfrm>
            <a:off x="10101259" y="3064916"/>
            <a:ext cx="1442437" cy="1477990"/>
          </a:xfrm>
          <a:custGeom>
            <a:avLst/>
            <a:gdLst>
              <a:gd name="connsiteX0" fmla="*/ 866623 w 1442437"/>
              <a:gd name="connsiteY0" fmla="*/ 571 h 1477990"/>
              <a:gd name="connsiteX1" fmla="*/ 964707 w 1442437"/>
              <a:gd name="connsiteY1" fmla="*/ 8669 h 1477990"/>
              <a:gd name="connsiteX2" fmla="*/ 1111826 w 1442437"/>
              <a:gd name="connsiteY2" fmla="*/ 8366 h 1477990"/>
              <a:gd name="connsiteX3" fmla="*/ 1290056 w 1442437"/>
              <a:gd name="connsiteY3" fmla="*/ 8730 h 1477990"/>
              <a:gd name="connsiteX4" fmla="*/ 1417398 w 1442437"/>
              <a:gd name="connsiteY4" fmla="*/ 6608 h 1477990"/>
              <a:gd name="connsiteX5" fmla="*/ 1442437 w 1442437"/>
              <a:gd name="connsiteY5" fmla="*/ 5718 h 1477990"/>
              <a:gd name="connsiteX6" fmla="*/ 1442437 w 1442437"/>
              <a:gd name="connsiteY6" fmla="*/ 1476401 h 1477990"/>
              <a:gd name="connsiteX7" fmla="*/ 1386857 w 1442437"/>
              <a:gd name="connsiteY7" fmla="*/ 1477990 h 1477990"/>
              <a:gd name="connsiteX8" fmla="*/ 1169378 w 1442437"/>
              <a:gd name="connsiteY8" fmla="*/ 1477990 h 1477990"/>
              <a:gd name="connsiteX9" fmla="*/ 1019262 w 1442437"/>
              <a:gd name="connsiteY9" fmla="*/ 1464424 h 1477990"/>
              <a:gd name="connsiteX10" fmla="*/ 859951 w 1442437"/>
              <a:gd name="connsiteY10" fmla="*/ 1471898 h 1477990"/>
              <a:gd name="connsiteX11" fmla="*/ 745859 w 1442437"/>
              <a:gd name="connsiteY11" fmla="*/ 1477990 h 1477990"/>
              <a:gd name="connsiteX12" fmla="*/ 591014 w 1442437"/>
              <a:gd name="connsiteY12" fmla="*/ 1477990 h 1477990"/>
              <a:gd name="connsiteX13" fmla="*/ 500701 w 1442437"/>
              <a:gd name="connsiteY13" fmla="*/ 1474455 h 1477990"/>
              <a:gd name="connsiteX14" fmla="*/ 234329 w 1442437"/>
              <a:gd name="connsiteY14" fmla="*/ 1468257 h 1477990"/>
              <a:gd name="connsiteX15" fmla="*/ 183687 w 1442437"/>
              <a:gd name="connsiteY15" fmla="*/ 1476228 h 1477990"/>
              <a:gd name="connsiteX16" fmla="*/ 170933 w 1442437"/>
              <a:gd name="connsiteY16" fmla="*/ 1477990 h 1477990"/>
              <a:gd name="connsiteX17" fmla="*/ 13439 w 1442437"/>
              <a:gd name="connsiteY17" fmla="*/ 1477990 h 1477990"/>
              <a:gd name="connsiteX18" fmla="*/ 15316 w 1442437"/>
              <a:gd name="connsiteY18" fmla="*/ 1462749 h 1477990"/>
              <a:gd name="connsiteX19" fmla="*/ 11892 w 1442437"/>
              <a:gd name="connsiteY19" fmla="*/ 1410409 h 1477990"/>
              <a:gd name="connsiteX20" fmla="*/ 6412 w 1442437"/>
              <a:gd name="connsiteY20" fmla="*/ 1244508 h 1477990"/>
              <a:gd name="connsiteX21" fmla="*/ 6850 w 1442437"/>
              <a:gd name="connsiteY21" fmla="*/ 1119455 h 1477990"/>
              <a:gd name="connsiteX22" fmla="*/ 6850 w 1442437"/>
              <a:gd name="connsiteY22" fmla="*/ 1060773 h 1477990"/>
              <a:gd name="connsiteX23" fmla="*/ 9699 w 1442437"/>
              <a:gd name="connsiteY23" fmla="*/ 982321 h 1477990"/>
              <a:gd name="connsiteX24" fmla="*/ 4220 w 1442437"/>
              <a:gd name="connsiteY24" fmla="*/ 947592 h 1477990"/>
              <a:gd name="connsiteX25" fmla="*/ 6904 w 1442437"/>
              <a:gd name="connsiteY25" fmla="*/ 858680 h 1477990"/>
              <a:gd name="connsiteX26" fmla="*/ 9809 w 1442437"/>
              <a:gd name="connsiteY26" fmla="*/ 755960 h 1477990"/>
              <a:gd name="connsiteX27" fmla="*/ 10248 w 1442437"/>
              <a:gd name="connsiteY27" fmla="*/ 673166 h 1477990"/>
              <a:gd name="connsiteX28" fmla="*/ 11453 w 1442437"/>
              <a:gd name="connsiteY28" fmla="*/ 516733 h 1477990"/>
              <a:gd name="connsiteX29" fmla="*/ 10466 w 1442437"/>
              <a:gd name="connsiteY29" fmla="*/ 425571 h 1477990"/>
              <a:gd name="connsiteX30" fmla="*/ 10466 w 1442437"/>
              <a:gd name="connsiteY30" fmla="*/ 216366 h 1477990"/>
              <a:gd name="connsiteX31" fmla="*/ 10796 w 1442437"/>
              <a:gd name="connsiteY31" fmla="*/ 104023 h 1477990"/>
              <a:gd name="connsiteX32" fmla="*/ 3535 w 1442437"/>
              <a:gd name="connsiteY32" fmla="*/ 20936 h 1477990"/>
              <a:gd name="connsiteX33" fmla="*/ 3925 w 1442437"/>
              <a:gd name="connsiteY33" fmla="*/ 8444 h 1477990"/>
              <a:gd name="connsiteX34" fmla="*/ 72292 w 1442437"/>
              <a:gd name="connsiteY34" fmla="*/ 7146 h 1477990"/>
              <a:gd name="connsiteX35" fmla="*/ 231771 w 1442437"/>
              <a:gd name="connsiteY35" fmla="*/ 4001 h 1477990"/>
              <a:gd name="connsiteX36" fmla="*/ 364603 w 1442437"/>
              <a:gd name="connsiteY36" fmla="*/ 11882 h 1477990"/>
              <a:gd name="connsiteX37" fmla="*/ 768234 w 1442437"/>
              <a:gd name="connsiteY37" fmla="*/ 2061 h 1477990"/>
              <a:gd name="connsiteX38" fmla="*/ 866623 w 1442437"/>
              <a:gd name="connsiteY38" fmla="*/ 571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42437" h="1477990">
                <a:moveTo>
                  <a:pt x="866623" y="571"/>
                </a:moveTo>
                <a:cubicBezTo>
                  <a:pt x="899406" y="1673"/>
                  <a:pt x="932137" y="4374"/>
                  <a:pt x="964707" y="8669"/>
                </a:cubicBezTo>
                <a:cubicBezTo>
                  <a:pt x="1013530" y="15823"/>
                  <a:pt x="1062767" y="11397"/>
                  <a:pt x="1111826" y="8366"/>
                </a:cubicBezTo>
                <a:cubicBezTo>
                  <a:pt x="1171217" y="4668"/>
                  <a:pt x="1230548" y="2667"/>
                  <a:pt x="1290056" y="8730"/>
                </a:cubicBezTo>
                <a:cubicBezTo>
                  <a:pt x="1332385" y="13094"/>
                  <a:pt x="1374950" y="9033"/>
                  <a:pt x="1417398" y="6608"/>
                </a:cubicBezTo>
                <a:lnTo>
                  <a:pt x="1442437" y="5718"/>
                </a:lnTo>
                <a:lnTo>
                  <a:pt x="1442437" y="1476401"/>
                </a:lnTo>
                <a:lnTo>
                  <a:pt x="1386857" y="1477990"/>
                </a:lnTo>
                <a:lnTo>
                  <a:pt x="1169378" y="1477990"/>
                </a:lnTo>
                <a:lnTo>
                  <a:pt x="1019262" y="1464424"/>
                </a:lnTo>
                <a:cubicBezTo>
                  <a:pt x="966129" y="1463273"/>
                  <a:pt x="912949" y="1465762"/>
                  <a:pt x="859951" y="1471898"/>
                </a:cubicBezTo>
                <a:lnTo>
                  <a:pt x="745859" y="1477990"/>
                </a:lnTo>
                <a:lnTo>
                  <a:pt x="591014" y="1477990"/>
                </a:lnTo>
                <a:lnTo>
                  <a:pt x="500701" y="1474455"/>
                </a:lnTo>
                <a:cubicBezTo>
                  <a:pt x="412072" y="1467172"/>
                  <a:pt x="323262" y="1461748"/>
                  <a:pt x="234329" y="1468257"/>
                </a:cubicBezTo>
                <a:cubicBezTo>
                  <a:pt x="217302" y="1469536"/>
                  <a:pt x="200487" y="1472964"/>
                  <a:pt x="183687" y="1476228"/>
                </a:cubicBezTo>
                <a:lnTo>
                  <a:pt x="170933" y="1477990"/>
                </a:lnTo>
                <a:lnTo>
                  <a:pt x="13439" y="1477990"/>
                </a:lnTo>
                <a:lnTo>
                  <a:pt x="15316" y="1462749"/>
                </a:lnTo>
                <a:cubicBezTo>
                  <a:pt x="16577" y="1445267"/>
                  <a:pt x="16193" y="1427772"/>
                  <a:pt x="11892" y="1410409"/>
                </a:cubicBezTo>
                <a:cubicBezTo>
                  <a:pt x="-1808" y="1355230"/>
                  <a:pt x="932" y="1300104"/>
                  <a:pt x="6412" y="1244508"/>
                </a:cubicBezTo>
                <a:cubicBezTo>
                  <a:pt x="10522" y="1203137"/>
                  <a:pt x="15070" y="1161296"/>
                  <a:pt x="6850" y="1119455"/>
                </a:cubicBezTo>
                <a:cubicBezTo>
                  <a:pt x="3316" y="1100041"/>
                  <a:pt x="3316" y="1080187"/>
                  <a:pt x="6850" y="1060773"/>
                </a:cubicBezTo>
                <a:cubicBezTo>
                  <a:pt x="11124" y="1034622"/>
                  <a:pt x="15179" y="1008733"/>
                  <a:pt x="9699" y="982321"/>
                </a:cubicBezTo>
                <a:cubicBezTo>
                  <a:pt x="7289" y="970815"/>
                  <a:pt x="5481" y="959204"/>
                  <a:pt x="4220" y="947592"/>
                </a:cubicBezTo>
                <a:cubicBezTo>
                  <a:pt x="1710" y="917948"/>
                  <a:pt x="2609" y="888136"/>
                  <a:pt x="6904" y="858680"/>
                </a:cubicBezTo>
                <a:cubicBezTo>
                  <a:pt x="11015" y="824475"/>
                  <a:pt x="4329" y="790061"/>
                  <a:pt x="9809" y="755960"/>
                </a:cubicBezTo>
                <a:cubicBezTo>
                  <a:pt x="13700" y="728497"/>
                  <a:pt x="13848" y="700667"/>
                  <a:pt x="10248" y="673166"/>
                </a:cubicBezTo>
                <a:cubicBezTo>
                  <a:pt x="3770" y="621179"/>
                  <a:pt x="4175" y="568621"/>
                  <a:pt x="11453" y="516733"/>
                </a:cubicBezTo>
                <a:cubicBezTo>
                  <a:pt x="15947" y="486450"/>
                  <a:pt x="18522" y="455279"/>
                  <a:pt x="10466" y="425571"/>
                </a:cubicBezTo>
                <a:cubicBezTo>
                  <a:pt x="-8494" y="355749"/>
                  <a:pt x="2576" y="285822"/>
                  <a:pt x="10466" y="216366"/>
                </a:cubicBezTo>
                <a:cubicBezTo>
                  <a:pt x="15262" y="179065"/>
                  <a:pt x="15371" y="141350"/>
                  <a:pt x="10796" y="104023"/>
                </a:cubicBezTo>
                <a:cubicBezTo>
                  <a:pt x="6735" y="76457"/>
                  <a:pt x="4313" y="48717"/>
                  <a:pt x="3535" y="20936"/>
                </a:cubicBezTo>
                <a:lnTo>
                  <a:pt x="3925" y="8444"/>
                </a:lnTo>
                <a:lnTo>
                  <a:pt x="72292" y="7146"/>
                </a:lnTo>
                <a:cubicBezTo>
                  <a:pt x="125550" y="5562"/>
                  <a:pt x="178728" y="3395"/>
                  <a:pt x="231771" y="4001"/>
                </a:cubicBezTo>
                <a:cubicBezTo>
                  <a:pt x="276049" y="4486"/>
                  <a:pt x="320208" y="13579"/>
                  <a:pt x="364603" y="11882"/>
                </a:cubicBezTo>
                <a:cubicBezTo>
                  <a:pt x="499147" y="6911"/>
                  <a:pt x="633750" y="8548"/>
                  <a:pt x="768234" y="2061"/>
                </a:cubicBezTo>
                <a:cubicBezTo>
                  <a:pt x="801008" y="-37"/>
                  <a:pt x="833841" y="-532"/>
                  <a:pt x="866623" y="571"/>
                </a:cubicBezTo>
                <a:close/>
              </a:path>
            </a:pathLst>
          </a:custGeom>
        </p:spPr>
        <p:txBody>
          <a:bodyPr wrap="square" anchor="ctr">
            <a:noAutofit/>
          </a:bodyPr>
          <a:lstStyle>
            <a:lvl1pPr algn="ctr">
              <a:buNone/>
              <a:defRPr sz="2000"/>
            </a:lvl1pPr>
          </a:lstStyle>
          <a:p>
            <a:r>
              <a:rPr lang="en-US" dirty="0"/>
              <a:t>Click icon to add picture</a:t>
            </a:r>
          </a:p>
        </p:txBody>
      </p:sp>
      <p:sp>
        <p:nvSpPr>
          <p:cNvPr id="28" name="Picture Placeholder 27">
            <a:extLst>
              <a:ext uri="{FF2B5EF4-FFF2-40B4-BE49-F238E27FC236}">
                <a16:creationId xmlns:a16="http://schemas.microsoft.com/office/drawing/2014/main" id="{2B03F1E7-A2BE-4059-85FC-6546945FA3FB}"/>
              </a:ext>
            </a:extLst>
          </p:cNvPr>
          <p:cNvSpPr>
            <a:spLocks noGrp="1"/>
          </p:cNvSpPr>
          <p:nvPr>
            <p:ph type="pic" sz="quarter" idx="15"/>
          </p:nvPr>
        </p:nvSpPr>
        <p:spPr>
          <a:xfrm>
            <a:off x="5370488" y="3064916"/>
            <a:ext cx="1455507" cy="1477990"/>
          </a:xfrm>
          <a:custGeom>
            <a:avLst/>
            <a:gdLst>
              <a:gd name="connsiteX0" fmla="*/ 100458 w 1455507"/>
              <a:gd name="connsiteY0" fmla="*/ 0 h 1477990"/>
              <a:gd name="connsiteX1" fmla="*/ 258284 w 1455507"/>
              <a:gd name="connsiteY1" fmla="*/ 0 h 1477990"/>
              <a:gd name="connsiteX2" fmla="*/ 290610 w 1455507"/>
              <a:gd name="connsiteY2" fmla="*/ 2318 h 1477990"/>
              <a:gd name="connsiteX3" fmla="*/ 357070 w 1455507"/>
              <a:gd name="connsiteY3" fmla="*/ 5440 h 1477990"/>
              <a:gd name="connsiteX4" fmla="*/ 558908 w 1455507"/>
              <a:gd name="connsiteY4" fmla="*/ 1098 h 1477990"/>
              <a:gd name="connsiteX5" fmla="*/ 599348 w 1455507"/>
              <a:gd name="connsiteY5" fmla="*/ 0 h 1477990"/>
              <a:gd name="connsiteX6" fmla="*/ 930201 w 1455507"/>
              <a:gd name="connsiteY6" fmla="*/ 0 h 1477990"/>
              <a:gd name="connsiteX7" fmla="*/ 957174 w 1455507"/>
              <a:gd name="connsiteY7" fmla="*/ 2227 h 1477990"/>
              <a:gd name="connsiteX8" fmla="*/ 1104293 w 1455507"/>
              <a:gd name="connsiteY8" fmla="*/ 1924 h 1477990"/>
              <a:gd name="connsiteX9" fmla="*/ 1153561 w 1455507"/>
              <a:gd name="connsiteY9" fmla="*/ 0 h 1477990"/>
              <a:gd name="connsiteX10" fmla="*/ 1229432 w 1455507"/>
              <a:gd name="connsiteY10" fmla="*/ 0 h 1477990"/>
              <a:gd name="connsiteX11" fmla="*/ 1282523 w 1455507"/>
              <a:gd name="connsiteY11" fmla="*/ 2288 h 1477990"/>
              <a:gd name="connsiteX12" fmla="*/ 1409865 w 1455507"/>
              <a:gd name="connsiteY12" fmla="*/ 166 h 1477990"/>
              <a:gd name="connsiteX13" fmla="*/ 1414535 w 1455507"/>
              <a:gd name="connsiteY13" fmla="*/ 0 h 1477990"/>
              <a:gd name="connsiteX14" fmla="*/ 1446877 w 1455507"/>
              <a:gd name="connsiteY14" fmla="*/ 0 h 1477990"/>
              <a:gd name="connsiteX15" fmla="*/ 1441986 w 1455507"/>
              <a:gd name="connsiteY15" fmla="*/ 87863 h 1477990"/>
              <a:gd name="connsiteX16" fmla="*/ 1446522 w 1455507"/>
              <a:gd name="connsiteY16" fmla="*/ 192281 h 1477990"/>
              <a:gd name="connsiteX17" fmla="*/ 1449083 w 1455507"/>
              <a:gd name="connsiteY17" fmla="*/ 384757 h 1477990"/>
              <a:gd name="connsiteX18" fmla="*/ 1445075 w 1455507"/>
              <a:gd name="connsiteY18" fmla="*/ 558660 h 1477990"/>
              <a:gd name="connsiteX19" fmla="*/ 1453480 w 1455507"/>
              <a:gd name="connsiteY19" fmla="*/ 618392 h 1477990"/>
              <a:gd name="connsiteX20" fmla="*/ 1443851 w 1455507"/>
              <a:gd name="connsiteY20" fmla="*/ 900580 h 1477990"/>
              <a:gd name="connsiteX21" fmla="*/ 1445131 w 1455507"/>
              <a:gd name="connsiteY21" fmla="*/ 1003252 h 1477990"/>
              <a:gd name="connsiteX22" fmla="*/ 1448470 w 1455507"/>
              <a:gd name="connsiteY22" fmla="*/ 1090546 h 1477990"/>
              <a:gd name="connsiteX23" fmla="*/ 1446188 w 1455507"/>
              <a:gd name="connsiteY23" fmla="*/ 1168120 h 1477990"/>
              <a:gd name="connsiteX24" fmla="*/ 1454190 w 1455507"/>
              <a:gd name="connsiteY24" fmla="*/ 1273576 h 1477990"/>
              <a:gd name="connsiteX25" fmla="*/ 1455507 w 1455507"/>
              <a:gd name="connsiteY25" fmla="*/ 1324327 h 1477990"/>
              <a:gd name="connsiteX26" fmla="*/ 1455507 w 1455507"/>
              <a:gd name="connsiteY26" fmla="*/ 1427362 h 1477990"/>
              <a:gd name="connsiteX27" fmla="*/ 1451365 w 1455507"/>
              <a:gd name="connsiteY27" fmla="*/ 1465458 h 1477990"/>
              <a:gd name="connsiteX28" fmla="*/ 1450774 w 1455507"/>
              <a:gd name="connsiteY28" fmla="*/ 1469667 h 1477990"/>
              <a:gd name="connsiteX29" fmla="*/ 1448719 w 1455507"/>
              <a:gd name="connsiteY29" fmla="*/ 1469564 h 1477990"/>
              <a:gd name="connsiteX30" fmla="*/ 1351167 w 1455507"/>
              <a:gd name="connsiteY30" fmla="*/ 1472353 h 1477990"/>
              <a:gd name="connsiteX31" fmla="*/ 1170753 w 1455507"/>
              <a:gd name="connsiteY31" fmla="*/ 1472353 h 1477990"/>
              <a:gd name="connsiteX32" fmla="*/ 852418 w 1455507"/>
              <a:gd name="connsiteY32" fmla="*/ 1465456 h 1477990"/>
              <a:gd name="connsiteX33" fmla="*/ 493168 w 1455507"/>
              <a:gd name="connsiteY33" fmla="*/ 1468013 h 1477990"/>
              <a:gd name="connsiteX34" fmla="*/ 226796 w 1455507"/>
              <a:gd name="connsiteY34" fmla="*/ 1461815 h 1477990"/>
              <a:gd name="connsiteX35" fmla="*/ 125602 w 1455507"/>
              <a:gd name="connsiteY35" fmla="*/ 1476769 h 1477990"/>
              <a:gd name="connsiteX36" fmla="*/ 5112 w 1455507"/>
              <a:gd name="connsiteY36" fmla="*/ 1477990 h 1477990"/>
              <a:gd name="connsiteX37" fmla="*/ 7783 w 1455507"/>
              <a:gd name="connsiteY37" fmla="*/ 1456307 h 1477990"/>
              <a:gd name="connsiteX38" fmla="*/ 4359 w 1455507"/>
              <a:gd name="connsiteY38" fmla="*/ 1403967 h 1477990"/>
              <a:gd name="connsiteX39" fmla="*/ 295 w 1455507"/>
              <a:gd name="connsiteY39" fmla="*/ 1370091 h 1477990"/>
              <a:gd name="connsiteX40" fmla="*/ 295 w 1455507"/>
              <a:gd name="connsiteY40" fmla="*/ 1219835 h 1477990"/>
              <a:gd name="connsiteX41" fmla="*/ 3722 w 1455507"/>
              <a:gd name="connsiteY41" fmla="*/ 1175716 h 1477990"/>
              <a:gd name="connsiteX42" fmla="*/ 295 w 1455507"/>
              <a:gd name="connsiteY42" fmla="*/ 1126935 h 1477990"/>
              <a:gd name="connsiteX43" fmla="*/ 295 w 1455507"/>
              <a:gd name="connsiteY43" fmla="*/ 1046801 h 1477990"/>
              <a:gd name="connsiteX44" fmla="*/ 4400 w 1455507"/>
              <a:gd name="connsiteY44" fmla="*/ 1015203 h 1477990"/>
              <a:gd name="connsiteX45" fmla="*/ 2166 w 1455507"/>
              <a:gd name="connsiteY45" fmla="*/ 975879 h 1477990"/>
              <a:gd name="connsiteX46" fmla="*/ 295 w 1455507"/>
              <a:gd name="connsiteY46" fmla="*/ 964020 h 1477990"/>
              <a:gd name="connsiteX47" fmla="*/ 295 w 1455507"/>
              <a:gd name="connsiteY47" fmla="*/ 801667 h 1477990"/>
              <a:gd name="connsiteX48" fmla="*/ 310 w 1455507"/>
              <a:gd name="connsiteY48" fmla="*/ 800839 h 1477990"/>
              <a:gd name="connsiteX49" fmla="*/ 2276 w 1455507"/>
              <a:gd name="connsiteY49" fmla="*/ 749518 h 1477990"/>
              <a:gd name="connsiteX50" fmla="*/ 2715 w 1455507"/>
              <a:gd name="connsiteY50" fmla="*/ 666724 h 1477990"/>
              <a:gd name="connsiteX51" fmla="*/ 295 w 1455507"/>
              <a:gd name="connsiteY51" fmla="*/ 625158 h 1477990"/>
              <a:gd name="connsiteX52" fmla="*/ 295 w 1455507"/>
              <a:gd name="connsiteY52" fmla="*/ 559484 h 1477990"/>
              <a:gd name="connsiteX53" fmla="*/ 3920 w 1455507"/>
              <a:gd name="connsiteY53" fmla="*/ 510291 h 1477990"/>
              <a:gd name="connsiteX54" fmla="*/ 2933 w 1455507"/>
              <a:gd name="connsiteY54" fmla="*/ 419129 h 1477990"/>
              <a:gd name="connsiteX55" fmla="*/ 295 w 1455507"/>
              <a:gd name="connsiteY55" fmla="*/ 403959 h 1477990"/>
              <a:gd name="connsiteX56" fmla="*/ 295 w 1455507"/>
              <a:gd name="connsiteY56" fmla="*/ 237294 h 1477990"/>
              <a:gd name="connsiteX57" fmla="*/ 2933 w 1455507"/>
              <a:gd name="connsiteY57" fmla="*/ 209924 h 1477990"/>
              <a:gd name="connsiteX58" fmla="*/ 3263 w 1455507"/>
              <a:gd name="connsiteY58" fmla="*/ 97581 h 1477990"/>
              <a:gd name="connsiteX59" fmla="*/ 295 w 1455507"/>
              <a:gd name="connsiteY59" fmla="*/ 63619 h 1477990"/>
              <a:gd name="connsiteX60" fmla="*/ 295 w 1455507"/>
              <a:gd name="connsiteY60" fmla="*/ 1928 h 1477990"/>
              <a:gd name="connsiteX61" fmla="*/ 64759 w 1455507"/>
              <a:gd name="connsiteY61"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55507" h="1477990">
                <a:moveTo>
                  <a:pt x="100458" y="0"/>
                </a:moveTo>
                <a:lnTo>
                  <a:pt x="258284" y="0"/>
                </a:lnTo>
                <a:lnTo>
                  <a:pt x="290610" y="2318"/>
                </a:lnTo>
                <a:cubicBezTo>
                  <a:pt x="312734" y="4440"/>
                  <a:pt x="334873" y="6289"/>
                  <a:pt x="357070" y="5440"/>
                </a:cubicBezTo>
                <a:cubicBezTo>
                  <a:pt x="424342" y="2955"/>
                  <a:pt x="491629" y="2121"/>
                  <a:pt x="558908" y="1098"/>
                </a:cubicBezTo>
                <a:lnTo>
                  <a:pt x="599348" y="0"/>
                </a:lnTo>
                <a:lnTo>
                  <a:pt x="930201" y="0"/>
                </a:lnTo>
                <a:lnTo>
                  <a:pt x="957174" y="2227"/>
                </a:lnTo>
                <a:cubicBezTo>
                  <a:pt x="1005997" y="9381"/>
                  <a:pt x="1055234" y="4955"/>
                  <a:pt x="1104293" y="1924"/>
                </a:cubicBezTo>
                <a:lnTo>
                  <a:pt x="1153561" y="0"/>
                </a:lnTo>
                <a:lnTo>
                  <a:pt x="1229432" y="0"/>
                </a:lnTo>
                <a:lnTo>
                  <a:pt x="1282523" y="2288"/>
                </a:lnTo>
                <a:cubicBezTo>
                  <a:pt x="1324852" y="6652"/>
                  <a:pt x="1367417" y="2591"/>
                  <a:pt x="1409865" y="166"/>
                </a:cubicBezTo>
                <a:lnTo>
                  <a:pt x="1414535" y="0"/>
                </a:lnTo>
                <a:lnTo>
                  <a:pt x="1446877" y="0"/>
                </a:lnTo>
                <a:lnTo>
                  <a:pt x="1441986" y="87863"/>
                </a:lnTo>
                <a:cubicBezTo>
                  <a:pt x="1441527" y="122692"/>
                  <a:pt x="1442793" y="157509"/>
                  <a:pt x="1446522" y="192281"/>
                </a:cubicBezTo>
                <a:cubicBezTo>
                  <a:pt x="1452467" y="256325"/>
                  <a:pt x="1453324" y="320620"/>
                  <a:pt x="1449083" y="384757"/>
                </a:cubicBezTo>
                <a:cubicBezTo>
                  <a:pt x="1446133" y="442709"/>
                  <a:pt x="1438896" y="500570"/>
                  <a:pt x="1445075" y="558660"/>
                </a:cubicBezTo>
                <a:cubicBezTo>
                  <a:pt x="1447190" y="578647"/>
                  <a:pt x="1452311" y="598268"/>
                  <a:pt x="1453480" y="618392"/>
                </a:cubicBezTo>
                <a:cubicBezTo>
                  <a:pt x="1459046" y="712668"/>
                  <a:pt x="1450697" y="806624"/>
                  <a:pt x="1443851" y="900580"/>
                </a:cubicBezTo>
                <a:cubicBezTo>
                  <a:pt x="1441346" y="934804"/>
                  <a:pt x="1438284" y="969028"/>
                  <a:pt x="1445131" y="1003252"/>
                </a:cubicBezTo>
                <a:cubicBezTo>
                  <a:pt x="1450558" y="1032132"/>
                  <a:pt x="1451677" y="1061447"/>
                  <a:pt x="1448470" y="1090546"/>
                </a:cubicBezTo>
                <a:cubicBezTo>
                  <a:pt x="1445264" y="1116318"/>
                  <a:pt x="1444502" y="1142251"/>
                  <a:pt x="1446188" y="1168120"/>
                </a:cubicBezTo>
                <a:cubicBezTo>
                  <a:pt x="1449667" y="1203257"/>
                  <a:pt x="1452367" y="1238405"/>
                  <a:pt x="1454190" y="1273576"/>
                </a:cubicBezTo>
                <a:lnTo>
                  <a:pt x="1455507" y="1324327"/>
                </a:lnTo>
                <a:lnTo>
                  <a:pt x="1455507" y="1427362"/>
                </a:lnTo>
                <a:lnTo>
                  <a:pt x="1451365" y="1465458"/>
                </a:lnTo>
                <a:lnTo>
                  <a:pt x="1450774" y="1469667"/>
                </a:lnTo>
                <a:lnTo>
                  <a:pt x="1448719" y="1469564"/>
                </a:lnTo>
                <a:cubicBezTo>
                  <a:pt x="1416243" y="1471268"/>
                  <a:pt x="1383704" y="1471810"/>
                  <a:pt x="1351167" y="1472353"/>
                </a:cubicBezTo>
                <a:cubicBezTo>
                  <a:pt x="1291009" y="1473360"/>
                  <a:pt x="1230608" y="1482658"/>
                  <a:pt x="1170753" y="1472353"/>
                </a:cubicBezTo>
                <a:cubicBezTo>
                  <a:pt x="1065139" y="1455500"/>
                  <a:pt x="958414" y="1453183"/>
                  <a:pt x="852418" y="1465456"/>
                </a:cubicBezTo>
                <a:cubicBezTo>
                  <a:pt x="732873" y="1477389"/>
                  <a:pt x="612811" y="1478242"/>
                  <a:pt x="493168" y="1468013"/>
                </a:cubicBezTo>
                <a:cubicBezTo>
                  <a:pt x="404539" y="1460730"/>
                  <a:pt x="315729" y="1455306"/>
                  <a:pt x="226796" y="1461815"/>
                </a:cubicBezTo>
                <a:cubicBezTo>
                  <a:pt x="192742" y="1464372"/>
                  <a:pt x="159536" y="1475530"/>
                  <a:pt x="125602" y="1476769"/>
                </a:cubicBezTo>
                <a:lnTo>
                  <a:pt x="5112" y="1477990"/>
                </a:lnTo>
                <a:lnTo>
                  <a:pt x="7783" y="1456307"/>
                </a:lnTo>
                <a:cubicBezTo>
                  <a:pt x="9044" y="1438825"/>
                  <a:pt x="8660" y="1421330"/>
                  <a:pt x="4359" y="1403967"/>
                </a:cubicBezTo>
                <a:lnTo>
                  <a:pt x="295" y="1370091"/>
                </a:lnTo>
                <a:lnTo>
                  <a:pt x="295" y="1219835"/>
                </a:lnTo>
                <a:lnTo>
                  <a:pt x="3722" y="1175716"/>
                </a:lnTo>
                <a:lnTo>
                  <a:pt x="295" y="1126935"/>
                </a:lnTo>
                <a:lnTo>
                  <a:pt x="295" y="1046801"/>
                </a:lnTo>
                <a:lnTo>
                  <a:pt x="4400" y="1015203"/>
                </a:lnTo>
                <a:cubicBezTo>
                  <a:pt x="5263" y="1002160"/>
                  <a:pt x="4906" y="989085"/>
                  <a:pt x="2166" y="975879"/>
                </a:cubicBezTo>
                <a:lnTo>
                  <a:pt x="295" y="964020"/>
                </a:lnTo>
                <a:lnTo>
                  <a:pt x="295" y="801667"/>
                </a:lnTo>
                <a:lnTo>
                  <a:pt x="310" y="800839"/>
                </a:lnTo>
                <a:cubicBezTo>
                  <a:pt x="-163" y="783697"/>
                  <a:pt x="-464" y="766569"/>
                  <a:pt x="2276" y="749518"/>
                </a:cubicBezTo>
                <a:cubicBezTo>
                  <a:pt x="6167" y="722055"/>
                  <a:pt x="6315" y="694225"/>
                  <a:pt x="2715" y="666724"/>
                </a:cubicBezTo>
                <a:lnTo>
                  <a:pt x="295" y="625158"/>
                </a:lnTo>
                <a:lnTo>
                  <a:pt x="295" y="559484"/>
                </a:lnTo>
                <a:lnTo>
                  <a:pt x="3920" y="510291"/>
                </a:lnTo>
                <a:cubicBezTo>
                  <a:pt x="8414" y="480008"/>
                  <a:pt x="10989" y="448837"/>
                  <a:pt x="2933" y="419129"/>
                </a:cubicBezTo>
                <a:lnTo>
                  <a:pt x="295" y="403959"/>
                </a:lnTo>
                <a:lnTo>
                  <a:pt x="295" y="237294"/>
                </a:lnTo>
                <a:lnTo>
                  <a:pt x="2933" y="209924"/>
                </a:lnTo>
                <a:cubicBezTo>
                  <a:pt x="7729" y="172623"/>
                  <a:pt x="7838" y="134908"/>
                  <a:pt x="3263" y="97581"/>
                </a:cubicBezTo>
                <a:lnTo>
                  <a:pt x="295" y="63619"/>
                </a:lnTo>
                <a:lnTo>
                  <a:pt x="295" y="1928"/>
                </a:lnTo>
                <a:lnTo>
                  <a:pt x="64759" y="704"/>
                </a:lnTo>
                <a:close/>
              </a:path>
            </a:pathLst>
          </a:custGeom>
        </p:spPr>
        <p:txBody>
          <a:bodyPr wrap="square" anchor="ctr">
            <a:noAutofit/>
          </a:bodyPr>
          <a:lstStyle>
            <a:lvl1pPr algn="ctr">
              <a:buNone/>
              <a:defRPr sz="2000"/>
            </a:lvl1pPr>
          </a:lstStyle>
          <a:p>
            <a:r>
              <a:rPr lang="en-US" dirty="0"/>
              <a:t>Click icon to add picture</a:t>
            </a:r>
          </a:p>
        </p:txBody>
      </p:sp>
      <p:sp>
        <p:nvSpPr>
          <p:cNvPr id="27" name="Picture Placeholder 26">
            <a:extLst>
              <a:ext uri="{FF2B5EF4-FFF2-40B4-BE49-F238E27FC236}">
                <a16:creationId xmlns:a16="http://schemas.microsoft.com/office/drawing/2014/main" id="{C62C212D-2434-4610-A983-7FC587B517B4}"/>
              </a:ext>
            </a:extLst>
          </p:cNvPr>
          <p:cNvSpPr>
            <a:spLocks noGrp="1"/>
          </p:cNvSpPr>
          <p:nvPr>
            <p:ph type="pic" sz="quarter" idx="14"/>
          </p:nvPr>
        </p:nvSpPr>
        <p:spPr>
          <a:xfrm>
            <a:off x="3009627" y="3064916"/>
            <a:ext cx="1447216" cy="1477990"/>
          </a:xfrm>
          <a:custGeom>
            <a:avLst/>
            <a:gdLst>
              <a:gd name="connsiteX0" fmla="*/ 107991 w 1447216"/>
              <a:gd name="connsiteY0" fmla="*/ 0 h 1477990"/>
              <a:gd name="connsiteX1" fmla="*/ 265817 w 1447216"/>
              <a:gd name="connsiteY1" fmla="*/ 0 h 1477990"/>
              <a:gd name="connsiteX2" fmla="*/ 298143 w 1447216"/>
              <a:gd name="connsiteY2" fmla="*/ 2318 h 1477990"/>
              <a:gd name="connsiteX3" fmla="*/ 364603 w 1447216"/>
              <a:gd name="connsiteY3" fmla="*/ 5440 h 1477990"/>
              <a:gd name="connsiteX4" fmla="*/ 566441 w 1447216"/>
              <a:gd name="connsiteY4" fmla="*/ 1098 h 1477990"/>
              <a:gd name="connsiteX5" fmla="*/ 606880 w 1447216"/>
              <a:gd name="connsiteY5" fmla="*/ 0 h 1477990"/>
              <a:gd name="connsiteX6" fmla="*/ 937733 w 1447216"/>
              <a:gd name="connsiteY6" fmla="*/ 0 h 1477990"/>
              <a:gd name="connsiteX7" fmla="*/ 964707 w 1447216"/>
              <a:gd name="connsiteY7" fmla="*/ 2227 h 1477990"/>
              <a:gd name="connsiteX8" fmla="*/ 1111826 w 1447216"/>
              <a:gd name="connsiteY8" fmla="*/ 1924 h 1477990"/>
              <a:gd name="connsiteX9" fmla="*/ 1161094 w 1447216"/>
              <a:gd name="connsiteY9" fmla="*/ 0 h 1477990"/>
              <a:gd name="connsiteX10" fmla="*/ 1236965 w 1447216"/>
              <a:gd name="connsiteY10" fmla="*/ 0 h 1477990"/>
              <a:gd name="connsiteX11" fmla="*/ 1290056 w 1447216"/>
              <a:gd name="connsiteY11" fmla="*/ 2288 h 1477990"/>
              <a:gd name="connsiteX12" fmla="*/ 1417398 w 1447216"/>
              <a:gd name="connsiteY12" fmla="*/ 166 h 1477990"/>
              <a:gd name="connsiteX13" fmla="*/ 1422068 w 1447216"/>
              <a:gd name="connsiteY13" fmla="*/ 0 h 1477990"/>
              <a:gd name="connsiteX14" fmla="*/ 1447216 w 1447216"/>
              <a:gd name="connsiteY14" fmla="*/ 0 h 1477990"/>
              <a:gd name="connsiteX15" fmla="*/ 1447216 w 1447216"/>
              <a:gd name="connsiteY15" fmla="*/ 1469823 h 1477990"/>
              <a:gd name="connsiteX16" fmla="*/ 1358700 w 1447216"/>
              <a:gd name="connsiteY16" fmla="*/ 1472353 h 1477990"/>
              <a:gd name="connsiteX17" fmla="*/ 1178286 w 1447216"/>
              <a:gd name="connsiteY17" fmla="*/ 1472353 h 1477990"/>
              <a:gd name="connsiteX18" fmla="*/ 859951 w 1447216"/>
              <a:gd name="connsiteY18" fmla="*/ 1465456 h 1477990"/>
              <a:gd name="connsiteX19" fmla="*/ 500701 w 1447216"/>
              <a:gd name="connsiteY19" fmla="*/ 1468013 h 1477990"/>
              <a:gd name="connsiteX20" fmla="*/ 234329 w 1447216"/>
              <a:gd name="connsiteY20" fmla="*/ 1461815 h 1477990"/>
              <a:gd name="connsiteX21" fmla="*/ 133135 w 1447216"/>
              <a:gd name="connsiteY21" fmla="*/ 1476769 h 1477990"/>
              <a:gd name="connsiteX22" fmla="*/ 12645 w 1447216"/>
              <a:gd name="connsiteY22" fmla="*/ 1477990 h 1477990"/>
              <a:gd name="connsiteX23" fmla="*/ 15316 w 1447216"/>
              <a:gd name="connsiteY23" fmla="*/ 1456307 h 1477990"/>
              <a:gd name="connsiteX24" fmla="*/ 11892 w 1447216"/>
              <a:gd name="connsiteY24" fmla="*/ 1403967 h 1477990"/>
              <a:gd name="connsiteX25" fmla="*/ 6412 w 1447216"/>
              <a:gd name="connsiteY25" fmla="*/ 1238066 h 1477990"/>
              <a:gd name="connsiteX26" fmla="*/ 6850 w 1447216"/>
              <a:gd name="connsiteY26" fmla="*/ 1113013 h 1477990"/>
              <a:gd name="connsiteX27" fmla="*/ 6850 w 1447216"/>
              <a:gd name="connsiteY27" fmla="*/ 1054331 h 1477990"/>
              <a:gd name="connsiteX28" fmla="*/ 9699 w 1447216"/>
              <a:gd name="connsiteY28" fmla="*/ 975879 h 1477990"/>
              <a:gd name="connsiteX29" fmla="*/ 4220 w 1447216"/>
              <a:gd name="connsiteY29" fmla="*/ 941150 h 1477990"/>
              <a:gd name="connsiteX30" fmla="*/ 6904 w 1447216"/>
              <a:gd name="connsiteY30" fmla="*/ 852238 h 1477990"/>
              <a:gd name="connsiteX31" fmla="*/ 9809 w 1447216"/>
              <a:gd name="connsiteY31" fmla="*/ 749518 h 1477990"/>
              <a:gd name="connsiteX32" fmla="*/ 10248 w 1447216"/>
              <a:gd name="connsiteY32" fmla="*/ 666724 h 1477990"/>
              <a:gd name="connsiteX33" fmla="*/ 11453 w 1447216"/>
              <a:gd name="connsiteY33" fmla="*/ 510291 h 1477990"/>
              <a:gd name="connsiteX34" fmla="*/ 10466 w 1447216"/>
              <a:gd name="connsiteY34" fmla="*/ 419129 h 1477990"/>
              <a:gd name="connsiteX35" fmla="*/ 10466 w 1447216"/>
              <a:gd name="connsiteY35" fmla="*/ 209924 h 1477990"/>
              <a:gd name="connsiteX36" fmla="*/ 10796 w 1447216"/>
              <a:gd name="connsiteY36" fmla="*/ 97581 h 1477990"/>
              <a:gd name="connsiteX37" fmla="*/ 3535 w 1447216"/>
              <a:gd name="connsiteY37" fmla="*/ 14494 h 1477990"/>
              <a:gd name="connsiteX38" fmla="*/ 3925 w 1447216"/>
              <a:gd name="connsiteY38" fmla="*/ 2002 h 1477990"/>
              <a:gd name="connsiteX39" fmla="*/ 72292 w 1447216"/>
              <a:gd name="connsiteY39"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47216" h="1477990">
                <a:moveTo>
                  <a:pt x="107991" y="0"/>
                </a:moveTo>
                <a:lnTo>
                  <a:pt x="265817" y="0"/>
                </a:lnTo>
                <a:lnTo>
                  <a:pt x="298143" y="2318"/>
                </a:lnTo>
                <a:cubicBezTo>
                  <a:pt x="320267" y="4440"/>
                  <a:pt x="342406" y="6289"/>
                  <a:pt x="364603" y="5440"/>
                </a:cubicBezTo>
                <a:cubicBezTo>
                  <a:pt x="431875" y="2955"/>
                  <a:pt x="499162" y="2121"/>
                  <a:pt x="566441" y="1098"/>
                </a:cubicBezTo>
                <a:lnTo>
                  <a:pt x="606880" y="0"/>
                </a:lnTo>
                <a:lnTo>
                  <a:pt x="937733" y="0"/>
                </a:lnTo>
                <a:lnTo>
                  <a:pt x="964707" y="2227"/>
                </a:lnTo>
                <a:cubicBezTo>
                  <a:pt x="1013530" y="9381"/>
                  <a:pt x="1062767" y="4955"/>
                  <a:pt x="1111826" y="1924"/>
                </a:cubicBezTo>
                <a:lnTo>
                  <a:pt x="1161094" y="0"/>
                </a:lnTo>
                <a:lnTo>
                  <a:pt x="1236965" y="0"/>
                </a:lnTo>
                <a:lnTo>
                  <a:pt x="1290056" y="2288"/>
                </a:lnTo>
                <a:cubicBezTo>
                  <a:pt x="1332385" y="6652"/>
                  <a:pt x="1374950" y="2591"/>
                  <a:pt x="1417398" y="166"/>
                </a:cubicBezTo>
                <a:lnTo>
                  <a:pt x="1422068" y="0"/>
                </a:lnTo>
                <a:lnTo>
                  <a:pt x="1447216" y="0"/>
                </a:lnTo>
                <a:lnTo>
                  <a:pt x="1447216" y="1469823"/>
                </a:lnTo>
                <a:lnTo>
                  <a:pt x="1358700" y="1472353"/>
                </a:lnTo>
                <a:cubicBezTo>
                  <a:pt x="1298542" y="1473360"/>
                  <a:pt x="1238141" y="1482658"/>
                  <a:pt x="1178286" y="1472353"/>
                </a:cubicBezTo>
                <a:cubicBezTo>
                  <a:pt x="1072672" y="1455500"/>
                  <a:pt x="965947" y="1453183"/>
                  <a:pt x="859951" y="1465456"/>
                </a:cubicBezTo>
                <a:cubicBezTo>
                  <a:pt x="740406" y="1477389"/>
                  <a:pt x="620344" y="1478242"/>
                  <a:pt x="500701" y="1468013"/>
                </a:cubicBezTo>
                <a:cubicBezTo>
                  <a:pt x="412072" y="1460730"/>
                  <a:pt x="323262" y="1455306"/>
                  <a:pt x="234329" y="1461815"/>
                </a:cubicBezTo>
                <a:cubicBezTo>
                  <a:pt x="200275" y="1464372"/>
                  <a:pt x="167069" y="1475530"/>
                  <a:pt x="133135" y="1476769"/>
                </a:cubicBezTo>
                <a:lnTo>
                  <a:pt x="12645" y="1477990"/>
                </a:lnTo>
                <a:lnTo>
                  <a:pt x="15316" y="1456307"/>
                </a:lnTo>
                <a:cubicBezTo>
                  <a:pt x="16577" y="1438825"/>
                  <a:pt x="16193" y="1421330"/>
                  <a:pt x="11892" y="1403967"/>
                </a:cubicBezTo>
                <a:cubicBezTo>
                  <a:pt x="-1808" y="1348788"/>
                  <a:pt x="932" y="1293662"/>
                  <a:pt x="6412" y="1238066"/>
                </a:cubicBezTo>
                <a:cubicBezTo>
                  <a:pt x="10522" y="1196695"/>
                  <a:pt x="15070" y="1154854"/>
                  <a:pt x="6850" y="1113013"/>
                </a:cubicBezTo>
                <a:cubicBezTo>
                  <a:pt x="3316" y="1093599"/>
                  <a:pt x="3316" y="1073745"/>
                  <a:pt x="6850" y="1054331"/>
                </a:cubicBezTo>
                <a:cubicBezTo>
                  <a:pt x="11124" y="1028180"/>
                  <a:pt x="15179" y="1002291"/>
                  <a:pt x="9699" y="975879"/>
                </a:cubicBezTo>
                <a:cubicBezTo>
                  <a:pt x="7289" y="964373"/>
                  <a:pt x="5481" y="952762"/>
                  <a:pt x="4220" y="941150"/>
                </a:cubicBezTo>
                <a:cubicBezTo>
                  <a:pt x="1710" y="911506"/>
                  <a:pt x="2609" y="881694"/>
                  <a:pt x="6904" y="852238"/>
                </a:cubicBezTo>
                <a:cubicBezTo>
                  <a:pt x="11015" y="818033"/>
                  <a:pt x="4329" y="783619"/>
                  <a:pt x="9809" y="749518"/>
                </a:cubicBezTo>
                <a:cubicBezTo>
                  <a:pt x="13700" y="722055"/>
                  <a:pt x="13848" y="694225"/>
                  <a:pt x="10248" y="666724"/>
                </a:cubicBezTo>
                <a:cubicBezTo>
                  <a:pt x="3770" y="614737"/>
                  <a:pt x="4175" y="562179"/>
                  <a:pt x="11453" y="510291"/>
                </a:cubicBezTo>
                <a:cubicBezTo>
                  <a:pt x="15947" y="480008"/>
                  <a:pt x="18522" y="448837"/>
                  <a:pt x="10466" y="419129"/>
                </a:cubicBezTo>
                <a:cubicBezTo>
                  <a:pt x="-8494" y="349307"/>
                  <a:pt x="2576" y="279380"/>
                  <a:pt x="10466" y="209924"/>
                </a:cubicBezTo>
                <a:cubicBezTo>
                  <a:pt x="15262" y="172623"/>
                  <a:pt x="15371" y="134908"/>
                  <a:pt x="10796" y="97581"/>
                </a:cubicBezTo>
                <a:cubicBezTo>
                  <a:pt x="6735" y="70015"/>
                  <a:pt x="4313" y="42275"/>
                  <a:pt x="3535" y="14494"/>
                </a:cubicBezTo>
                <a:lnTo>
                  <a:pt x="3925" y="2002"/>
                </a:lnTo>
                <a:lnTo>
                  <a:pt x="72292" y="704"/>
                </a:lnTo>
                <a:close/>
              </a:path>
            </a:pathLst>
          </a:custGeom>
        </p:spPr>
        <p:txBody>
          <a:bodyPr wrap="square" anchor="ctr">
            <a:noAutofit/>
          </a:bodyPr>
          <a:lstStyle>
            <a:lvl1pPr algn="ctr">
              <a:buNone/>
              <a:defRPr sz="2000"/>
            </a:lvl1pPr>
          </a:lstStyle>
          <a:p>
            <a:r>
              <a:rPr lang="en-US" dirty="0"/>
              <a:t>Click icon to add picture</a:t>
            </a:r>
          </a:p>
        </p:txBody>
      </p:sp>
      <p:sp>
        <p:nvSpPr>
          <p:cNvPr id="26" name="Picture Placeholder 25">
            <a:extLst>
              <a:ext uri="{FF2B5EF4-FFF2-40B4-BE49-F238E27FC236}">
                <a16:creationId xmlns:a16="http://schemas.microsoft.com/office/drawing/2014/main" id="{32959C17-53EC-4A48-8276-E73A5CF1258A}"/>
              </a:ext>
            </a:extLst>
          </p:cNvPr>
          <p:cNvSpPr>
            <a:spLocks noGrp="1"/>
          </p:cNvSpPr>
          <p:nvPr>
            <p:ph type="pic" sz="quarter" idx="13"/>
          </p:nvPr>
        </p:nvSpPr>
        <p:spPr>
          <a:xfrm>
            <a:off x="648304" y="3058476"/>
            <a:ext cx="1463039" cy="1484431"/>
          </a:xfrm>
          <a:custGeom>
            <a:avLst/>
            <a:gdLst>
              <a:gd name="connsiteX0" fmla="*/ 866623 w 1463039"/>
              <a:gd name="connsiteY0" fmla="*/ 570 h 1484431"/>
              <a:gd name="connsiteX1" fmla="*/ 964707 w 1463039"/>
              <a:gd name="connsiteY1" fmla="*/ 8668 h 1484431"/>
              <a:gd name="connsiteX2" fmla="*/ 1111826 w 1463039"/>
              <a:gd name="connsiteY2" fmla="*/ 8365 h 1484431"/>
              <a:gd name="connsiteX3" fmla="*/ 1290056 w 1463039"/>
              <a:gd name="connsiteY3" fmla="*/ 8729 h 1484431"/>
              <a:gd name="connsiteX4" fmla="*/ 1417398 w 1463039"/>
              <a:gd name="connsiteY4" fmla="*/ 6607 h 1484431"/>
              <a:gd name="connsiteX5" fmla="*/ 1454474 w 1463039"/>
              <a:gd name="connsiteY5" fmla="*/ 5289 h 1484431"/>
              <a:gd name="connsiteX6" fmla="*/ 1449519 w 1463039"/>
              <a:gd name="connsiteY6" fmla="*/ 94304 h 1484431"/>
              <a:gd name="connsiteX7" fmla="*/ 1454055 w 1463039"/>
              <a:gd name="connsiteY7" fmla="*/ 198722 h 1484431"/>
              <a:gd name="connsiteX8" fmla="*/ 1456616 w 1463039"/>
              <a:gd name="connsiteY8" fmla="*/ 391198 h 1484431"/>
              <a:gd name="connsiteX9" fmla="*/ 1452608 w 1463039"/>
              <a:gd name="connsiteY9" fmla="*/ 565101 h 1484431"/>
              <a:gd name="connsiteX10" fmla="*/ 1461013 w 1463039"/>
              <a:gd name="connsiteY10" fmla="*/ 624833 h 1484431"/>
              <a:gd name="connsiteX11" fmla="*/ 1451384 w 1463039"/>
              <a:gd name="connsiteY11" fmla="*/ 907021 h 1484431"/>
              <a:gd name="connsiteX12" fmla="*/ 1452664 w 1463039"/>
              <a:gd name="connsiteY12" fmla="*/ 1009693 h 1484431"/>
              <a:gd name="connsiteX13" fmla="*/ 1456003 w 1463039"/>
              <a:gd name="connsiteY13" fmla="*/ 1096987 h 1484431"/>
              <a:gd name="connsiteX14" fmla="*/ 1453721 w 1463039"/>
              <a:gd name="connsiteY14" fmla="*/ 1174561 h 1484431"/>
              <a:gd name="connsiteX15" fmla="*/ 1461723 w 1463039"/>
              <a:gd name="connsiteY15" fmla="*/ 1280017 h 1484431"/>
              <a:gd name="connsiteX16" fmla="*/ 1463039 w 1463039"/>
              <a:gd name="connsiteY16" fmla="*/ 1330730 h 1484431"/>
              <a:gd name="connsiteX17" fmla="*/ 1463039 w 1463039"/>
              <a:gd name="connsiteY17" fmla="*/ 1433812 h 1484431"/>
              <a:gd name="connsiteX18" fmla="*/ 1458898 w 1463039"/>
              <a:gd name="connsiteY18" fmla="*/ 1471899 h 1484431"/>
              <a:gd name="connsiteX19" fmla="*/ 1458307 w 1463039"/>
              <a:gd name="connsiteY19" fmla="*/ 1476108 h 1484431"/>
              <a:gd name="connsiteX20" fmla="*/ 1456252 w 1463039"/>
              <a:gd name="connsiteY20" fmla="*/ 1476005 h 1484431"/>
              <a:gd name="connsiteX21" fmla="*/ 1358700 w 1463039"/>
              <a:gd name="connsiteY21" fmla="*/ 1478794 h 1484431"/>
              <a:gd name="connsiteX22" fmla="*/ 1178286 w 1463039"/>
              <a:gd name="connsiteY22" fmla="*/ 1478794 h 1484431"/>
              <a:gd name="connsiteX23" fmla="*/ 859951 w 1463039"/>
              <a:gd name="connsiteY23" fmla="*/ 1471897 h 1484431"/>
              <a:gd name="connsiteX24" fmla="*/ 500701 w 1463039"/>
              <a:gd name="connsiteY24" fmla="*/ 1474454 h 1484431"/>
              <a:gd name="connsiteX25" fmla="*/ 234329 w 1463039"/>
              <a:gd name="connsiteY25" fmla="*/ 1468256 h 1484431"/>
              <a:gd name="connsiteX26" fmla="*/ 133135 w 1463039"/>
              <a:gd name="connsiteY26" fmla="*/ 1483210 h 1484431"/>
              <a:gd name="connsiteX27" fmla="*/ 12645 w 1463039"/>
              <a:gd name="connsiteY27" fmla="*/ 1484431 h 1484431"/>
              <a:gd name="connsiteX28" fmla="*/ 15316 w 1463039"/>
              <a:gd name="connsiteY28" fmla="*/ 1462748 h 1484431"/>
              <a:gd name="connsiteX29" fmla="*/ 11892 w 1463039"/>
              <a:gd name="connsiteY29" fmla="*/ 1410408 h 1484431"/>
              <a:gd name="connsiteX30" fmla="*/ 6412 w 1463039"/>
              <a:gd name="connsiteY30" fmla="*/ 1244507 h 1484431"/>
              <a:gd name="connsiteX31" fmla="*/ 6850 w 1463039"/>
              <a:gd name="connsiteY31" fmla="*/ 1119454 h 1484431"/>
              <a:gd name="connsiteX32" fmla="*/ 6850 w 1463039"/>
              <a:gd name="connsiteY32" fmla="*/ 1060772 h 1484431"/>
              <a:gd name="connsiteX33" fmla="*/ 9699 w 1463039"/>
              <a:gd name="connsiteY33" fmla="*/ 982320 h 1484431"/>
              <a:gd name="connsiteX34" fmla="*/ 4220 w 1463039"/>
              <a:gd name="connsiteY34" fmla="*/ 947591 h 1484431"/>
              <a:gd name="connsiteX35" fmla="*/ 6904 w 1463039"/>
              <a:gd name="connsiteY35" fmla="*/ 858679 h 1484431"/>
              <a:gd name="connsiteX36" fmla="*/ 9809 w 1463039"/>
              <a:gd name="connsiteY36" fmla="*/ 755959 h 1484431"/>
              <a:gd name="connsiteX37" fmla="*/ 10248 w 1463039"/>
              <a:gd name="connsiteY37" fmla="*/ 673165 h 1484431"/>
              <a:gd name="connsiteX38" fmla="*/ 11453 w 1463039"/>
              <a:gd name="connsiteY38" fmla="*/ 516732 h 1484431"/>
              <a:gd name="connsiteX39" fmla="*/ 10466 w 1463039"/>
              <a:gd name="connsiteY39" fmla="*/ 425570 h 1484431"/>
              <a:gd name="connsiteX40" fmla="*/ 10466 w 1463039"/>
              <a:gd name="connsiteY40" fmla="*/ 216365 h 1484431"/>
              <a:gd name="connsiteX41" fmla="*/ 10796 w 1463039"/>
              <a:gd name="connsiteY41" fmla="*/ 104022 h 1484431"/>
              <a:gd name="connsiteX42" fmla="*/ 3535 w 1463039"/>
              <a:gd name="connsiteY42" fmla="*/ 20935 h 1484431"/>
              <a:gd name="connsiteX43" fmla="*/ 3925 w 1463039"/>
              <a:gd name="connsiteY43" fmla="*/ 8443 h 1484431"/>
              <a:gd name="connsiteX44" fmla="*/ 72292 w 1463039"/>
              <a:gd name="connsiteY44" fmla="*/ 7145 h 1484431"/>
              <a:gd name="connsiteX45" fmla="*/ 231771 w 1463039"/>
              <a:gd name="connsiteY45" fmla="*/ 4000 h 1484431"/>
              <a:gd name="connsiteX46" fmla="*/ 364603 w 1463039"/>
              <a:gd name="connsiteY46" fmla="*/ 11881 h 1484431"/>
              <a:gd name="connsiteX47" fmla="*/ 768234 w 1463039"/>
              <a:gd name="connsiteY47" fmla="*/ 2060 h 1484431"/>
              <a:gd name="connsiteX48" fmla="*/ 866623 w 1463039"/>
              <a:gd name="connsiteY48" fmla="*/ 570 h 148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63039" h="1484431">
                <a:moveTo>
                  <a:pt x="866623" y="570"/>
                </a:moveTo>
                <a:cubicBezTo>
                  <a:pt x="899406" y="1672"/>
                  <a:pt x="932137" y="4373"/>
                  <a:pt x="964707" y="8668"/>
                </a:cubicBezTo>
                <a:cubicBezTo>
                  <a:pt x="1013530" y="15822"/>
                  <a:pt x="1062767" y="11396"/>
                  <a:pt x="1111826" y="8365"/>
                </a:cubicBezTo>
                <a:cubicBezTo>
                  <a:pt x="1171217" y="4667"/>
                  <a:pt x="1230548" y="2666"/>
                  <a:pt x="1290056" y="8729"/>
                </a:cubicBezTo>
                <a:cubicBezTo>
                  <a:pt x="1332385" y="13093"/>
                  <a:pt x="1374950" y="9032"/>
                  <a:pt x="1417398" y="6607"/>
                </a:cubicBezTo>
                <a:lnTo>
                  <a:pt x="1454474" y="5289"/>
                </a:lnTo>
                <a:lnTo>
                  <a:pt x="1449519" y="94304"/>
                </a:lnTo>
                <a:cubicBezTo>
                  <a:pt x="1449060" y="129133"/>
                  <a:pt x="1450326" y="163950"/>
                  <a:pt x="1454055" y="198722"/>
                </a:cubicBezTo>
                <a:cubicBezTo>
                  <a:pt x="1460000" y="262766"/>
                  <a:pt x="1460857" y="327061"/>
                  <a:pt x="1456616" y="391198"/>
                </a:cubicBezTo>
                <a:cubicBezTo>
                  <a:pt x="1453666" y="449150"/>
                  <a:pt x="1446429" y="507011"/>
                  <a:pt x="1452608" y="565101"/>
                </a:cubicBezTo>
                <a:cubicBezTo>
                  <a:pt x="1454723" y="585088"/>
                  <a:pt x="1459844" y="604709"/>
                  <a:pt x="1461013" y="624833"/>
                </a:cubicBezTo>
                <a:cubicBezTo>
                  <a:pt x="1466579" y="719109"/>
                  <a:pt x="1458230" y="813065"/>
                  <a:pt x="1451384" y="907021"/>
                </a:cubicBezTo>
                <a:cubicBezTo>
                  <a:pt x="1448879" y="941245"/>
                  <a:pt x="1445817" y="975469"/>
                  <a:pt x="1452664" y="1009693"/>
                </a:cubicBezTo>
                <a:cubicBezTo>
                  <a:pt x="1458091" y="1038573"/>
                  <a:pt x="1459210" y="1067888"/>
                  <a:pt x="1456003" y="1096987"/>
                </a:cubicBezTo>
                <a:cubicBezTo>
                  <a:pt x="1452797" y="1122759"/>
                  <a:pt x="1452035" y="1148692"/>
                  <a:pt x="1453721" y="1174561"/>
                </a:cubicBezTo>
                <a:cubicBezTo>
                  <a:pt x="1457200" y="1209698"/>
                  <a:pt x="1459900" y="1244846"/>
                  <a:pt x="1461723" y="1280017"/>
                </a:cubicBezTo>
                <a:lnTo>
                  <a:pt x="1463039" y="1330730"/>
                </a:lnTo>
                <a:lnTo>
                  <a:pt x="1463039" y="1433812"/>
                </a:lnTo>
                <a:lnTo>
                  <a:pt x="1458898" y="1471899"/>
                </a:lnTo>
                <a:lnTo>
                  <a:pt x="1458307" y="1476108"/>
                </a:lnTo>
                <a:lnTo>
                  <a:pt x="1456252" y="1476005"/>
                </a:lnTo>
                <a:cubicBezTo>
                  <a:pt x="1423776" y="1477709"/>
                  <a:pt x="1391237" y="1478251"/>
                  <a:pt x="1358700" y="1478794"/>
                </a:cubicBezTo>
                <a:cubicBezTo>
                  <a:pt x="1298542" y="1479801"/>
                  <a:pt x="1238141" y="1489099"/>
                  <a:pt x="1178286" y="1478794"/>
                </a:cubicBezTo>
                <a:cubicBezTo>
                  <a:pt x="1072672" y="1461941"/>
                  <a:pt x="965947" y="1459624"/>
                  <a:pt x="859951" y="1471897"/>
                </a:cubicBezTo>
                <a:cubicBezTo>
                  <a:pt x="740406" y="1483830"/>
                  <a:pt x="620344" y="1484683"/>
                  <a:pt x="500701" y="1474454"/>
                </a:cubicBezTo>
                <a:cubicBezTo>
                  <a:pt x="412072" y="1467171"/>
                  <a:pt x="323262" y="1461747"/>
                  <a:pt x="234329" y="1468256"/>
                </a:cubicBezTo>
                <a:cubicBezTo>
                  <a:pt x="200275" y="1470813"/>
                  <a:pt x="167069" y="1481971"/>
                  <a:pt x="133135" y="1483210"/>
                </a:cubicBezTo>
                <a:lnTo>
                  <a:pt x="12645" y="1484431"/>
                </a:lnTo>
                <a:lnTo>
                  <a:pt x="15316" y="1462748"/>
                </a:lnTo>
                <a:cubicBezTo>
                  <a:pt x="16577" y="1445266"/>
                  <a:pt x="16193" y="1427771"/>
                  <a:pt x="11892" y="1410408"/>
                </a:cubicBezTo>
                <a:cubicBezTo>
                  <a:pt x="-1808" y="1355229"/>
                  <a:pt x="932" y="1300103"/>
                  <a:pt x="6412" y="1244507"/>
                </a:cubicBezTo>
                <a:cubicBezTo>
                  <a:pt x="10522" y="1203136"/>
                  <a:pt x="15070" y="1161295"/>
                  <a:pt x="6850" y="1119454"/>
                </a:cubicBezTo>
                <a:cubicBezTo>
                  <a:pt x="3316" y="1100040"/>
                  <a:pt x="3316" y="1080186"/>
                  <a:pt x="6850" y="1060772"/>
                </a:cubicBezTo>
                <a:cubicBezTo>
                  <a:pt x="11124" y="1034621"/>
                  <a:pt x="15179" y="1008732"/>
                  <a:pt x="9699" y="982320"/>
                </a:cubicBezTo>
                <a:cubicBezTo>
                  <a:pt x="7289" y="970814"/>
                  <a:pt x="5481" y="959203"/>
                  <a:pt x="4220" y="947591"/>
                </a:cubicBezTo>
                <a:cubicBezTo>
                  <a:pt x="1710" y="917947"/>
                  <a:pt x="2609" y="888135"/>
                  <a:pt x="6904" y="858679"/>
                </a:cubicBezTo>
                <a:cubicBezTo>
                  <a:pt x="11015" y="824474"/>
                  <a:pt x="4329" y="790060"/>
                  <a:pt x="9809" y="755959"/>
                </a:cubicBezTo>
                <a:cubicBezTo>
                  <a:pt x="13700" y="728496"/>
                  <a:pt x="13848" y="700666"/>
                  <a:pt x="10248" y="673165"/>
                </a:cubicBezTo>
                <a:cubicBezTo>
                  <a:pt x="3770" y="621178"/>
                  <a:pt x="4175" y="568620"/>
                  <a:pt x="11453" y="516732"/>
                </a:cubicBezTo>
                <a:cubicBezTo>
                  <a:pt x="15947" y="486449"/>
                  <a:pt x="18522" y="455278"/>
                  <a:pt x="10466" y="425570"/>
                </a:cubicBezTo>
                <a:cubicBezTo>
                  <a:pt x="-8494" y="355748"/>
                  <a:pt x="2576" y="285821"/>
                  <a:pt x="10466" y="216365"/>
                </a:cubicBezTo>
                <a:cubicBezTo>
                  <a:pt x="15262" y="179064"/>
                  <a:pt x="15371" y="141349"/>
                  <a:pt x="10796" y="104022"/>
                </a:cubicBezTo>
                <a:cubicBezTo>
                  <a:pt x="6735" y="76456"/>
                  <a:pt x="4313" y="48716"/>
                  <a:pt x="3535" y="20935"/>
                </a:cubicBezTo>
                <a:lnTo>
                  <a:pt x="3925" y="8443"/>
                </a:lnTo>
                <a:lnTo>
                  <a:pt x="72292" y="7145"/>
                </a:lnTo>
                <a:cubicBezTo>
                  <a:pt x="125550" y="5561"/>
                  <a:pt x="178728" y="3394"/>
                  <a:pt x="231771" y="4000"/>
                </a:cubicBezTo>
                <a:cubicBezTo>
                  <a:pt x="276049" y="4485"/>
                  <a:pt x="320208" y="13578"/>
                  <a:pt x="364603" y="11881"/>
                </a:cubicBezTo>
                <a:cubicBezTo>
                  <a:pt x="499147" y="6910"/>
                  <a:pt x="633750" y="8547"/>
                  <a:pt x="768234" y="2060"/>
                </a:cubicBezTo>
                <a:cubicBezTo>
                  <a:pt x="801008" y="-38"/>
                  <a:pt x="833841" y="-533"/>
                  <a:pt x="866623" y="570"/>
                </a:cubicBezTo>
                <a:close/>
              </a:path>
            </a:pathLst>
          </a:custGeom>
        </p:spPr>
        <p:txBody>
          <a:bodyPr wrap="square" anchor="ctr">
            <a:noAutofit/>
          </a:bodyPr>
          <a:lstStyle>
            <a:lvl1pPr algn="ctr">
              <a:buNone/>
              <a:defRPr sz="2000"/>
            </a:lvl1pPr>
          </a:lstStyle>
          <a:p>
            <a:r>
              <a:rPr lang="en-US" dirty="0"/>
              <a:t>Click icon to add picture</a:t>
            </a:r>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0" y="365125"/>
            <a:ext cx="12188952" cy="1325563"/>
          </a:xfrm>
        </p:spPr>
        <p:txBody>
          <a:bodyPr/>
          <a:lstStyle>
            <a:lvl1pPr algn="ctr">
              <a:defRPr sz="7200"/>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9" name="Rectangle 18" descr="Tag=AccentColor&#10;Flavor=Light&#10;Target=FillAndLine">
            <a:extLst>
              <a:ext uri="{FF2B5EF4-FFF2-40B4-BE49-F238E27FC236}">
                <a16:creationId xmlns:a16="http://schemas.microsoft.com/office/drawing/2014/main" id="{2D7984C8-AF4A-4D59-BB2D-72D92F873C0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32">
            <a:extLst>
              <a:ext uri="{FF2B5EF4-FFF2-40B4-BE49-F238E27FC236}">
                <a16:creationId xmlns:a16="http://schemas.microsoft.com/office/drawing/2014/main" id="{EC125114-9BE9-4C21-BEC1-81B685162210}"/>
              </a:ext>
            </a:extLst>
          </p:cNvPr>
          <p:cNvSpPr>
            <a:spLocks noGrp="1"/>
          </p:cNvSpPr>
          <p:nvPr>
            <p:ph type="body" sz="quarter" idx="18" hasCustomPrompt="1"/>
          </p:nvPr>
        </p:nvSpPr>
        <p:spPr>
          <a:xfrm>
            <a:off x="6309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4" name="Text Placeholder 32">
            <a:extLst>
              <a:ext uri="{FF2B5EF4-FFF2-40B4-BE49-F238E27FC236}">
                <a16:creationId xmlns:a16="http://schemas.microsoft.com/office/drawing/2014/main" id="{2AB98BFD-4068-4EDA-8DE5-E5D978EDDF2E}"/>
              </a:ext>
            </a:extLst>
          </p:cNvPr>
          <p:cNvSpPr>
            <a:spLocks noGrp="1"/>
          </p:cNvSpPr>
          <p:nvPr>
            <p:ph type="body" sz="quarter" idx="19" hasCustomPrompt="1"/>
          </p:nvPr>
        </p:nvSpPr>
        <p:spPr>
          <a:xfrm>
            <a:off x="29931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5" name="Text Placeholder 32">
            <a:extLst>
              <a:ext uri="{FF2B5EF4-FFF2-40B4-BE49-F238E27FC236}">
                <a16:creationId xmlns:a16="http://schemas.microsoft.com/office/drawing/2014/main" id="{937737FC-57C8-4243-BE91-4E9684B83613}"/>
              </a:ext>
            </a:extLst>
          </p:cNvPr>
          <p:cNvSpPr>
            <a:spLocks noGrp="1"/>
          </p:cNvSpPr>
          <p:nvPr>
            <p:ph type="body" sz="quarter" idx="20" hasCustomPrompt="1"/>
          </p:nvPr>
        </p:nvSpPr>
        <p:spPr>
          <a:xfrm>
            <a:off x="53553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6" name="Text Placeholder 32">
            <a:extLst>
              <a:ext uri="{FF2B5EF4-FFF2-40B4-BE49-F238E27FC236}">
                <a16:creationId xmlns:a16="http://schemas.microsoft.com/office/drawing/2014/main" id="{CA78FA67-D083-4763-B647-4554C3C50977}"/>
              </a:ext>
            </a:extLst>
          </p:cNvPr>
          <p:cNvSpPr>
            <a:spLocks noGrp="1"/>
          </p:cNvSpPr>
          <p:nvPr>
            <p:ph type="body" sz="quarter" idx="21" hasCustomPrompt="1"/>
          </p:nvPr>
        </p:nvSpPr>
        <p:spPr>
          <a:xfrm>
            <a:off x="77175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7" name="Text Placeholder 32">
            <a:extLst>
              <a:ext uri="{FF2B5EF4-FFF2-40B4-BE49-F238E27FC236}">
                <a16:creationId xmlns:a16="http://schemas.microsoft.com/office/drawing/2014/main" id="{F1892FE5-DAA3-4902-93EF-46D6565FFB48}"/>
              </a:ext>
            </a:extLst>
          </p:cNvPr>
          <p:cNvSpPr>
            <a:spLocks noGrp="1"/>
          </p:cNvSpPr>
          <p:nvPr>
            <p:ph type="body" sz="quarter" idx="22" hasCustomPrompt="1"/>
          </p:nvPr>
        </p:nvSpPr>
        <p:spPr>
          <a:xfrm>
            <a:off x="100797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Tree>
    <p:extLst>
      <p:ext uri="{BB962C8B-B14F-4D97-AF65-F5344CB8AC3E}">
        <p14:creationId xmlns:p14="http://schemas.microsoft.com/office/powerpoint/2010/main" val="2183427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Center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38200" y="365124"/>
            <a:ext cx="10515600" cy="1325880"/>
          </a:xfrm>
        </p:spPr>
        <p:txBody>
          <a:bodyPr/>
          <a:lstStyle>
            <a:lvl1pPr algn="ctr">
              <a:defRPr sz="7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41248" y="2304288"/>
            <a:ext cx="10515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83465705-093A-460D-83A5-4A4F3275ADB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829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23FEB8C5-87FB-41BA-B300-D935D5EEAEC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323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2578608"/>
            <a:ext cx="5157787"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3617842"/>
            <a:ext cx="5157787"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2578608"/>
            <a:ext cx="5183188"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3617842"/>
            <a:ext cx="5183188"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140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hasCustomPrompt="1"/>
          </p:nvPr>
        </p:nvSpPr>
        <p:spPr>
          <a:xfrm>
            <a:off x="649224" y="2578608"/>
            <a:ext cx="3200400" cy="711244"/>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649224" y="3339547"/>
            <a:ext cx="3200400" cy="2900635"/>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hasCustomPrompt="1"/>
          </p:nvPr>
        </p:nvSpPr>
        <p:spPr>
          <a:xfrm>
            <a:off x="449884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449884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4">
            <a:extLst>
              <a:ext uri="{FF2B5EF4-FFF2-40B4-BE49-F238E27FC236}">
                <a16:creationId xmlns:a16="http://schemas.microsoft.com/office/drawing/2014/main" id="{42AA5FD4-D71A-436D-B50A-847980623CF0}"/>
              </a:ext>
            </a:extLst>
          </p:cNvPr>
          <p:cNvSpPr>
            <a:spLocks noGrp="1"/>
          </p:cNvSpPr>
          <p:nvPr>
            <p:ph type="body" sz="quarter" idx="13" hasCustomPrompt="1"/>
          </p:nvPr>
        </p:nvSpPr>
        <p:spPr>
          <a:xfrm>
            <a:off x="833932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498877DB-362B-4B53-84A8-D53090240FDB}"/>
              </a:ext>
            </a:extLst>
          </p:cNvPr>
          <p:cNvSpPr>
            <a:spLocks noGrp="1"/>
          </p:cNvSpPr>
          <p:nvPr>
            <p:ph sz="quarter" idx="14"/>
          </p:nvPr>
        </p:nvSpPr>
        <p:spPr>
          <a:xfrm>
            <a:off x="833932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759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95429EAB-EC88-4283-9CAC-5C4336D68761}"/>
              </a:ext>
            </a:extLst>
          </p:cNvPr>
          <p:cNvSpPr>
            <a:spLocks noGrp="1"/>
          </p:cNvSpPr>
          <p:nvPr>
            <p:ph type="pic" sz="quarter" idx="14"/>
          </p:nvPr>
        </p:nvSpPr>
        <p:spPr>
          <a:xfrm>
            <a:off x="8263901" y="-1"/>
            <a:ext cx="3928091" cy="4143506"/>
          </a:xfrm>
          <a:custGeom>
            <a:avLst/>
            <a:gdLst>
              <a:gd name="connsiteX0" fmla="*/ 23605 w 3928091"/>
              <a:gd name="connsiteY0" fmla="*/ 0 h 4143506"/>
              <a:gd name="connsiteX1" fmla="*/ 3928091 w 3928091"/>
              <a:gd name="connsiteY1" fmla="*/ 0 h 4143506"/>
              <a:gd name="connsiteX2" fmla="*/ 3928091 w 3928091"/>
              <a:gd name="connsiteY2" fmla="*/ 4125656 h 4143506"/>
              <a:gd name="connsiteX3" fmla="*/ 3780617 w 3928091"/>
              <a:gd name="connsiteY3" fmla="*/ 4131078 h 4143506"/>
              <a:gd name="connsiteX4" fmla="*/ 3281801 w 3928091"/>
              <a:gd name="connsiteY4" fmla="*/ 4125634 h 4143506"/>
              <a:gd name="connsiteX5" fmla="*/ 2622887 w 3928091"/>
              <a:gd name="connsiteY5" fmla="*/ 4130456 h 4143506"/>
              <a:gd name="connsiteX6" fmla="*/ 2169916 w 3928091"/>
              <a:gd name="connsiteY6" fmla="*/ 4111570 h 4143506"/>
              <a:gd name="connsiteX7" fmla="*/ 1705097 w 3928091"/>
              <a:gd name="connsiteY7" fmla="*/ 4140234 h 4143506"/>
              <a:gd name="connsiteX8" fmla="*/ 1364801 w 3928091"/>
              <a:gd name="connsiteY8" fmla="*/ 4124429 h 4143506"/>
              <a:gd name="connsiteX9" fmla="*/ 1123316 w 3928091"/>
              <a:gd name="connsiteY9" fmla="*/ 4121750 h 4143506"/>
              <a:gd name="connsiteX10" fmla="*/ 688243 w 3928091"/>
              <a:gd name="connsiteY10" fmla="*/ 4130323 h 4143506"/>
              <a:gd name="connsiteX11" fmla="*/ 298918 w 3928091"/>
              <a:gd name="connsiteY11" fmla="*/ 4118266 h 4143506"/>
              <a:gd name="connsiteX12" fmla="*/ 105785 w 3928091"/>
              <a:gd name="connsiteY12" fmla="*/ 4130037 h 4143506"/>
              <a:gd name="connsiteX13" fmla="*/ 15503 w 3928091"/>
              <a:gd name="connsiteY13" fmla="*/ 4130462 h 4143506"/>
              <a:gd name="connsiteX14" fmla="*/ 14458 w 3928091"/>
              <a:gd name="connsiteY14" fmla="*/ 4122289 h 4143506"/>
              <a:gd name="connsiteX15" fmla="*/ 346 w 3928091"/>
              <a:gd name="connsiteY15" fmla="*/ 3882149 h 4143506"/>
              <a:gd name="connsiteX16" fmla="*/ 27583 w 3928091"/>
              <a:gd name="connsiteY16" fmla="*/ 3294816 h 4143506"/>
              <a:gd name="connsiteX17" fmla="*/ 21797 w 3928091"/>
              <a:gd name="connsiteY17" fmla="*/ 3078932 h 4143506"/>
              <a:gd name="connsiteX18" fmla="*/ 30264 w 3928091"/>
              <a:gd name="connsiteY18" fmla="*/ 2835999 h 4143506"/>
              <a:gd name="connsiteX19" fmla="*/ 33510 w 3928091"/>
              <a:gd name="connsiteY19" fmla="*/ 2550270 h 4143506"/>
              <a:gd name="connsiteX20" fmla="*/ 9096 w 3928091"/>
              <a:gd name="connsiteY20" fmla="*/ 1764959 h 4143506"/>
              <a:gd name="connsiteX21" fmla="*/ 30406 w 3928091"/>
              <a:gd name="connsiteY21" fmla="*/ 1598729 h 4143506"/>
              <a:gd name="connsiteX22" fmla="*/ 20244 w 3928091"/>
              <a:gd name="connsiteY22" fmla="*/ 1114767 h 4143506"/>
              <a:gd name="connsiteX23" fmla="*/ 26736 w 3928091"/>
              <a:gd name="connsiteY23" fmla="*/ 579120 h 4143506"/>
              <a:gd name="connsiteX24" fmla="*/ 38237 w 3928091"/>
              <a:gd name="connsiteY24" fmla="*/ 288533 h 414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28091" h="4143506">
                <a:moveTo>
                  <a:pt x="23605" y="0"/>
                </a:moveTo>
                <a:lnTo>
                  <a:pt x="3928091" y="0"/>
                </a:lnTo>
                <a:lnTo>
                  <a:pt x="3928091" y="4125656"/>
                </a:lnTo>
                <a:lnTo>
                  <a:pt x="3780617" y="4131078"/>
                </a:lnTo>
                <a:cubicBezTo>
                  <a:pt x="3614346" y="4131561"/>
                  <a:pt x="3448073" y="4118803"/>
                  <a:pt x="3281801" y="4125634"/>
                </a:cubicBezTo>
                <a:cubicBezTo>
                  <a:pt x="3062120" y="4134609"/>
                  <a:pt x="2842441" y="4144923"/>
                  <a:pt x="2622887" y="4130456"/>
                </a:cubicBezTo>
                <a:cubicBezTo>
                  <a:pt x="2472401" y="4120545"/>
                  <a:pt x="2321159" y="4107551"/>
                  <a:pt x="2169916" y="4111570"/>
                </a:cubicBezTo>
                <a:cubicBezTo>
                  <a:pt x="2014640" y="4115856"/>
                  <a:pt x="1859994" y="4129920"/>
                  <a:pt x="1705097" y="4140234"/>
                </a:cubicBezTo>
                <a:cubicBezTo>
                  <a:pt x="1591463" y="4147694"/>
                  <a:pt x="1477389" y="4142391"/>
                  <a:pt x="1364801" y="4124429"/>
                </a:cubicBezTo>
                <a:cubicBezTo>
                  <a:pt x="1284516" y="4111703"/>
                  <a:pt x="1203727" y="4117195"/>
                  <a:pt x="1123316" y="4121750"/>
                </a:cubicBezTo>
                <a:cubicBezTo>
                  <a:pt x="978124" y="4130323"/>
                  <a:pt x="833434" y="4143717"/>
                  <a:pt x="688243" y="4130323"/>
                </a:cubicBezTo>
                <a:cubicBezTo>
                  <a:pt x="558551" y="4118266"/>
                  <a:pt x="427601" y="4108489"/>
                  <a:pt x="298918" y="4118266"/>
                </a:cubicBezTo>
                <a:cubicBezTo>
                  <a:pt x="234577" y="4123155"/>
                  <a:pt x="170204" y="4128045"/>
                  <a:pt x="105785" y="4130037"/>
                </a:cubicBezTo>
                <a:lnTo>
                  <a:pt x="15503" y="4130462"/>
                </a:lnTo>
                <a:lnTo>
                  <a:pt x="14458" y="4122289"/>
                </a:lnTo>
                <a:cubicBezTo>
                  <a:pt x="3338" y="4042653"/>
                  <a:pt x="-1375" y="3962394"/>
                  <a:pt x="346" y="3882149"/>
                </a:cubicBezTo>
                <a:cubicBezTo>
                  <a:pt x="205" y="3686075"/>
                  <a:pt x="9942" y="3490383"/>
                  <a:pt x="27583" y="3294816"/>
                </a:cubicBezTo>
                <a:cubicBezTo>
                  <a:pt x="31859" y="3222826"/>
                  <a:pt x="29926" y="3150656"/>
                  <a:pt x="21797" y="3078932"/>
                </a:cubicBezTo>
                <a:cubicBezTo>
                  <a:pt x="13668" y="2997950"/>
                  <a:pt x="16505" y="2916372"/>
                  <a:pt x="30264" y="2835999"/>
                </a:cubicBezTo>
                <a:cubicBezTo>
                  <a:pt x="47622" y="2740756"/>
                  <a:pt x="39860" y="2645513"/>
                  <a:pt x="33510" y="2550270"/>
                </a:cubicBezTo>
                <a:cubicBezTo>
                  <a:pt x="16152" y="2288796"/>
                  <a:pt x="-5017" y="2027322"/>
                  <a:pt x="9096" y="1764959"/>
                </a:cubicBezTo>
                <a:cubicBezTo>
                  <a:pt x="12060" y="1708956"/>
                  <a:pt x="25042" y="1654350"/>
                  <a:pt x="30406" y="1598729"/>
                </a:cubicBezTo>
                <a:cubicBezTo>
                  <a:pt x="46071" y="1437069"/>
                  <a:pt x="27723" y="1276045"/>
                  <a:pt x="20244" y="1114767"/>
                </a:cubicBezTo>
                <a:cubicBezTo>
                  <a:pt x="9491" y="936281"/>
                  <a:pt x="11664" y="757351"/>
                  <a:pt x="26736" y="579120"/>
                </a:cubicBezTo>
                <a:cubicBezTo>
                  <a:pt x="36191" y="482353"/>
                  <a:pt x="39402" y="385459"/>
                  <a:pt x="38237" y="288533"/>
                </a:cubicBezTo>
                <a:close/>
              </a:path>
            </a:pathLst>
          </a:custGeom>
        </p:spPr>
        <p:txBody>
          <a:bodyPr wrap="square" anchor="ctr">
            <a:noAutofit/>
          </a:bodyPr>
          <a:lstStyle>
            <a:lvl1pPr algn="ctr">
              <a:buNone/>
              <a:defRPr sz="2400"/>
            </a:lvl1pPr>
          </a:lstStyle>
          <a:p>
            <a:r>
              <a:rPr lang="en-US" dirty="0"/>
              <a:t>Click icon to add picture</a:t>
            </a:r>
          </a:p>
        </p:txBody>
      </p:sp>
      <p:sp>
        <p:nvSpPr>
          <p:cNvPr id="25" name="Picture Placeholder 24">
            <a:extLst>
              <a:ext uri="{FF2B5EF4-FFF2-40B4-BE49-F238E27FC236}">
                <a16:creationId xmlns:a16="http://schemas.microsoft.com/office/drawing/2014/main" id="{95853130-EDA3-41D2-A3D5-E39613A79C81}"/>
              </a:ext>
            </a:extLst>
          </p:cNvPr>
          <p:cNvSpPr>
            <a:spLocks noGrp="1"/>
          </p:cNvSpPr>
          <p:nvPr>
            <p:ph type="pic" sz="quarter" idx="15"/>
          </p:nvPr>
        </p:nvSpPr>
        <p:spPr>
          <a:xfrm>
            <a:off x="8281029" y="4328340"/>
            <a:ext cx="3910962" cy="2529660"/>
          </a:xfrm>
          <a:custGeom>
            <a:avLst/>
            <a:gdLst>
              <a:gd name="connsiteX0" fmla="*/ 842684 w 3910962"/>
              <a:gd name="connsiteY0" fmla="*/ 662 h 2529660"/>
              <a:gd name="connsiteX1" fmla="*/ 1140350 w 3910962"/>
              <a:gd name="connsiteY1" fmla="*/ 3173 h 2529660"/>
              <a:gd name="connsiteX2" fmla="*/ 1350451 w 3910962"/>
              <a:gd name="connsiteY2" fmla="*/ 29025 h 2529660"/>
              <a:gd name="connsiteX3" fmla="*/ 1903495 w 3910962"/>
              <a:gd name="connsiteY3" fmla="*/ 18310 h 2529660"/>
              <a:gd name="connsiteX4" fmla="*/ 2649374 w 3910962"/>
              <a:gd name="connsiteY4" fmla="*/ 22730 h 2529660"/>
              <a:gd name="connsiteX5" fmla="*/ 3310304 w 3910962"/>
              <a:gd name="connsiteY5" fmla="*/ 10808 h 2529660"/>
              <a:gd name="connsiteX6" fmla="*/ 3684881 w 3910962"/>
              <a:gd name="connsiteY6" fmla="*/ 10808 h 2529660"/>
              <a:gd name="connsiteX7" fmla="*/ 3887420 w 3910962"/>
              <a:gd name="connsiteY7" fmla="*/ 15630 h 2529660"/>
              <a:gd name="connsiteX8" fmla="*/ 3910962 w 3910962"/>
              <a:gd name="connsiteY8" fmla="*/ 11105 h 2529660"/>
              <a:gd name="connsiteX9" fmla="*/ 3910962 w 3910962"/>
              <a:gd name="connsiteY9" fmla="*/ 2529660 h 2529660"/>
              <a:gd name="connsiteX10" fmla="*/ 6242 w 3910962"/>
              <a:gd name="connsiteY10" fmla="*/ 2529660 h 2529660"/>
              <a:gd name="connsiteX11" fmla="*/ 25280 w 3910962"/>
              <a:gd name="connsiteY11" fmla="*/ 2158134 h 2529660"/>
              <a:gd name="connsiteX12" fmla="*/ 11167 w 3910962"/>
              <a:gd name="connsiteY12" fmla="*/ 1427303 h 2529660"/>
              <a:gd name="connsiteX13" fmla="*/ 3970 w 3910962"/>
              <a:gd name="connsiteY13" fmla="*/ 934453 h 2529660"/>
              <a:gd name="connsiteX14" fmla="*/ 5805 w 3910962"/>
              <a:gd name="connsiteY14" fmla="*/ 380010 h 2529660"/>
              <a:gd name="connsiteX15" fmla="*/ 18506 w 3910962"/>
              <a:gd name="connsiteY15" fmla="*/ 139744 h 2529660"/>
              <a:gd name="connsiteX16" fmla="*/ 19072 w 3910962"/>
              <a:gd name="connsiteY16" fmla="*/ 23791 h 2529660"/>
              <a:gd name="connsiteX17" fmla="*/ 67093 w 3910962"/>
              <a:gd name="connsiteY17" fmla="*/ 27133 h 2529660"/>
              <a:gd name="connsiteX18" fmla="*/ 545085 w 3910962"/>
              <a:gd name="connsiteY18" fmla="*/ 11612 h 2529660"/>
              <a:gd name="connsiteX19" fmla="*/ 842684 w 3910962"/>
              <a:gd name="connsiteY19" fmla="*/ 662 h 252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10962" h="2529660">
                <a:moveTo>
                  <a:pt x="842684" y="662"/>
                </a:moveTo>
                <a:cubicBezTo>
                  <a:pt x="941895" y="-744"/>
                  <a:pt x="1041116" y="93"/>
                  <a:pt x="1140350" y="3173"/>
                </a:cubicBezTo>
                <a:cubicBezTo>
                  <a:pt x="1210804" y="5316"/>
                  <a:pt x="1279746" y="24605"/>
                  <a:pt x="1350451" y="29025"/>
                </a:cubicBezTo>
                <a:cubicBezTo>
                  <a:pt x="1535093" y="40276"/>
                  <a:pt x="1719483" y="30901"/>
                  <a:pt x="1903495" y="18310"/>
                </a:cubicBezTo>
                <a:cubicBezTo>
                  <a:pt x="2151898" y="628"/>
                  <a:pt x="2401172" y="2101"/>
                  <a:pt x="2649374" y="22730"/>
                </a:cubicBezTo>
                <a:cubicBezTo>
                  <a:pt x="2869445" y="43947"/>
                  <a:pt x="3091027" y="39942"/>
                  <a:pt x="3310304" y="10808"/>
                </a:cubicBezTo>
                <a:cubicBezTo>
                  <a:pt x="3434575" y="-7007"/>
                  <a:pt x="3559980" y="9067"/>
                  <a:pt x="3684881" y="10808"/>
                </a:cubicBezTo>
                <a:cubicBezTo>
                  <a:pt x="3752435" y="11746"/>
                  <a:pt x="3819992" y="12684"/>
                  <a:pt x="3887420" y="15630"/>
                </a:cubicBezTo>
                <a:lnTo>
                  <a:pt x="3910962" y="11105"/>
                </a:lnTo>
                <a:lnTo>
                  <a:pt x="3910962" y="2529660"/>
                </a:lnTo>
                <a:lnTo>
                  <a:pt x="6242" y="2529660"/>
                </a:lnTo>
                <a:lnTo>
                  <a:pt x="25280" y="2158134"/>
                </a:lnTo>
                <a:cubicBezTo>
                  <a:pt x="28243" y="1914439"/>
                  <a:pt x="36288" y="1670236"/>
                  <a:pt x="11167" y="1427303"/>
                </a:cubicBezTo>
                <a:cubicBezTo>
                  <a:pt x="-5908" y="1262723"/>
                  <a:pt x="865" y="1098905"/>
                  <a:pt x="3970" y="934453"/>
                </a:cubicBezTo>
                <a:cubicBezTo>
                  <a:pt x="7498" y="749680"/>
                  <a:pt x="5805" y="564783"/>
                  <a:pt x="5805" y="380010"/>
                </a:cubicBezTo>
                <a:cubicBezTo>
                  <a:pt x="5522" y="299625"/>
                  <a:pt x="10321" y="219748"/>
                  <a:pt x="18506" y="139744"/>
                </a:cubicBezTo>
                <a:lnTo>
                  <a:pt x="19072" y="23791"/>
                </a:lnTo>
                <a:lnTo>
                  <a:pt x="67093" y="27133"/>
                </a:lnTo>
                <a:cubicBezTo>
                  <a:pt x="226530" y="32207"/>
                  <a:pt x="385807" y="21156"/>
                  <a:pt x="545085" y="11612"/>
                </a:cubicBezTo>
                <a:cubicBezTo>
                  <a:pt x="644275" y="5719"/>
                  <a:pt x="743474" y="2069"/>
                  <a:pt x="842684" y="662"/>
                </a:cubicBezTo>
                <a:close/>
              </a:path>
            </a:pathLst>
          </a:custGeom>
        </p:spPr>
        <p:txBody>
          <a:bodyPr wrap="square" anchor="ctr">
            <a:noAutofit/>
          </a:bodyPr>
          <a:lstStyle>
            <a:lvl1pPr algn="ctr">
              <a:buNone/>
              <a:defRPr sz="2400"/>
            </a:lvl1pPr>
          </a:lstStyle>
          <a:p>
            <a:r>
              <a:rPr lang="en-US" dirty="0"/>
              <a:t>Click icon to add picture</a:t>
            </a:r>
          </a:p>
        </p:txBody>
      </p:sp>
      <p:sp>
        <p:nvSpPr>
          <p:cNvPr id="24" name="Picture Placeholder 23">
            <a:extLst>
              <a:ext uri="{FF2B5EF4-FFF2-40B4-BE49-F238E27FC236}">
                <a16:creationId xmlns:a16="http://schemas.microsoft.com/office/drawing/2014/main" id="{3A9F270A-23C2-4A09-BC7C-5CB160B890C0}"/>
              </a:ext>
            </a:extLst>
          </p:cNvPr>
          <p:cNvSpPr>
            <a:spLocks noGrp="1"/>
          </p:cNvSpPr>
          <p:nvPr>
            <p:ph type="pic" sz="quarter" idx="16"/>
          </p:nvPr>
        </p:nvSpPr>
        <p:spPr>
          <a:xfrm>
            <a:off x="5021992" y="3792430"/>
            <a:ext cx="3041329" cy="3065569"/>
          </a:xfrm>
          <a:custGeom>
            <a:avLst/>
            <a:gdLst>
              <a:gd name="connsiteX0" fmla="*/ 2750933 w 3041329"/>
              <a:gd name="connsiteY0" fmla="*/ 0 h 3065569"/>
              <a:gd name="connsiteX1" fmla="*/ 3041329 w 3041329"/>
              <a:gd name="connsiteY1" fmla="*/ 10946 h 3065569"/>
              <a:gd name="connsiteX2" fmla="*/ 3041329 w 3041329"/>
              <a:gd name="connsiteY2" fmla="*/ 175882 h 3065569"/>
              <a:gd name="connsiteX3" fmla="*/ 3034394 w 3041329"/>
              <a:gd name="connsiteY3" fmla="*/ 266109 h 3065569"/>
              <a:gd name="connsiteX4" fmla="*/ 3037217 w 3041329"/>
              <a:gd name="connsiteY4" fmla="*/ 802010 h 3065569"/>
              <a:gd name="connsiteX5" fmla="*/ 3025363 w 3041329"/>
              <a:gd name="connsiteY5" fmla="*/ 1170283 h 3065569"/>
              <a:gd name="connsiteX6" fmla="*/ 3020000 w 3041329"/>
              <a:gd name="connsiteY6" fmla="*/ 1316450 h 3065569"/>
              <a:gd name="connsiteX7" fmla="*/ 3014637 w 3041329"/>
              <a:gd name="connsiteY7" fmla="*/ 1344641 h 3065569"/>
              <a:gd name="connsiteX8" fmla="*/ 3014637 w 3041329"/>
              <a:gd name="connsiteY8" fmla="*/ 1357340 h 3065569"/>
              <a:gd name="connsiteX9" fmla="*/ 3021693 w 3041329"/>
              <a:gd name="connsiteY9" fmla="*/ 1384898 h 3065569"/>
              <a:gd name="connsiteX10" fmla="*/ 3029173 w 3041329"/>
              <a:gd name="connsiteY10" fmla="*/ 1911401 h 3065569"/>
              <a:gd name="connsiteX11" fmla="*/ 3039899 w 3041329"/>
              <a:gd name="connsiteY11" fmla="*/ 2395617 h 3065569"/>
              <a:gd name="connsiteX12" fmla="*/ 3041329 w 3041329"/>
              <a:gd name="connsiteY12" fmla="*/ 2446475 h 3065569"/>
              <a:gd name="connsiteX13" fmla="*/ 3041329 w 3041329"/>
              <a:gd name="connsiteY13" fmla="*/ 2649259 h 3065569"/>
              <a:gd name="connsiteX14" fmla="*/ 3040516 w 3041329"/>
              <a:gd name="connsiteY14" fmla="*/ 2683378 h 3065569"/>
              <a:gd name="connsiteX15" fmla="*/ 3029596 w 3041329"/>
              <a:gd name="connsiteY15" fmla="*/ 2971138 h 3065569"/>
              <a:gd name="connsiteX16" fmla="*/ 3031678 w 3041329"/>
              <a:gd name="connsiteY16" fmla="*/ 3022824 h 3065569"/>
              <a:gd name="connsiteX17" fmla="*/ 3034625 w 3041329"/>
              <a:gd name="connsiteY17" fmla="*/ 3065569 h 3065569"/>
              <a:gd name="connsiteX18" fmla="*/ 24938 w 3041329"/>
              <a:gd name="connsiteY18" fmla="*/ 3065569 h 3065569"/>
              <a:gd name="connsiteX19" fmla="*/ 25911 w 3041329"/>
              <a:gd name="connsiteY19" fmla="*/ 3001918 h 3065569"/>
              <a:gd name="connsiteX20" fmla="*/ 38276 w 3041329"/>
              <a:gd name="connsiteY20" fmla="*/ 2918677 h 3065569"/>
              <a:gd name="connsiteX21" fmla="*/ 28835 w 3041329"/>
              <a:gd name="connsiteY21" fmla="*/ 2491295 h 3065569"/>
              <a:gd name="connsiteX22" fmla="*/ 21053 w 3041329"/>
              <a:gd name="connsiteY22" fmla="*/ 2094786 h 3065569"/>
              <a:gd name="connsiteX23" fmla="*/ 16716 w 3041329"/>
              <a:gd name="connsiteY23" fmla="*/ 1719456 h 3065569"/>
              <a:gd name="connsiteX24" fmla="*/ 3192 w 3041329"/>
              <a:gd name="connsiteY24" fmla="*/ 1622752 h 3065569"/>
              <a:gd name="connsiteX25" fmla="*/ 24242 w 3041329"/>
              <a:gd name="connsiteY25" fmla="*/ 1269110 h 3065569"/>
              <a:gd name="connsiteX26" fmla="*/ 24242 w 3041329"/>
              <a:gd name="connsiteY26" fmla="*/ 1044447 h 3065569"/>
              <a:gd name="connsiteX27" fmla="*/ 13654 w 3041329"/>
              <a:gd name="connsiteY27" fmla="*/ 884594 h 3065569"/>
              <a:gd name="connsiteX28" fmla="*/ 23477 w 3041329"/>
              <a:gd name="connsiteY28" fmla="*/ 597929 h 3065569"/>
              <a:gd name="connsiteX29" fmla="*/ 26284 w 3041329"/>
              <a:gd name="connsiteY29" fmla="*/ 408605 h 3065569"/>
              <a:gd name="connsiteX30" fmla="*/ 33300 w 3041329"/>
              <a:gd name="connsiteY30" fmla="*/ 153452 h 3065569"/>
              <a:gd name="connsiteX31" fmla="*/ 16058 w 3041329"/>
              <a:gd name="connsiteY31" fmla="*/ 52511 h 3065569"/>
              <a:gd name="connsiteX32" fmla="*/ 13611 w 3041329"/>
              <a:gd name="connsiteY32" fmla="*/ 10473 h 3065569"/>
              <a:gd name="connsiteX33" fmla="*/ 222689 w 3041329"/>
              <a:gd name="connsiteY33" fmla="*/ 5194 h 3065569"/>
              <a:gd name="connsiteX34" fmla="*/ 988364 w 3041329"/>
              <a:gd name="connsiteY34" fmla="*/ 17002 h 3065569"/>
              <a:gd name="connsiteX35" fmla="*/ 1316477 w 3041329"/>
              <a:gd name="connsiteY35" fmla="*/ 7977 h 3065569"/>
              <a:gd name="connsiteX36" fmla="*/ 1738973 w 3041329"/>
              <a:gd name="connsiteY36" fmla="*/ 11247 h 3065569"/>
              <a:gd name="connsiteX37" fmla="*/ 2438148 w 3041329"/>
              <a:gd name="connsiteY37" fmla="*/ 11247 h 3065569"/>
              <a:gd name="connsiteX38" fmla="*/ 2750933 w 3041329"/>
              <a:gd name="connsiteY38" fmla="*/ 0 h 30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41329" h="3065569">
                <a:moveTo>
                  <a:pt x="2750933" y="0"/>
                </a:moveTo>
                <a:lnTo>
                  <a:pt x="3041329" y="10946"/>
                </a:lnTo>
                <a:lnTo>
                  <a:pt x="3041329" y="175882"/>
                </a:lnTo>
                <a:lnTo>
                  <a:pt x="3034394" y="266109"/>
                </a:lnTo>
                <a:cubicBezTo>
                  <a:pt x="3019012" y="444912"/>
                  <a:pt x="3025927" y="623588"/>
                  <a:pt x="3037217" y="802010"/>
                </a:cubicBezTo>
                <a:cubicBezTo>
                  <a:pt x="3044443" y="924849"/>
                  <a:pt x="3040477" y="1048016"/>
                  <a:pt x="3025363" y="1170283"/>
                </a:cubicBezTo>
                <a:cubicBezTo>
                  <a:pt x="3020000" y="1218920"/>
                  <a:pt x="3020987" y="1267685"/>
                  <a:pt x="3020000" y="1316450"/>
                </a:cubicBezTo>
                <a:cubicBezTo>
                  <a:pt x="3019717" y="1325847"/>
                  <a:pt x="3026069" y="1336767"/>
                  <a:pt x="3014637" y="1344641"/>
                </a:cubicBezTo>
                <a:lnTo>
                  <a:pt x="3014637" y="1357340"/>
                </a:lnTo>
                <a:cubicBezTo>
                  <a:pt x="3027198" y="1364325"/>
                  <a:pt x="3020706" y="1375754"/>
                  <a:pt x="3021693" y="1384898"/>
                </a:cubicBezTo>
                <a:cubicBezTo>
                  <a:pt x="3038360" y="1560005"/>
                  <a:pt x="3040872" y="1735963"/>
                  <a:pt x="3029173" y="1911401"/>
                </a:cubicBezTo>
                <a:cubicBezTo>
                  <a:pt x="3020564" y="2072933"/>
                  <a:pt x="3029455" y="2234211"/>
                  <a:pt x="3039899" y="2395617"/>
                </a:cubicBezTo>
                <a:lnTo>
                  <a:pt x="3041329" y="2446475"/>
                </a:lnTo>
                <a:lnTo>
                  <a:pt x="3041329" y="2649259"/>
                </a:lnTo>
                <a:lnTo>
                  <a:pt x="3040516" y="2683378"/>
                </a:lnTo>
                <a:cubicBezTo>
                  <a:pt x="3036759" y="2779288"/>
                  <a:pt x="3031078" y="2875197"/>
                  <a:pt x="3029596" y="2971138"/>
                </a:cubicBezTo>
                <a:cubicBezTo>
                  <a:pt x="3029314" y="2988346"/>
                  <a:pt x="3030372" y="3005585"/>
                  <a:pt x="3031678" y="3022824"/>
                </a:cubicBezTo>
                <a:lnTo>
                  <a:pt x="3034625" y="3065569"/>
                </a:lnTo>
                <a:lnTo>
                  <a:pt x="24938" y="3065569"/>
                </a:lnTo>
                <a:lnTo>
                  <a:pt x="25911" y="3001918"/>
                </a:lnTo>
                <a:cubicBezTo>
                  <a:pt x="28191" y="2973959"/>
                  <a:pt x="32318" y="2946151"/>
                  <a:pt x="38276" y="2918677"/>
                </a:cubicBezTo>
                <a:cubicBezTo>
                  <a:pt x="68779" y="2777462"/>
                  <a:pt x="65552" y="2631030"/>
                  <a:pt x="28835" y="2491295"/>
                </a:cubicBezTo>
                <a:cubicBezTo>
                  <a:pt x="-4463" y="2359636"/>
                  <a:pt x="-11352" y="2227594"/>
                  <a:pt x="21053" y="2094786"/>
                </a:cubicBezTo>
                <a:cubicBezTo>
                  <a:pt x="51646" y="1971356"/>
                  <a:pt x="50153" y="1842146"/>
                  <a:pt x="16716" y="1719456"/>
                </a:cubicBezTo>
                <a:cubicBezTo>
                  <a:pt x="9316" y="1687689"/>
                  <a:pt x="4787" y="1655323"/>
                  <a:pt x="3192" y="1622752"/>
                </a:cubicBezTo>
                <a:cubicBezTo>
                  <a:pt x="-6887" y="1503851"/>
                  <a:pt x="10081" y="1386608"/>
                  <a:pt x="24242" y="1269110"/>
                </a:cubicBezTo>
                <a:cubicBezTo>
                  <a:pt x="33683" y="1194222"/>
                  <a:pt x="48099" y="1118569"/>
                  <a:pt x="24242" y="1044447"/>
                </a:cubicBezTo>
                <a:cubicBezTo>
                  <a:pt x="7899" y="992791"/>
                  <a:pt x="4264" y="937959"/>
                  <a:pt x="13654" y="884594"/>
                </a:cubicBezTo>
                <a:cubicBezTo>
                  <a:pt x="29486" y="789881"/>
                  <a:pt x="32790" y="693497"/>
                  <a:pt x="23477" y="597929"/>
                </a:cubicBezTo>
                <a:cubicBezTo>
                  <a:pt x="17328" y="534919"/>
                  <a:pt x="18272" y="471411"/>
                  <a:pt x="26284" y="408605"/>
                </a:cubicBezTo>
                <a:cubicBezTo>
                  <a:pt x="36872" y="324149"/>
                  <a:pt x="53330" y="238162"/>
                  <a:pt x="33300" y="153452"/>
                </a:cubicBezTo>
                <a:cubicBezTo>
                  <a:pt x="25327" y="119804"/>
                  <a:pt x="19745" y="86163"/>
                  <a:pt x="16058" y="52511"/>
                </a:cubicBezTo>
                <a:lnTo>
                  <a:pt x="13611" y="10473"/>
                </a:lnTo>
                <a:lnTo>
                  <a:pt x="222689" y="5194"/>
                </a:lnTo>
                <a:cubicBezTo>
                  <a:pt x="477949" y="4054"/>
                  <a:pt x="733156" y="16119"/>
                  <a:pt x="988364" y="17002"/>
                </a:cubicBezTo>
                <a:cubicBezTo>
                  <a:pt x="1097946" y="17394"/>
                  <a:pt x="1207148" y="12424"/>
                  <a:pt x="1316477" y="7977"/>
                </a:cubicBezTo>
                <a:cubicBezTo>
                  <a:pt x="1457478" y="2353"/>
                  <a:pt x="1598225" y="13470"/>
                  <a:pt x="1738973" y="11247"/>
                </a:cubicBezTo>
                <a:cubicBezTo>
                  <a:pt x="1972073" y="7585"/>
                  <a:pt x="2205047" y="18310"/>
                  <a:pt x="2438148" y="11247"/>
                </a:cubicBezTo>
                <a:cubicBezTo>
                  <a:pt x="2542410" y="7977"/>
                  <a:pt x="2646671" y="3007"/>
                  <a:pt x="2750933" y="0"/>
                </a:cubicBezTo>
                <a:close/>
              </a:path>
            </a:pathLst>
          </a:custGeom>
        </p:spPr>
        <p:txBody>
          <a:bodyPr wrap="square" anchor="ctr">
            <a:noAutofit/>
          </a:bodyPr>
          <a:lstStyle>
            <a:lvl1pPr algn="ctr">
              <a:buNone/>
              <a:defRPr sz="2400"/>
            </a:lvl1pPr>
          </a:lstStyle>
          <a:p>
            <a:r>
              <a:rPr lang="en-US" dirty="0"/>
              <a:t>Click icon to add picture</a:t>
            </a:r>
          </a:p>
        </p:txBody>
      </p:sp>
      <p:sp>
        <p:nvSpPr>
          <p:cNvPr id="23" name="Picture Placeholder 22">
            <a:extLst>
              <a:ext uri="{FF2B5EF4-FFF2-40B4-BE49-F238E27FC236}">
                <a16:creationId xmlns:a16="http://schemas.microsoft.com/office/drawing/2014/main" id="{AE3DF8F2-18BB-45CB-8A9F-A6F8DED4CE61}"/>
              </a:ext>
            </a:extLst>
          </p:cNvPr>
          <p:cNvSpPr>
            <a:spLocks noGrp="1"/>
          </p:cNvSpPr>
          <p:nvPr>
            <p:ph type="pic" sz="quarter" idx="13"/>
          </p:nvPr>
        </p:nvSpPr>
        <p:spPr>
          <a:xfrm>
            <a:off x="5027598" y="0"/>
            <a:ext cx="3035794" cy="3597039"/>
          </a:xfrm>
          <a:custGeom>
            <a:avLst/>
            <a:gdLst>
              <a:gd name="connsiteX0" fmla="*/ 19840 w 3035794"/>
              <a:gd name="connsiteY0" fmla="*/ 0 h 3597039"/>
              <a:gd name="connsiteX1" fmla="*/ 3028263 w 3035794"/>
              <a:gd name="connsiteY1" fmla="*/ 0 h 3597039"/>
              <a:gd name="connsiteX2" fmla="*/ 3024697 w 3035794"/>
              <a:gd name="connsiteY2" fmla="*/ 140686 h 3597039"/>
              <a:gd name="connsiteX3" fmla="*/ 3035552 w 3035794"/>
              <a:gd name="connsiteY3" fmla="*/ 655695 h 3597039"/>
              <a:gd name="connsiteX4" fmla="*/ 3017206 w 3035794"/>
              <a:gd name="connsiteY4" fmla="*/ 941424 h 3597039"/>
              <a:gd name="connsiteX5" fmla="*/ 3027314 w 3035794"/>
              <a:gd name="connsiteY5" fmla="*/ 1375590 h 3597039"/>
              <a:gd name="connsiteX6" fmla="*/ 3035723 w 3035794"/>
              <a:gd name="connsiteY6" fmla="*/ 1661758 h 3597039"/>
              <a:gd name="connsiteX7" fmla="*/ 3035723 w 3035794"/>
              <a:gd name="connsiteY7" fmla="*/ 2108768 h 3597039"/>
              <a:gd name="connsiteX8" fmla="*/ 3024686 w 3035794"/>
              <a:gd name="connsiteY8" fmla="*/ 2232285 h 3597039"/>
              <a:gd name="connsiteX9" fmla="*/ 3025391 w 3035794"/>
              <a:gd name="connsiteY9" fmla="*/ 2548746 h 3597039"/>
              <a:gd name="connsiteX10" fmla="*/ 3024544 w 3035794"/>
              <a:gd name="connsiteY10" fmla="*/ 2932131 h 3597039"/>
              <a:gd name="connsiteX11" fmla="*/ 3029484 w 3035794"/>
              <a:gd name="connsiteY11" fmla="*/ 3206050 h 3597039"/>
              <a:gd name="connsiteX12" fmla="*/ 3029484 w 3035794"/>
              <a:gd name="connsiteY12" fmla="*/ 3492287 h 3597039"/>
              <a:gd name="connsiteX13" fmla="*/ 3026528 w 3035794"/>
              <a:gd name="connsiteY13" fmla="*/ 3584038 h 3597039"/>
              <a:gd name="connsiteX14" fmla="*/ 2536033 w 3035794"/>
              <a:gd name="connsiteY14" fmla="*/ 3578457 h 3597039"/>
              <a:gd name="connsiteX15" fmla="*/ 2062105 w 3035794"/>
              <a:gd name="connsiteY15" fmla="*/ 3578457 h 3597039"/>
              <a:gd name="connsiteX16" fmla="*/ 1545736 w 3035794"/>
              <a:gd name="connsiteY16" fmla="*/ 3591536 h 3597039"/>
              <a:gd name="connsiteX17" fmla="*/ 1047737 w 3035794"/>
              <a:gd name="connsiteY17" fmla="*/ 3582381 h 3597039"/>
              <a:gd name="connsiteX18" fmla="*/ 522627 w 3035794"/>
              <a:gd name="connsiteY18" fmla="*/ 3586174 h 3597039"/>
              <a:gd name="connsiteX19" fmla="*/ 179310 w 3035794"/>
              <a:gd name="connsiteY19" fmla="*/ 3582119 h 3597039"/>
              <a:gd name="connsiteX20" fmla="*/ 12768 w 3035794"/>
              <a:gd name="connsiteY20" fmla="*/ 3583434 h 3597039"/>
              <a:gd name="connsiteX21" fmla="*/ 14927 w 3035794"/>
              <a:gd name="connsiteY21" fmla="*/ 3541208 h 3597039"/>
              <a:gd name="connsiteX22" fmla="*/ 15947 w 3035794"/>
              <a:gd name="connsiteY22" fmla="*/ 3236172 h 3597039"/>
              <a:gd name="connsiteX23" fmla="*/ 15947 w 3035794"/>
              <a:gd name="connsiteY23" fmla="*/ 3093031 h 3597039"/>
              <a:gd name="connsiteX24" fmla="*/ 22581 w 3035794"/>
              <a:gd name="connsiteY24" fmla="*/ 2901666 h 3597039"/>
              <a:gd name="connsiteX25" fmla="*/ 9823 w 3035794"/>
              <a:gd name="connsiteY25" fmla="*/ 2816955 h 3597039"/>
              <a:gd name="connsiteX26" fmla="*/ 16074 w 3035794"/>
              <a:gd name="connsiteY26" fmla="*/ 2600075 h 3597039"/>
              <a:gd name="connsiteX27" fmla="*/ 22836 w 3035794"/>
              <a:gd name="connsiteY27" fmla="*/ 2349514 h 3597039"/>
              <a:gd name="connsiteX28" fmla="*/ 23857 w 3035794"/>
              <a:gd name="connsiteY28" fmla="*/ 2147560 h 3597039"/>
              <a:gd name="connsiteX29" fmla="*/ 26663 w 3035794"/>
              <a:gd name="connsiteY29" fmla="*/ 1765978 h 3597039"/>
              <a:gd name="connsiteX30" fmla="*/ 24367 w 3035794"/>
              <a:gd name="connsiteY30" fmla="*/ 1543612 h 3597039"/>
              <a:gd name="connsiteX31" fmla="*/ 24367 w 3035794"/>
              <a:gd name="connsiteY31" fmla="*/ 1033305 h 3597039"/>
              <a:gd name="connsiteX32" fmla="*/ 25133 w 3035794"/>
              <a:gd name="connsiteY32" fmla="*/ 759271 h 3597039"/>
              <a:gd name="connsiteX33" fmla="*/ 14289 w 3035794"/>
              <a:gd name="connsiteY33" fmla="*/ 353321 h 3597039"/>
              <a:gd name="connsiteX34" fmla="*/ 22581 w 3035794"/>
              <a:gd name="connsiteY34" fmla="*/ 20346 h 35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035794" h="3597039">
                <a:moveTo>
                  <a:pt x="19840" y="0"/>
                </a:moveTo>
                <a:lnTo>
                  <a:pt x="3028263" y="0"/>
                </a:lnTo>
                <a:lnTo>
                  <a:pt x="3024697" y="140686"/>
                </a:lnTo>
                <a:cubicBezTo>
                  <a:pt x="3025259" y="312749"/>
                  <a:pt x="3037669" y="484544"/>
                  <a:pt x="3035552" y="655695"/>
                </a:cubicBezTo>
                <a:cubicBezTo>
                  <a:pt x="3034423" y="750938"/>
                  <a:pt x="3013255" y="845927"/>
                  <a:pt x="3017206" y="941424"/>
                </a:cubicBezTo>
                <a:cubicBezTo>
                  <a:pt x="3022992" y="1086130"/>
                  <a:pt x="3024933" y="1230868"/>
                  <a:pt x="3027314" y="1375590"/>
                </a:cubicBezTo>
                <a:lnTo>
                  <a:pt x="3035723" y="1661758"/>
                </a:lnTo>
                <a:lnTo>
                  <a:pt x="3035723" y="2108768"/>
                </a:lnTo>
                <a:lnTo>
                  <a:pt x="3024686" y="2232285"/>
                </a:lnTo>
                <a:cubicBezTo>
                  <a:pt x="3008033" y="2337306"/>
                  <a:pt x="3018335" y="2443217"/>
                  <a:pt x="3025391" y="2548746"/>
                </a:cubicBezTo>
                <a:cubicBezTo>
                  <a:pt x="3034000" y="2676499"/>
                  <a:pt x="3038657" y="2804125"/>
                  <a:pt x="3024544" y="2932131"/>
                </a:cubicBezTo>
                <a:cubicBezTo>
                  <a:pt x="3014384" y="3023183"/>
                  <a:pt x="3023839" y="3114743"/>
                  <a:pt x="3029484" y="3206050"/>
                </a:cubicBezTo>
                <a:cubicBezTo>
                  <a:pt x="3036822" y="3301343"/>
                  <a:pt x="3036822" y="3396994"/>
                  <a:pt x="3029484" y="3492287"/>
                </a:cubicBezTo>
                <a:lnTo>
                  <a:pt x="3026528" y="3584038"/>
                </a:lnTo>
                <a:lnTo>
                  <a:pt x="2536033" y="3578457"/>
                </a:lnTo>
                <a:cubicBezTo>
                  <a:pt x="2378057" y="3583558"/>
                  <a:pt x="2220080" y="3585390"/>
                  <a:pt x="2062105" y="3578457"/>
                </a:cubicBezTo>
                <a:cubicBezTo>
                  <a:pt x="1889685" y="3570479"/>
                  <a:pt x="1717648" y="3579504"/>
                  <a:pt x="1545736" y="3591536"/>
                </a:cubicBezTo>
                <a:cubicBezTo>
                  <a:pt x="1379525" y="3603177"/>
                  <a:pt x="1213695" y="3594544"/>
                  <a:pt x="1047737" y="3582381"/>
                </a:cubicBezTo>
                <a:cubicBezTo>
                  <a:pt x="872873" y="3569328"/>
                  <a:pt x="697288" y="3570585"/>
                  <a:pt x="522627" y="3586174"/>
                </a:cubicBezTo>
                <a:cubicBezTo>
                  <a:pt x="408103" y="3596376"/>
                  <a:pt x="293327" y="3581074"/>
                  <a:pt x="179310" y="3582119"/>
                </a:cubicBezTo>
                <a:lnTo>
                  <a:pt x="12768" y="3583434"/>
                </a:lnTo>
                <a:lnTo>
                  <a:pt x="14927" y="3541208"/>
                </a:lnTo>
                <a:cubicBezTo>
                  <a:pt x="24495" y="3440295"/>
                  <a:pt x="35084" y="3338234"/>
                  <a:pt x="15947" y="3236172"/>
                </a:cubicBezTo>
                <a:cubicBezTo>
                  <a:pt x="7719" y="3188816"/>
                  <a:pt x="7719" y="3140388"/>
                  <a:pt x="15947" y="3093031"/>
                </a:cubicBezTo>
                <a:cubicBezTo>
                  <a:pt x="25898" y="3029243"/>
                  <a:pt x="35339" y="2966092"/>
                  <a:pt x="22581" y="2901666"/>
                </a:cubicBezTo>
                <a:cubicBezTo>
                  <a:pt x="16968" y="2873599"/>
                  <a:pt x="12758" y="2845277"/>
                  <a:pt x="9823" y="2816955"/>
                </a:cubicBezTo>
                <a:cubicBezTo>
                  <a:pt x="3980" y="2744645"/>
                  <a:pt x="6072" y="2671926"/>
                  <a:pt x="16074" y="2600075"/>
                </a:cubicBezTo>
                <a:cubicBezTo>
                  <a:pt x="25643" y="2516640"/>
                  <a:pt x="10079" y="2432694"/>
                  <a:pt x="22836" y="2349514"/>
                </a:cubicBezTo>
                <a:cubicBezTo>
                  <a:pt x="31895" y="2282524"/>
                  <a:pt x="32239" y="2214640"/>
                  <a:pt x="23857" y="2147560"/>
                </a:cubicBezTo>
                <a:cubicBezTo>
                  <a:pt x="8778" y="2020749"/>
                  <a:pt x="9721" y="1892547"/>
                  <a:pt x="26663" y="1765978"/>
                </a:cubicBezTo>
                <a:cubicBezTo>
                  <a:pt x="37125" y="1692111"/>
                  <a:pt x="43121" y="1616076"/>
                  <a:pt x="24367" y="1543612"/>
                </a:cubicBezTo>
                <a:cubicBezTo>
                  <a:pt x="-19775" y="1373297"/>
                  <a:pt x="5996" y="1202727"/>
                  <a:pt x="24367" y="1033305"/>
                </a:cubicBezTo>
                <a:cubicBezTo>
                  <a:pt x="35530" y="942318"/>
                  <a:pt x="35786" y="850322"/>
                  <a:pt x="25133" y="759271"/>
                </a:cubicBezTo>
                <a:cubicBezTo>
                  <a:pt x="6226" y="624792"/>
                  <a:pt x="2577" y="488614"/>
                  <a:pt x="14289" y="353321"/>
                </a:cubicBezTo>
                <a:cubicBezTo>
                  <a:pt x="24877" y="242712"/>
                  <a:pt x="35339" y="131848"/>
                  <a:pt x="22581" y="20346"/>
                </a:cubicBezTo>
                <a:close/>
              </a:path>
            </a:pathLst>
          </a:custGeom>
        </p:spPr>
        <p:txBody>
          <a:bodyPr wrap="square" anchor="ctr">
            <a:noAutofit/>
          </a:bodyPr>
          <a:lstStyle>
            <a:lvl1pPr algn="ctr">
              <a:buNone/>
              <a:defRPr sz="2400"/>
            </a:lvl1pPr>
          </a:lstStyle>
          <a:p>
            <a:r>
              <a:rPr lang="en-US" dirty="0"/>
              <a:t>Click icon to add picture</a:t>
            </a:r>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630936" y="429768"/>
            <a:ext cx="3922776" cy="1645920"/>
          </a:xfrm>
        </p:spPr>
        <p:txBody>
          <a:bodyPr anchor="b"/>
          <a:lstStyle>
            <a:lvl1pPr>
              <a:defRPr sz="54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0936" y="2706624"/>
            <a:ext cx="3931920" cy="3383280"/>
          </a:xfrm>
        </p:spPr>
        <p:txBody>
          <a:bodyPr>
            <a:normAutofit/>
          </a:bodyPr>
          <a:lstStyle>
            <a:lvl1pPr marL="0" indent="0">
              <a:buNone/>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descr="Tag=AccentColor&#10;Flavor=Light&#10;Target=FillAndLine">
            <a:extLst>
              <a:ext uri="{FF2B5EF4-FFF2-40B4-BE49-F238E27FC236}">
                <a16:creationId xmlns:a16="http://schemas.microsoft.com/office/drawing/2014/main" id="{3D56BB16-3103-4F61-889C-DDC4E4A678C2}"/>
              </a:ext>
            </a:extLst>
          </p:cNvPr>
          <p:cNvSpPr/>
          <p:nvPr userDrawn="1"/>
        </p:nvSpPr>
        <p:spPr>
          <a:xfrm>
            <a:off x="629328" y="2423160"/>
            <a:ext cx="3877056" cy="27432"/>
          </a:xfrm>
          <a:custGeom>
            <a:avLst/>
            <a:gdLst>
              <a:gd name="connsiteX0" fmla="*/ 0 w 3877056"/>
              <a:gd name="connsiteY0" fmla="*/ 0 h 27432"/>
              <a:gd name="connsiteX1" fmla="*/ 723717 w 3877056"/>
              <a:gd name="connsiteY1" fmla="*/ 0 h 27432"/>
              <a:gd name="connsiteX2" fmla="*/ 1408664 w 3877056"/>
              <a:gd name="connsiteY2" fmla="*/ 0 h 27432"/>
              <a:gd name="connsiteX3" fmla="*/ 2093610 w 3877056"/>
              <a:gd name="connsiteY3" fmla="*/ 0 h 27432"/>
              <a:gd name="connsiteX4" fmla="*/ 2623475 w 3877056"/>
              <a:gd name="connsiteY4" fmla="*/ 0 h 27432"/>
              <a:gd name="connsiteX5" fmla="*/ 3192109 w 3877056"/>
              <a:gd name="connsiteY5" fmla="*/ 0 h 27432"/>
              <a:gd name="connsiteX6" fmla="*/ 3877056 w 3877056"/>
              <a:gd name="connsiteY6" fmla="*/ 0 h 27432"/>
              <a:gd name="connsiteX7" fmla="*/ 3877056 w 3877056"/>
              <a:gd name="connsiteY7" fmla="*/ 27432 h 27432"/>
              <a:gd name="connsiteX8" fmla="*/ 3230880 w 3877056"/>
              <a:gd name="connsiteY8" fmla="*/ 27432 h 27432"/>
              <a:gd name="connsiteX9" fmla="*/ 2701016 w 3877056"/>
              <a:gd name="connsiteY9" fmla="*/ 27432 h 27432"/>
              <a:gd name="connsiteX10" fmla="*/ 2171151 w 3877056"/>
              <a:gd name="connsiteY10" fmla="*/ 27432 h 27432"/>
              <a:gd name="connsiteX11" fmla="*/ 1486205 w 3877056"/>
              <a:gd name="connsiteY11" fmla="*/ 27432 h 27432"/>
              <a:gd name="connsiteX12" fmla="*/ 917570 w 3877056"/>
              <a:gd name="connsiteY12" fmla="*/ 27432 h 27432"/>
              <a:gd name="connsiteX13" fmla="*/ 0 w 3877056"/>
              <a:gd name="connsiteY13" fmla="*/ 27432 h 27432"/>
              <a:gd name="connsiteX14" fmla="*/ 0 w 3877056"/>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77056" h="27432" fill="none" extrusionOk="0">
                <a:moveTo>
                  <a:pt x="0" y="0"/>
                </a:moveTo>
                <a:cubicBezTo>
                  <a:pt x="212376" y="-32836"/>
                  <a:pt x="570944" y="24926"/>
                  <a:pt x="723717" y="0"/>
                </a:cubicBezTo>
                <a:cubicBezTo>
                  <a:pt x="876490" y="-24926"/>
                  <a:pt x="1149502" y="-13047"/>
                  <a:pt x="1408664" y="0"/>
                </a:cubicBezTo>
                <a:cubicBezTo>
                  <a:pt x="1667826" y="13047"/>
                  <a:pt x="1931449" y="-10086"/>
                  <a:pt x="2093610" y="0"/>
                </a:cubicBezTo>
                <a:cubicBezTo>
                  <a:pt x="2255771" y="10086"/>
                  <a:pt x="2364217" y="17704"/>
                  <a:pt x="2623475" y="0"/>
                </a:cubicBezTo>
                <a:cubicBezTo>
                  <a:pt x="2882734" y="-17704"/>
                  <a:pt x="3039913" y="-18191"/>
                  <a:pt x="3192109" y="0"/>
                </a:cubicBezTo>
                <a:cubicBezTo>
                  <a:pt x="3344305" y="18191"/>
                  <a:pt x="3704655" y="9863"/>
                  <a:pt x="3877056" y="0"/>
                </a:cubicBezTo>
                <a:cubicBezTo>
                  <a:pt x="3876099" y="8431"/>
                  <a:pt x="3876707" y="14612"/>
                  <a:pt x="3877056" y="27432"/>
                </a:cubicBezTo>
                <a:cubicBezTo>
                  <a:pt x="3653020" y="26009"/>
                  <a:pt x="3480940" y="44647"/>
                  <a:pt x="3230880" y="27432"/>
                </a:cubicBezTo>
                <a:cubicBezTo>
                  <a:pt x="2980820" y="10217"/>
                  <a:pt x="2872670" y="48866"/>
                  <a:pt x="2701016" y="27432"/>
                </a:cubicBezTo>
                <a:cubicBezTo>
                  <a:pt x="2529362" y="5998"/>
                  <a:pt x="2364157" y="35954"/>
                  <a:pt x="2171151" y="27432"/>
                </a:cubicBezTo>
                <a:cubicBezTo>
                  <a:pt x="1978146" y="18910"/>
                  <a:pt x="1773461" y="38798"/>
                  <a:pt x="1486205" y="27432"/>
                </a:cubicBezTo>
                <a:cubicBezTo>
                  <a:pt x="1198949" y="16066"/>
                  <a:pt x="1139376" y="-574"/>
                  <a:pt x="917570" y="27432"/>
                </a:cubicBezTo>
                <a:cubicBezTo>
                  <a:pt x="695765" y="55438"/>
                  <a:pt x="293344" y="-5450"/>
                  <a:pt x="0" y="27432"/>
                </a:cubicBezTo>
                <a:cubicBezTo>
                  <a:pt x="226" y="18208"/>
                  <a:pt x="-648" y="12891"/>
                  <a:pt x="0" y="0"/>
                </a:cubicBezTo>
                <a:close/>
              </a:path>
              <a:path w="3877056" h="27432" stroke="0" extrusionOk="0">
                <a:moveTo>
                  <a:pt x="0" y="0"/>
                </a:moveTo>
                <a:cubicBezTo>
                  <a:pt x="192669" y="-10137"/>
                  <a:pt x="331692" y="-29256"/>
                  <a:pt x="607405" y="0"/>
                </a:cubicBezTo>
                <a:cubicBezTo>
                  <a:pt x="883118" y="29256"/>
                  <a:pt x="907253" y="-6037"/>
                  <a:pt x="1137270" y="0"/>
                </a:cubicBezTo>
                <a:cubicBezTo>
                  <a:pt x="1367288" y="6037"/>
                  <a:pt x="1546023" y="-32212"/>
                  <a:pt x="1860987" y="0"/>
                </a:cubicBezTo>
                <a:cubicBezTo>
                  <a:pt x="2175951" y="32212"/>
                  <a:pt x="2298836" y="29855"/>
                  <a:pt x="2468392" y="0"/>
                </a:cubicBezTo>
                <a:cubicBezTo>
                  <a:pt x="2637949" y="-29855"/>
                  <a:pt x="2790821" y="13504"/>
                  <a:pt x="3075798" y="0"/>
                </a:cubicBezTo>
                <a:cubicBezTo>
                  <a:pt x="3360775" y="-13504"/>
                  <a:pt x="3584812" y="38899"/>
                  <a:pt x="3877056" y="0"/>
                </a:cubicBezTo>
                <a:cubicBezTo>
                  <a:pt x="3875701" y="9524"/>
                  <a:pt x="3875854" y="13975"/>
                  <a:pt x="3877056" y="27432"/>
                </a:cubicBezTo>
                <a:cubicBezTo>
                  <a:pt x="3651600" y="-703"/>
                  <a:pt x="3532844" y="44229"/>
                  <a:pt x="3230880" y="27432"/>
                </a:cubicBezTo>
                <a:cubicBezTo>
                  <a:pt x="2928916" y="10635"/>
                  <a:pt x="2860399" y="20237"/>
                  <a:pt x="2701016" y="27432"/>
                </a:cubicBezTo>
                <a:cubicBezTo>
                  <a:pt x="2541633" y="34627"/>
                  <a:pt x="2238516" y="40277"/>
                  <a:pt x="2054840" y="27432"/>
                </a:cubicBezTo>
                <a:cubicBezTo>
                  <a:pt x="1871164" y="14587"/>
                  <a:pt x="1583795" y="3252"/>
                  <a:pt x="1408664" y="27432"/>
                </a:cubicBezTo>
                <a:cubicBezTo>
                  <a:pt x="1233533" y="51612"/>
                  <a:pt x="956608" y="20984"/>
                  <a:pt x="801258" y="27432"/>
                </a:cubicBezTo>
                <a:cubicBezTo>
                  <a:pt x="645908" y="33880"/>
                  <a:pt x="165566" y="12646"/>
                  <a:pt x="0" y="27432"/>
                </a:cubicBezTo>
                <a:cubicBezTo>
                  <a:pt x="-800" y="16780"/>
                  <a:pt x="-583" y="1291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093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6E9FA88B-AFEE-4852-B85E-7E7C8AF78BFF}"/>
              </a:ext>
            </a:extLst>
          </p:cNvPr>
          <p:cNvSpPr/>
          <p:nvPr userDrawn="1"/>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41248" y="402336"/>
            <a:ext cx="10515600" cy="1344168"/>
          </a:xfrm>
        </p:spPr>
        <p:txBody>
          <a:bodyPr/>
          <a:lstStyle>
            <a:lvl1pPr algn="ctr">
              <a:defRPr sz="7200">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0" name="Picture Placeholder 9">
            <a:extLst>
              <a:ext uri="{FF2B5EF4-FFF2-40B4-BE49-F238E27FC236}">
                <a16:creationId xmlns:a16="http://schemas.microsoft.com/office/drawing/2014/main" id="{4308AE94-7094-4D70-9812-D22ECD79C7D9}"/>
              </a:ext>
            </a:extLst>
          </p:cNvPr>
          <p:cNvSpPr>
            <a:spLocks noGrp="1"/>
          </p:cNvSpPr>
          <p:nvPr>
            <p:ph type="pic" sz="quarter" idx="17"/>
          </p:nvPr>
        </p:nvSpPr>
        <p:spPr>
          <a:xfrm>
            <a:off x="970635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dirty="0"/>
              <a:t>Click icon to add picture</a:t>
            </a:r>
          </a:p>
        </p:txBody>
      </p:sp>
      <p:sp>
        <p:nvSpPr>
          <p:cNvPr id="11" name="Picture Placeholder 10">
            <a:extLst>
              <a:ext uri="{FF2B5EF4-FFF2-40B4-BE49-F238E27FC236}">
                <a16:creationId xmlns:a16="http://schemas.microsoft.com/office/drawing/2014/main" id="{2B505429-1B51-4AA8-8307-05F64474936C}"/>
              </a:ext>
            </a:extLst>
          </p:cNvPr>
          <p:cNvSpPr>
            <a:spLocks noGrp="1"/>
          </p:cNvSpPr>
          <p:nvPr>
            <p:ph type="pic" sz="quarter" idx="15"/>
          </p:nvPr>
        </p:nvSpPr>
        <p:spPr>
          <a:xfrm>
            <a:off x="572871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dirty="0"/>
              <a:t>Click icon to add picture</a:t>
            </a:r>
          </a:p>
        </p:txBody>
      </p:sp>
      <p:sp>
        <p:nvSpPr>
          <p:cNvPr id="12" name="Picture Placeholder 11">
            <a:extLst>
              <a:ext uri="{FF2B5EF4-FFF2-40B4-BE49-F238E27FC236}">
                <a16:creationId xmlns:a16="http://schemas.microsoft.com/office/drawing/2014/main" id="{F3F3360D-2801-410A-A4E5-7AE529A3E3C8}"/>
              </a:ext>
            </a:extLst>
          </p:cNvPr>
          <p:cNvSpPr>
            <a:spLocks noGrp="1"/>
          </p:cNvSpPr>
          <p:nvPr>
            <p:ph type="pic" sz="quarter" idx="13"/>
          </p:nvPr>
        </p:nvSpPr>
        <p:spPr>
          <a:xfrm>
            <a:off x="1751076" y="3511296"/>
            <a:ext cx="731520" cy="731520"/>
          </a:xfrm>
          <a:prstGeom prst="rect">
            <a:avLst/>
          </a:prstGeom>
        </p:spPr>
        <p:txBody>
          <a:bodyPr wrap="square" anchor="ctr">
            <a:noAutofit/>
          </a:bodyPr>
          <a:lstStyle>
            <a:lvl1pPr algn="ctr">
              <a:buNone/>
              <a:defRPr sz="2000"/>
            </a:lvl1pPr>
          </a:lstStyle>
          <a:p>
            <a:r>
              <a:rPr lang="en-US" dirty="0"/>
              <a:t>Click icon to add picture</a:t>
            </a:r>
          </a:p>
        </p:txBody>
      </p:sp>
      <p:sp>
        <p:nvSpPr>
          <p:cNvPr id="13" name="Text Placeholder 32">
            <a:extLst>
              <a:ext uri="{FF2B5EF4-FFF2-40B4-BE49-F238E27FC236}">
                <a16:creationId xmlns:a16="http://schemas.microsoft.com/office/drawing/2014/main" id="{B745A5D6-A4E0-4308-9600-DE5E19572946}"/>
              </a:ext>
            </a:extLst>
          </p:cNvPr>
          <p:cNvSpPr>
            <a:spLocks noGrp="1"/>
          </p:cNvSpPr>
          <p:nvPr>
            <p:ph type="body" sz="quarter" idx="18" hasCustomPrompt="1"/>
          </p:nvPr>
        </p:nvSpPr>
        <p:spPr>
          <a:xfrm>
            <a:off x="585216" y="4315968"/>
            <a:ext cx="3063240" cy="548640"/>
          </a:xfrm>
          <a:prstGeom prst="rect">
            <a:avLst/>
          </a:prstGeo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Presenter Name</a:t>
            </a:r>
          </a:p>
        </p:txBody>
      </p:sp>
      <p:sp>
        <p:nvSpPr>
          <p:cNvPr id="14" name="Text Placeholder 32">
            <a:extLst>
              <a:ext uri="{FF2B5EF4-FFF2-40B4-BE49-F238E27FC236}">
                <a16:creationId xmlns:a16="http://schemas.microsoft.com/office/drawing/2014/main" id="{C3466BB8-D955-4280-BA4D-66F3DC034164}"/>
              </a:ext>
            </a:extLst>
          </p:cNvPr>
          <p:cNvSpPr>
            <a:spLocks noGrp="1"/>
          </p:cNvSpPr>
          <p:nvPr>
            <p:ph type="body" sz="quarter" idx="20" hasCustomPrompt="1"/>
          </p:nvPr>
        </p:nvSpPr>
        <p:spPr>
          <a:xfrm>
            <a:off x="456285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Email</a:t>
            </a:r>
          </a:p>
        </p:txBody>
      </p:sp>
      <p:sp>
        <p:nvSpPr>
          <p:cNvPr id="15" name="Text Placeholder 32">
            <a:extLst>
              <a:ext uri="{FF2B5EF4-FFF2-40B4-BE49-F238E27FC236}">
                <a16:creationId xmlns:a16="http://schemas.microsoft.com/office/drawing/2014/main" id="{F829B8DE-3184-4E0A-AAD4-8F27B55DA95F}"/>
              </a:ext>
            </a:extLst>
          </p:cNvPr>
          <p:cNvSpPr>
            <a:spLocks noGrp="1"/>
          </p:cNvSpPr>
          <p:nvPr>
            <p:ph type="body" sz="quarter" idx="22" hasCustomPrompt="1"/>
          </p:nvPr>
        </p:nvSpPr>
        <p:spPr>
          <a:xfrm>
            <a:off x="854049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Website</a:t>
            </a:r>
          </a:p>
        </p:txBody>
      </p:sp>
    </p:spTree>
    <p:extLst>
      <p:ext uri="{BB962C8B-B14F-4D97-AF65-F5344CB8AC3E}">
        <p14:creationId xmlns:p14="http://schemas.microsoft.com/office/powerpoint/2010/main" val="2480338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2C18C1E5-FB55-42F5-BD6D-9CC153FCDBE6}" type="slidenum">
              <a:rPr lang="en-US" smtClean="0"/>
              <a:t>‹#›</a:t>
            </a:fld>
            <a:endParaRPr lang="en-US" dirty="0"/>
          </a:p>
        </p:txBody>
      </p:sp>
    </p:spTree>
    <p:extLst>
      <p:ext uri="{BB962C8B-B14F-4D97-AF65-F5344CB8AC3E}">
        <p14:creationId xmlns:p14="http://schemas.microsoft.com/office/powerpoint/2010/main" val="96418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714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631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solidFill>
              </a:defRPr>
            </a:lvl1pPr>
          </a:lstStyle>
          <a:p>
            <a:r>
              <a:rPr lang="en-US" dirty="0">
                <a:solidFill>
                  <a:schemeClr val="tx1"/>
                </a:solidFill>
              </a:rPr>
              <a:t>Presentation Title</a:t>
            </a:r>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solidFill>
              </a:defRPr>
            </a:lvl1pPr>
          </a:lstStyle>
          <a:p>
            <a:fld id="{2C18C1E5-FB55-42F5-BD6D-9CC153FCDBE6}" type="slidenum">
              <a:rPr lang="en-US" smtClean="0"/>
              <a:pPr/>
              <a:t>‹#›</a:t>
            </a:fld>
            <a:endParaRPr lang="en-US" dirty="0"/>
          </a:p>
        </p:txBody>
      </p:sp>
    </p:spTree>
    <p:extLst>
      <p:ext uri="{BB962C8B-B14F-4D97-AF65-F5344CB8AC3E}">
        <p14:creationId xmlns:p14="http://schemas.microsoft.com/office/powerpoint/2010/main" val="289588331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4" r:id="rId5"/>
    <p:sldLayoutId id="2147483751" r:id="rId6"/>
    <p:sldLayoutId id="2147483752" r:id="rId7"/>
    <p:sldLayoutId id="2147483753" r:id="rId8"/>
    <p:sldLayoutId id="2147483724" r:id="rId9"/>
    <p:sldLayoutId id="2147483737" r:id="rId10"/>
    <p:sldLayoutId id="2147483755" r:id="rId11"/>
    <p:sldLayoutId id="2147483754" r:id="rId12"/>
    <p:sldLayoutId id="2147483756" r:id="rId13"/>
    <p:sldLayoutId id="2147483739" r:id="rId14"/>
    <p:sldLayoutId id="2147483740" r:id="rId15"/>
    <p:sldLayoutId id="2147483741" r:id="rId16"/>
  </p:sldLayoutIdLst>
  <p:hf hdr="0"/>
  <p:txStyles>
    <p:titleStyle>
      <a:lvl1pPr algn="l" defTabSz="914400" rtl="0" eaLnBrk="1" latinLnBrk="0" hangingPunct="1">
        <a:lnSpc>
          <a:spcPct val="100000"/>
        </a:lnSpc>
        <a:spcBef>
          <a:spcPct val="0"/>
        </a:spcBef>
        <a:buNone/>
        <a:defRPr sz="72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8.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8.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8.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png"/><Relationship Id="rId1" Type="http://schemas.openxmlformats.org/officeDocument/2006/relationships/slideLayout" Target="../slideLayouts/slideLayout11.xml"/><Relationship Id="rId4" Type="http://schemas.openxmlformats.org/officeDocument/2006/relationships/image" Target="../media/image34.jpg"/></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8.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B3DD-35BD-42F7-9AD7-7F3402B2623E}"/>
              </a:ext>
            </a:extLst>
          </p:cNvPr>
          <p:cNvSpPr>
            <a:spLocks noGrp="1"/>
          </p:cNvSpPr>
          <p:nvPr>
            <p:ph type="ctrTitle"/>
          </p:nvPr>
        </p:nvSpPr>
        <p:spPr/>
        <p:txBody>
          <a:bodyPr/>
          <a:lstStyle/>
          <a:p>
            <a:r>
              <a:rPr lang="fa-IR" sz="6600" dirty="0">
                <a:solidFill>
                  <a:schemeClr val="bg1"/>
                </a:solidFill>
                <a:cs typeface="B Zar" panose="00000400000000000000" pitchFamily="2" charset="-78"/>
              </a:rPr>
              <a:t>مباحث مقرارت ملی ساختمان</a:t>
            </a:r>
            <a:endParaRPr lang="en-US" sz="6600" dirty="0">
              <a:cs typeface="B Zar" panose="00000400000000000000" pitchFamily="2" charset="-78"/>
            </a:endParaRPr>
          </a:p>
        </p:txBody>
      </p:sp>
      <p:sp>
        <p:nvSpPr>
          <p:cNvPr id="3" name="Subtitle 2">
            <a:extLst>
              <a:ext uri="{FF2B5EF4-FFF2-40B4-BE49-F238E27FC236}">
                <a16:creationId xmlns:a16="http://schemas.microsoft.com/office/drawing/2014/main" id="{AF5A2D86-784C-417D-9AD4-AF18311FBC6D}"/>
              </a:ext>
            </a:extLst>
          </p:cNvPr>
          <p:cNvSpPr>
            <a:spLocks noGrp="1"/>
          </p:cNvSpPr>
          <p:nvPr>
            <p:ph type="subTitle" idx="1"/>
          </p:nvPr>
        </p:nvSpPr>
        <p:spPr>
          <a:xfrm>
            <a:off x="2630424" y="4449947"/>
            <a:ext cx="6931152" cy="1447933"/>
          </a:xfrm>
        </p:spPr>
        <p:txBody>
          <a:bodyPr>
            <a:normAutofit fontScale="77500" lnSpcReduction="20000"/>
          </a:bodyPr>
          <a:lstStyle/>
          <a:p>
            <a:r>
              <a:rPr lang="fa-IR" sz="3600" b="1" dirty="0">
                <a:cs typeface="B Zar" panose="00000400000000000000" pitchFamily="2" charset="-78"/>
              </a:rPr>
              <a:t>مدیریت تشکیلات کارگاهی</a:t>
            </a:r>
          </a:p>
          <a:p>
            <a:r>
              <a:rPr lang="fa-IR" sz="3600" b="1" dirty="0">
                <a:solidFill>
                  <a:schemeClr val="bg1"/>
                </a:solidFill>
                <a:cs typeface="B Zar" panose="00000400000000000000" pitchFamily="2" charset="-78"/>
              </a:rPr>
              <a:t>زهرا پاک سرشت</a:t>
            </a:r>
          </a:p>
          <a:p>
            <a:r>
              <a:rPr lang="fa-IR" sz="2400" b="1" dirty="0">
                <a:cs typeface="B Zar" panose="00000400000000000000" pitchFamily="2" charset="-78"/>
              </a:rPr>
              <a:t>پاییز 1403</a:t>
            </a:r>
            <a:endParaRPr lang="fa-IR" sz="2400" b="1" dirty="0">
              <a:solidFill>
                <a:schemeClr val="bg1"/>
              </a:solidFill>
              <a:cs typeface="B Zar" panose="00000400000000000000" pitchFamily="2" charset="-78"/>
            </a:endParaRPr>
          </a:p>
          <a:p>
            <a:endParaRPr lang="en-US" sz="2800" b="1" dirty="0">
              <a:solidFill>
                <a:schemeClr val="bg1"/>
              </a:solidFill>
              <a:cs typeface="B Zar" panose="00000400000000000000" pitchFamily="2" charset="-78"/>
            </a:endParaRPr>
          </a:p>
        </p:txBody>
      </p:sp>
    </p:spTree>
    <p:extLst>
      <p:ext uri="{BB962C8B-B14F-4D97-AF65-F5344CB8AC3E}">
        <p14:creationId xmlns:p14="http://schemas.microsoft.com/office/powerpoint/2010/main" val="3865773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9E1B180-F4BB-46B9-937E-3469FC6819B6}"/>
              </a:ext>
            </a:extLst>
          </p:cNvPr>
          <p:cNvSpPr>
            <a:spLocks noGrp="1"/>
          </p:cNvSpPr>
          <p:nvPr>
            <p:ph type="sldNum" sz="quarter" idx="12"/>
          </p:nvPr>
        </p:nvSpPr>
        <p:spPr/>
        <p:txBody>
          <a:bodyPr/>
          <a:lstStyle/>
          <a:p>
            <a:fld id="{2C18C1E5-FB55-42F5-BD6D-9CC153FCDBE6}" type="slidenum">
              <a:rPr lang="en-US" smtClean="0"/>
              <a:pPr/>
              <a:t>2</a:t>
            </a:fld>
            <a:endParaRPr lang="en-US" dirty="0"/>
          </a:p>
        </p:txBody>
      </p:sp>
      <p:pic>
        <p:nvPicPr>
          <p:cNvPr id="2" name="Picture 1">
            <a:extLst>
              <a:ext uri="{FF2B5EF4-FFF2-40B4-BE49-F238E27FC236}">
                <a16:creationId xmlns:a16="http://schemas.microsoft.com/office/drawing/2014/main" id="{3955CE23-4E20-5858-C8D1-D6EA19525642}"/>
              </a:ext>
            </a:extLst>
          </p:cNvPr>
          <p:cNvPicPr>
            <a:picLocks noChangeAspect="1"/>
          </p:cNvPicPr>
          <p:nvPr/>
        </p:nvPicPr>
        <p:blipFill>
          <a:blip r:embed="rId2"/>
          <a:stretch>
            <a:fillRect/>
          </a:stretch>
        </p:blipFill>
        <p:spPr>
          <a:xfrm>
            <a:off x="4038600" y="0"/>
            <a:ext cx="8153398" cy="6858000"/>
          </a:xfrm>
          <a:prstGeom prst="rect">
            <a:avLst/>
          </a:prstGeom>
        </p:spPr>
      </p:pic>
      <p:sp>
        <p:nvSpPr>
          <p:cNvPr id="14" name="Title 1">
            <a:extLst>
              <a:ext uri="{FF2B5EF4-FFF2-40B4-BE49-F238E27FC236}">
                <a16:creationId xmlns:a16="http://schemas.microsoft.com/office/drawing/2014/main" id="{D823314A-75CF-49B4-E99F-0B8A4B6D878F}"/>
              </a:ext>
            </a:extLst>
          </p:cNvPr>
          <p:cNvSpPr>
            <a:spLocks noGrp="1"/>
          </p:cNvSpPr>
          <p:nvPr>
            <p:ph type="title"/>
          </p:nvPr>
        </p:nvSpPr>
        <p:spPr>
          <a:xfrm>
            <a:off x="120927" y="119270"/>
            <a:ext cx="3796748" cy="2168122"/>
          </a:xfrm>
        </p:spPr>
        <p:txBody>
          <a:bodyPr>
            <a:normAutofit/>
          </a:bodyPr>
          <a:lstStyle/>
          <a:p>
            <a:pPr algn="ctr"/>
            <a:r>
              <a:rPr lang="fa-IR" sz="4000" dirty="0">
                <a:cs typeface="B Zar" panose="00000400000000000000" pitchFamily="2" charset="-78"/>
              </a:rPr>
              <a:t>لیست فهرست</a:t>
            </a:r>
            <a:br>
              <a:rPr lang="fa-IR" sz="4000" dirty="0">
                <a:cs typeface="B Zar" panose="00000400000000000000" pitchFamily="2" charset="-78"/>
              </a:rPr>
            </a:br>
            <a:r>
              <a:rPr lang="fa-IR" sz="4000" dirty="0">
                <a:cs typeface="B Zar" panose="00000400000000000000" pitchFamily="2" charset="-78"/>
              </a:rPr>
              <a:t> مباحث مقرارت ملی ساختمان</a:t>
            </a:r>
            <a:endParaRPr lang="en-US" sz="4000" dirty="0">
              <a:cs typeface="B Zar" panose="00000400000000000000" pitchFamily="2" charset="-78"/>
            </a:endParaRPr>
          </a:p>
        </p:txBody>
      </p:sp>
      <p:pic>
        <p:nvPicPr>
          <p:cNvPr id="16" name="Picture 15">
            <a:extLst>
              <a:ext uri="{FF2B5EF4-FFF2-40B4-BE49-F238E27FC236}">
                <a16:creationId xmlns:a16="http://schemas.microsoft.com/office/drawing/2014/main" id="{C8BA0E8D-1E60-989F-EED8-FDCE66166DAD}"/>
              </a:ext>
            </a:extLst>
          </p:cNvPr>
          <p:cNvPicPr>
            <a:picLocks noChangeAspect="1"/>
          </p:cNvPicPr>
          <p:nvPr/>
        </p:nvPicPr>
        <p:blipFill>
          <a:blip r:embed="rId3"/>
          <a:stretch>
            <a:fillRect/>
          </a:stretch>
        </p:blipFill>
        <p:spPr>
          <a:xfrm>
            <a:off x="0" y="2406927"/>
            <a:ext cx="4451073" cy="4451073"/>
          </a:xfrm>
          <a:prstGeom prst="rect">
            <a:avLst/>
          </a:prstGeom>
        </p:spPr>
      </p:pic>
    </p:spTree>
    <p:extLst>
      <p:ext uri="{BB962C8B-B14F-4D97-AF65-F5344CB8AC3E}">
        <p14:creationId xmlns:p14="http://schemas.microsoft.com/office/powerpoint/2010/main" val="1795373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2C65-322B-EF43-CC3E-089954D24A3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EA147A7-5066-210E-5066-7A3F1743C426}"/>
              </a:ext>
            </a:extLst>
          </p:cNvPr>
          <p:cNvSpPr>
            <a:spLocks noGrp="1"/>
          </p:cNvSpPr>
          <p:nvPr>
            <p:ph type="sldNum" sz="quarter" idx="12"/>
          </p:nvPr>
        </p:nvSpPr>
        <p:spPr/>
        <p:txBody>
          <a:bodyPr/>
          <a:lstStyle/>
          <a:p>
            <a:fld id="{2C18C1E5-FB55-42F5-BD6D-9CC153FCDBE6}" type="slidenum">
              <a:rPr lang="en-US" smtClean="0"/>
              <a:pPr/>
              <a:t>3</a:t>
            </a:fld>
            <a:endParaRPr lang="en-US" dirty="0"/>
          </a:p>
        </p:txBody>
      </p:sp>
      <p:pic>
        <p:nvPicPr>
          <p:cNvPr id="2" name="Picture 1">
            <a:extLst>
              <a:ext uri="{FF2B5EF4-FFF2-40B4-BE49-F238E27FC236}">
                <a16:creationId xmlns:a16="http://schemas.microsoft.com/office/drawing/2014/main" id="{2E64456D-8D4B-2A84-7EA0-A60EB4860C00}"/>
              </a:ext>
            </a:extLst>
          </p:cNvPr>
          <p:cNvPicPr>
            <a:picLocks noChangeAspect="1"/>
          </p:cNvPicPr>
          <p:nvPr/>
        </p:nvPicPr>
        <p:blipFill>
          <a:blip r:embed="rId2"/>
          <a:stretch>
            <a:fillRect/>
          </a:stretch>
        </p:blipFill>
        <p:spPr>
          <a:xfrm>
            <a:off x="4038600" y="0"/>
            <a:ext cx="8153398" cy="6858000"/>
          </a:xfrm>
          <a:prstGeom prst="rect">
            <a:avLst/>
          </a:prstGeom>
        </p:spPr>
      </p:pic>
      <p:sp>
        <p:nvSpPr>
          <p:cNvPr id="14" name="Title 1">
            <a:extLst>
              <a:ext uri="{FF2B5EF4-FFF2-40B4-BE49-F238E27FC236}">
                <a16:creationId xmlns:a16="http://schemas.microsoft.com/office/drawing/2014/main" id="{5C49AB74-DE32-4F0E-3C22-55D90EB175C2}"/>
              </a:ext>
            </a:extLst>
          </p:cNvPr>
          <p:cNvSpPr>
            <a:spLocks noGrp="1"/>
          </p:cNvSpPr>
          <p:nvPr>
            <p:ph type="title"/>
          </p:nvPr>
        </p:nvSpPr>
        <p:spPr>
          <a:xfrm>
            <a:off x="120927" y="119270"/>
            <a:ext cx="3796748" cy="2168122"/>
          </a:xfrm>
        </p:spPr>
        <p:txBody>
          <a:bodyPr>
            <a:normAutofit/>
          </a:bodyPr>
          <a:lstStyle/>
          <a:p>
            <a:pPr algn="ctr"/>
            <a:r>
              <a:rPr lang="fa-IR" sz="4000" dirty="0">
                <a:cs typeface="B Zar" panose="00000400000000000000" pitchFamily="2" charset="-78"/>
              </a:rPr>
              <a:t>لیست فهرست</a:t>
            </a:r>
            <a:br>
              <a:rPr lang="fa-IR" sz="4000" dirty="0">
                <a:cs typeface="B Zar" panose="00000400000000000000" pitchFamily="2" charset="-78"/>
              </a:rPr>
            </a:br>
            <a:r>
              <a:rPr lang="fa-IR" sz="4000" dirty="0">
                <a:cs typeface="B Zar" panose="00000400000000000000" pitchFamily="2" charset="-78"/>
              </a:rPr>
              <a:t> مباحث مقرارت ملی ساختمان</a:t>
            </a:r>
            <a:endParaRPr lang="en-US" sz="4000" dirty="0">
              <a:cs typeface="B Zar" panose="00000400000000000000" pitchFamily="2" charset="-78"/>
            </a:endParaRPr>
          </a:p>
        </p:txBody>
      </p:sp>
      <p:pic>
        <p:nvPicPr>
          <p:cNvPr id="16" name="Picture 15">
            <a:extLst>
              <a:ext uri="{FF2B5EF4-FFF2-40B4-BE49-F238E27FC236}">
                <a16:creationId xmlns:a16="http://schemas.microsoft.com/office/drawing/2014/main" id="{7B9A67A8-5C16-288F-FC4A-4AB963530721}"/>
              </a:ext>
            </a:extLst>
          </p:cNvPr>
          <p:cNvPicPr>
            <a:picLocks noChangeAspect="1"/>
          </p:cNvPicPr>
          <p:nvPr/>
        </p:nvPicPr>
        <p:blipFill>
          <a:blip r:embed="rId3"/>
          <a:stretch>
            <a:fillRect/>
          </a:stretch>
        </p:blipFill>
        <p:spPr>
          <a:xfrm>
            <a:off x="0" y="2406927"/>
            <a:ext cx="4451073" cy="4451073"/>
          </a:xfrm>
          <a:prstGeom prst="rect">
            <a:avLst/>
          </a:prstGeom>
        </p:spPr>
      </p:pic>
      <p:pic>
        <p:nvPicPr>
          <p:cNvPr id="3" name="Picture 2">
            <a:extLst>
              <a:ext uri="{FF2B5EF4-FFF2-40B4-BE49-F238E27FC236}">
                <a16:creationId xmlns:a16="http://schemas.microsoft.com/office/drawing/2014/main" id="{2F3B7EF4-EAB4-6177-A8EF-EA179600CE55}"/>
              </a:ext>
            </a:extLst>
          </p:cNvPr>
          <p:cNvPicPr>
            <a:picLocks noChangeAspect="1"/>
          </p:cNvPicPr>
          <p:nvPr/>
        </p:nvPicPr>
        <p:blipFill>
          <a:blip r:embed="rId4"/>
          <a:stretch>
            <a:fillRect/>
          </a:stretch>
        </p:blipFill>
        <p:spPr>
          <a:xfrm>
            <a:off x="4038601" y="0"/>
            <a:ext cx="8153399" cy="6858000"/>
          </a:xfrm>
          <a:prstGeom prst="rect">
            <a:avLst/>
          </a:prstGeom>
        </p:spPr>
      </p:pic>
    </p:spTree>
    <p:extLst>
      <p:ext uri="{BB962C8B-B14F-4D97-AF65-F5344CB8AC3E}">
        <p14:creationId xmlns:p14="http://schemas.microsoft.com/office/powerpoint/2010/main" val="462286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34511-A517-375E-5C9E-73265E3C23F2}"/>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454B0EC4-1CE0-1BE2-DD9E-206A1EA8F235}"/>
              </a:ext>
            </a:extLst>
          </p:cNvPr>
          <p:cNvSpPr>
            <a:spLocks noGrp="1"/>
          </p:cNvSpPr>
          <p:nvPr>
            <p:ph type="title"/>
          </p:nvPr>
        </p:nvSpPr>
        <p:spPr/>
        <p:txBody>
          <a:bodyPr/>
          <a:lstStyle/>
          <a:p>
            <a:r>
              <a:rPr lang="fa-IR" sz="7200" dirty="0">
                <a:latin typeface="Estedad Bold" panose="02000803000000000000" pitchFamily="2" charset="-78"/>
                <a:cs typeface="B Zar" panose="00000400000000000000" pitchFamily="2" charset="-78"/>
              </a:rPr>
              <a:t>مقرارت ملی ساختمان</a:t>
            </a:r>
            <a:endParaRPr lang="en-US" sz="72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12A5142B-C669-B5E6-6CC3-ABADDF0308FA}"/>
              </a:ext>
            </a:extLst>
          </p:cNvPr>
          <p:cNvSpPr>
            <a:spLocks noGrp="1"/>
          </p:cNvSpPr>
          <p:nvPr>
            <p:ph sz="quarter" idx="14"/>
          </p:nvPr>
        </p:nvSpPr>
        <p:spPr>
          <a:xfrm>
            <a:off x="5955786" y="2598048"/>
            <a:ext cx="5507345" cy="3345551"/>
          </a:xfrm>
        </p:spPr>
        <p:txBody>
          <a:bodyPr>
            <a:normAutofit/>
          </a:bodyPr>
          <a:lstStyle/>
          <a:p>
            <a:pPr marL="0" indent="0" algn="r">
              <a:buNone/>
            </a:pPr>
            <a:r>
              <a:rPr lang="ar-SA" sz="3200" dirty="0">
                <a:cs typeface="B Zar" panose="00000400000000000000" pitchFamily="2" charset="-78"/>
              </a:rPr>
              <a:t>مقررات ملّی ساختمان مجموعه اي است از ضوابط فنی، اجرایی و حقوقی لازم الرعایه در طراحی، نظارت و اجراي عملیات ساختمانی که به منظور تأمین ایمنی، بهره دهی مناسب، آسایش، بهداشت و صرفه اقتصادي فرد و جامعه وضع میگردد</a:t>
            </a:r>
            <a:r>
              <a:rPr lang="ar-SA" sz="2000" dirty="0"/>
              <a:t>. </a:t>
            </a:r>
            <a:endParaRPr lang="en-US" sz="2000" dirty="0"/>
          </a:p>
        </p:txBody>
      </p:sp>
      <p:sp>
        <p:nvSpPr>
          <p:cNvPr id="7" name="Date Placeholder 6">
            <a:extLst>
              <a:ext uri="{FF2B5EF4-FFF2-40B4-BE49-F238E27FC236}">
                <a16:creationId xmlns:a16="http://schemas.microsoft.com/office/drawing/2014/main" id="{EA2E6165-E0B5-126B-98FD-BEE075015FB8}"/>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F0CD589C-B205-DED3-3459-F3C2DFE3C78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A573D132-2208-7FF9-7B5A-8DF0036E69EC}"/>
              </a:ext>
            </a:extLst>
          </p:cNvPr>
          <p:cNvSpPr>
            <a:spLocks noGrp="1"/>
          </p:cNvSpPr>
          <p:nvPr>
            <p:ph type="sldNum" sz="quarter" idx="12"/>
          </p:nvPr>
        </p:nvSpPr>
        <p:spPr/>
        <p:txBody>
          <a:bodyPr/>
          <a:lstStyle/>
          <a:p>
            <a:fld id="{2C18C1E5-FB55-42F5-BD6D-9CC153FCDBE6}" type="slidenum">
              <a:rPr lang="en-US" smtClean="0"/>
              <a:pPr/>
              <a:t>4</a:t>
            </a:fld>
            <a:endParaRPr lang="en-US" dirty="0"/>
          </a:p>
        </p:txBody>
      </p:sp>
      <p:pic>
        <p:nvPicPr>
          <p:cNvPr id="21" name="Picture 20">
            <a:extLst>
              <a:ext uri="{FF2B5EF4-FFF2-40B4-BE49-F238E27FC236}">
                <a16:creationId xmlns:a16="http://schemas.microsoft.com/office/drawing/2014/main" id="{D4CEF192-065B-95AC-779E-C538F5C113A3}"/>
              </a:ext>
            </a:extLst>
          </p:cNvPr>
          <p:cNvPicPr>
            <a:picLocks noChangeAspect="1"/>
          </p:cNvPicPr>
          <p:nvPr/>
        </p:nvPicPr>
        <p:blipFill>
          <a:blip r:embed="rId2"/>
          <a:stretch>
            <a:fillRect/>
          </a:stretch>
        </p:blipFill>
        <p:spPr>
          <a:xfrm>
            <a:off x="385555" y="2506942"/>
            <a:ext cx="5239994" cy="3345551"/>
          </a:xfrm>
          <a:prstGeom prst="rect">
            <a:avLst/>
          </a:prstGeom>
        </p:spPr>
      </p:pic>
    </p:spTree>
    <p:extLst>
      <p:ext uri="{BB962C8B-B14F-4D97-AF65-F5344CB8AC3E}">
        <p14:creationId xmlns:p14="http://schemas.microsoft.com/office/powerpoint/2010/main" val="1531717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A1F43-B146-DD3B-C5FD-F1010BD47B6A}"/>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A32C2727-9469-A4C1-B321-4B6446427B33}"/>
              </a:ext>
            </a:extLst>
          </p:cNvPr>
          <p:cNvSpPr>
            <a:spLocks noGrp="1"/>
          </p:cNvSpPr>
          <p:nvPr>
            <p:ph type="title"/>
          </p:nvPr>
        </p:nvSpPr>
        <p:spPr/>
        <p:txBody>
          <a:bodyPr>
            <a:normAutofit/>
          </a:bodyPr>
          <a:lstStyle/>
          <a:p>
            <a:r>
              <a:rPr lang="fa-IR" sz="6600" dirty="0">
                <a:latin typeface="Estedad Bold" panose="02000803000000000000" pitchFamily="2" charset="-78"/>
                <a:cs typeface="B Zar" panose="00000400000000000000" pitchFamily="2" charset="-78"/>
              </a:rPr>
              <a:t>مبحث اول : تعاریف</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8610AD09-7B68-4397-D573-D9F7ECCAC0DD}"/>
              </a:ext>
            </a:extLst>
          </p:cNvPr>
          <p:cNvSpPr>
            <a:spLocks noGrp="1"/>
          </p:cNvSpPr>
          <p:nvPr>
            <p:ph sz="quarter" idx="14"/>
          </p:nvPr>
        </p:nvSpPr>
        <p:spPr>
          <a:xfrm>
            <a:off x="5108714" y="2607987"/>
            <a:ext cx="6364890" cy="3345551"/>
          </a:xfrm>
        </p:spPr>
        <p:txBody>
          <a:bodyPr>
            <a:normAutofit fontScale="85000" lnSpcReduction="10000"/>
          </a:bodyPr>
          <a:lstStyle/>
          <a:p>
            <a:pPr marL="0" indent="0" algn="r">
              <a:lnSpc>
                <a:spcPct val="110000"/>
              </a:lnSpc>
              <a:buNone/>
            </a:pPr>
            <a:r>
              <a:rPr lang="ar-SA" sz="3200" dirty="0">
                <a:cs typeface="B Zar" panose="00000400000000000000" pitchFamily="2" charset="-78"/>
              </a:rPr>
              <a:t>مبحث 1 مقررات ملی ساختمان تحت عنوان تعاریف، در قالب یکی از مجموعه مباحث مقررات ملی ساختمان بمنظور آشنایی اولیه مهندسان و دست اندرکاران ساخت و ساز با الزامات، عناوین و بخشی از محتوی مباحث مقررات ملی ساختمان و همچنین آشنایی با بعضی از تعاریف و اصطلاحات عمومی که در مباحث مذکور مورد استفاده قرار گرفته است، برای اولین بار در کشور تدوین شده است.</a:t>
            </a:r>
            <a:endParaRPr lang="en-US" sz="2000" dirty="0"/>
          </a:p>
        </p:txBody>
      </p:sp>
      <p:sp>
        <p:nvSpPr>
          <p:cNvPr id="7" name="Date Placeholder 6">
            <a:extLst>
              <a:ext uri="{FF2B5EF4-FFF2-40B4-BE49-F238E27FC236}">
                <a16:creationId xmlns:a16="http://schemas.microsoft.com/office/drawing/2014/main" id="{0A3107A1-7E99-9C3C-37FE-DCFE61FFD33F}"/>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FFE09C63-76B0-6561-A89B-EBD8E1F6E86A}"/>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0F1FDC82-32CE-5D65-84D9-5BAE57128056}"/>
              </a:ext>
            </a:extLst>
          </p:cNvPr>
          <p:cNvSpPr>
            <a:spLocks noGrp="1"/>
          </p:cNvSpPr>
          <p:nvPr>
            <p:ph type="sldNum" sz="quarter" idx="12"/>
          </p:nvPr>
        </p:nvSpPr>
        <p:spPr/>
        <p:txBody>
          <a:bodyPr/>
          <a:lstStyle/>
          <a:p>
            <a:fld id="{2C18C1E5-FB55-42F5-BD6D-9CC153FCDBE6}" type="slidenum">
              <a:rPr lang="en-US" smtClean="0"/>
              <a:pPr/>
              <a:t>5</a:t>
            </a:fld>
            <a:endParaRPr lang="en-US" dirty="0"/>
          </a:p>
        </p:txBody>
      </p:sp>
      <p:pic>
        <p:nvPicPr>
          <p:cNvPr id="2" name="Picture 1">
            <a:extLst>
              <a:ext uri="{FF2B5EF4-FFF2-40B4-BE49-F238E27FC236}">
                <a16:creationId xmlns:a16="http://schemas.microsoft.com/office/drawing/2014/main" id="{AE6FB86F-4461-AD98-A920-95B421DC8A90}"/>
              </a:ext>
            </a:extLst>
          </p:cNvPr>
          <p:cNvPicPr>
            <a:picLocks noChangeAspect="1"/>
          </p:cNvPicPr>
          <p:nvPr/>
        </p:nvPicPr>
        <p:blipFill>
          <a:blip r:embed="rId2"/>
          <a:stretch>
            <a:fillRect/>
          </a:stretch>
        </p:blipFill>
        <p:spPr>
          <a:xfrm>
            <a:off x="663696" y="2216425"/>
            <a:ext cx="3092207" cy="4425537"/>
          </a:xfrm>
          <a:prstGeom prst="rect">
            <a:avLst/>
          </a:prstGeom>
        </p:spPr>
      </p:pic>
    </p:spTree>
    <p:extLst>
      <p:ext uri="{BB962C8B-B14F-4D97-AF65-F5344CB8AC3E}">
        <p14:creationId xmlns:p14="http://schemas.microsoft.com/office/powerpoint/2010/main" val="3918658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99C1B-3060-AB41-DF9D-C0798108081E}"/>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E58F8FCF-6A5E-3543-C375-5DD1A619E254}"/>
              </a:ext>
            </a:extLst>
          </p:cNvPr>
          <p:cNvSpPr>
            <a:spLocks noGrp="1"/>
          </p:cNvSpPr>
          <p:nvPr>
            <p:ph type="title"/>
          </p:nvPr>
        </p:nvSpPr>
        <p:spPr/>
        <p:txBody>
          <a:bodyPr>
            <a:normAutofit/>
          </a:bodyPr>
          <a:lstStyle/>
          <a:p>
            <a:r>
              <a:rPr lang="fa-IR" sz="6600" dirty="0">
                <a:latin typeface="Estedad Bold" panose="02000803000000000000" pitchFamily="2" charset="-78"/>
                <a:cs typeface="B Zar" panose="00000400000000000000" pitchFamily="2" charset="-78"/>
              </a:rPr>
              <a:t>مبحث دوم : نظامات اداری</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28582CDC-7CA4-2E20-82AC-C8012D7D3C58}"/>
              </a:ext>
            </a:extLst>
          </p:cNvPr>
          <p:cNvSpPr>
            <a:spLocks noGrp="1"/>
          </p:cNvSpPr>
          <p:nvPr>
            <p:ph sz="quarter" idx="14"/>
          </p:nvPr>
        </p:nvSpPr>
        <p:spPr>
          <a:xfrm>
            <a:off x="5108714" y="2607987"/>
            <a:ext cx="6364890" cy="3345551"/>
          </a:xfrm>
        </p:spPr>
        <p:txBody>
          <a:bodyPr>
            <a:normAutofit fontScale="85000" lnSpcReduction="10000"/>
          </a:bodyPr>
          <a:lstStyle/>
          <a:p>
            <a:pPr marL="0" indent="0" algn="r">
              <a:lnSpc>
                <a:spcPct val="110000"/>
              </a:lnSpc>
              <a:buNone/>
            </a:pPr>
            <a:r>
              <a:rPr lang="ar-SA" sz="3200" dirty="0">
                <a:cs typeface="B Zar" panose="00000400000000000000" pitchFamily="2" charset="-78"/>
              </a:rPr>
              <a:t>مبحث دوم مقررات ملّی ساختمان تحت عنوان نظامات اداري، در مجموع در جهت تنسیق امور مهندسی و خدمات مورد انتظار به منظور رفع ابهامات و مشکلاتی که در اجراي قانون وجود داشت تنظیم گردیده است، در این مبحث ابتدا به تبیین آئین نامه اجرائی ماده 33 قانون نظام مهندسی و کنترل ساختمان و سپس به مجموع شیوه نامه هاي آئین نامه اجرائی مصوب پرداخته شده است</a:t>
            </a:r>
          </a:p>
        </p:txBody>
      </p:sp>
      <p:sp>
        <p:nvSpPr>
          <p:cNvPr id="7" name="Date Placeholder 6">
            <a:extLst>
              <a:ext uri="{FF2B5EF4-FFF2-40B4-BE49-F238E27FC236}">
                <a16:creationId xmlns:a16="http://schemas.microsoft.com/office/drawing/2014/main" id="{9E646F47-9F81-D8AB-9712-700DA2195C8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93639A39-EC91-38C3-7A0E-89B892CC063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9603D485-BC3E-4754-5122-45F5C26BF0AD}"/>
              </a:ext>
            </a:extLst>
          </p:cNvPr>
          <p:cNvSpPr>
            <a:spLocks noGrp="1"/>
          </p:cNvSpPr>
          <p:nvPr>
            <p:ph type="sldNum" sz="quarter" idx="12"/>
          </p:nvPr>
        </p:nvSpPr>
        <p:spPr/>
        <p:txBody>
          <a:bodyPr/>
          <a:lstStyle/>
          <a:p>
            <a:fld id="{2C18C1E5-FB55-42F5-BD6D-9CC153FCDBE6}" type="slidenum">
              <a:rPr lang="en-US" smtClean="0"/>
              <a:pPr/>
              <a:t>6</a:t>
            </a:fld>
            <a:endParaRPr lang="en-US" dirty="0"/>
          </a:p>
        </p:txBody>
      </p:sp>
      <p:pic>
        <p:nvPicPr>
          <p:cNvPr id="3" name="Picture 2">
            <a:extLst>
              <a:ext uri="{FF2B5EF4-FFF2-40B4-BE49-F238E27FC236}">
                <a16:creationId xmlns:a16="http://schemas.microsoft.com/office/drawing/2014/main" id="{58746234-F2FF-D70C-71DE-F92999F45820}"/>
              </a:ext>
            </a:extLst>
          </p:cNvPr>
          <p:cNvPicPr>
            <a:picLocks noChangeAspect="1"/>
          </p:cNvPicPr>
          <p:nvPr/>
        </p:nvPicPr>
        <p:blipFill>
          <a:blip r:embed="rId2"/>
          <a:stretch>
            <a:fillRect/>
          </a:stretch>
        </p:blipFill>
        <p:spPr>
          <a:xfrm>
            <a:off x="596861" y="2222706"/>
            <a:ext cx="3225877" cy="4542183"/>
          </a:xfrm>
          <a:prstGeom prst="rect">
            <a:avLst/>
          </a:prstGeom>
        </p:spPr>
      </p:pic>
    </p:spTree>
    <p:extLst>
      <p:ext uri="{BB962C8B-B14F-4D97-AF65-F5344CB8AC3E}">
        <p14:creationId xmlns:p14="http://schemas.microsoft.com/office/powerpoint/2010/main" val="384830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1796E-F56F-0E0C-11A1-9B72ADD308A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9A1FC2-CE2F-7D77-D559-5BBF32559059}"/>
              </a:ext>
            </a:extLst>
          </p:cNvPr>
          <p:cNvSpPr>
            <a:spLocks noGrp="1"/>
          </p:cNvSpPr>
          <p:nvPr>
            <p:ph type="title"/>
          </p:nvPr>
        </p:nvSpPr>
        <p:spPr/>
        <p:txBody>
          <a:bodyPr/>
          <a:lstStyle/>
          <a:p>
            <a:r>
              <a:rPr lang="fa-IR" sz="7200" dirty="0">
                <a:latin typeface="Estedad Bold" panose="02000803000000000000" pitchFamily="2" charset="-78"/>
                <a:cs typeface="B Zar" panose="00000400000000000000" pitchFamily="2" charset="-78"/>
              </a:rPr>
              <a:t>مبحث دوم : نظامات اداری</a:t>
            </a:r>
            <a:endParaRPr lang="en-US" dirty="0"/>
          </a:p>
        </p:txBody>
      </p:sp>
      <p:sp>
        <p:nvSpPr>
          <p:cNvPr id="4" name="Date Placeholder 3">
            <a:extLst>
              <a:ext uri="{FF2B5EF4-FFF2-40B4-BE49-F238E27FC236}">
                <a16:creationId xmlns:a16="http://schemas.microsoft.com/office/drawing/2014/main" id="{A73418BD-4B04-E4F6-3873-6B019E97A01A}"/>
              </a:ext>
            </a:extLst>
          </p:cNvPr>
          <p:cNvSpPr>
            <a:spLocks noGrp="1"/>
          </p:cNvSpPr>
          <p:nvPr>
            <p:ph type="dt" sz="half" idx="10"/>
          </p:nvPr>
        </p:nvSpPr>
        <p:spPr/>
        <p:txBody>
          <a:bodyPr/>
          <a:lstStyle/>
          <a:p>
            <a:r>
              <a:rPr lang="en-US" dirty="0"/>
              <a:t>9/3/20XX</a:t>
            </a:r>
          </a:p>
        </p:txBody>
      </p:sp>
      <p:sp>
        <p:nvSpPr>
          <p:cNvPr id="6" name="Slide Number Placeholder 5">
            <a:extLst>
              <a:ext uri="{FF2B5EF4-FFF2-40B4-BE49-F238E27FC236}">
                <a16:creationId xmlns:a16="http://schemas.microsoft.com/office/drawing/2014/main" id="{44C8172F-DA9E-BC71-4018-C962EF2BD1B2}"/>
              </a:ext>
            </a:extLst>
          </p:cNvPr>
          <p:cNvSpPr>
            <a:spLocks noGrp="1"/>
          </p:cNvSpPr>
          <p:nvPr>
            <p:ph type="sldNum" sz="quarter" idx="12"/>
          </p:nvPr>
        </p:nvSpPr>
        <p:spPr/>
        <p:txBody>
          <a:bodyPr/>
          <a:lstStyle/>
          <a:p>
            <a:fld id="{2C18C1E5-FB55-42F5-BD6D-9CC153FCDBE6}" type="slidenum">
              <a:rPr lang="en-US" smtClean="0"/>
              <a:pPr/>
              <a:t>7</a:t>
            </a:fld>
            <a:endParaRPr lang="en-US" dirty="0"/>
          </a:p>
        </p:txBody>
      </p:sp>
      <p:graphicFrame>
        <p:nvGraphicFramePr>
          <p:cNvPr id="9" name="Content Placeholder 4" descr="timeline SmartArt graphic">
            <a:extLst>
              <a:ext uri="{FF2B5EF4-FFF2-40B4-BE49-F238E27FC236}">
                <a16:creationId xmlns:a16="http://schemas.microsoft.com/office/drawing/2014/main" id="{C3FDE6F4-657D-CDE0-40AC-BFDBCD8936B7}"/>
              </a:ext>
            </a:extLst>
          </p:cNvPr>
          <p:cNvGraphicFramePr>
            <a:graphicFrameLocks noGrp="1"/>
          </p:cNvGraphicFramePr>
          <p:nvPr>
            <p:ph idx="1"/>
            <p:extLst>
              <p:ext uri="{D42A27DB-BD31-4B8C-83A1-F6EECF244321}">
                <p14:modId xmlns:p14="http://schemas.microsoft.com/office/powerpoint/2010/main" val="3854661779"/>
              </p:ext>
            </p:extLst>
          </p:nvPr>
        </p:nvGraphicFramePr>
        <p:xfrm>
          <a:off x="841375" y="2305050"/>
          <a:ext cx="10515600"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00ED1969-3C0C-C842-51B4-DBA35C602AD6}"/>
              </a:ext>
            </a:extLst>
          </p:cNvPr>
          <p:cNvSpPr txBox="1"/>
          <p:nvPr/>
        </p:nvSpPr>
        <p:spPr>
          <a:xfrm>
            <a:off x="1639957" y="2844225"/>
            <a:ext cx="1254815" cy="584775"/>
          </a:xfrm>
          <a:prstGeom prst="rect">
            <a:avLst/>
          </a:prstGeom>
          <a:noFill/>
        </p:spPr>
        <p:txBody>
          <a:bodyPr wrap="square">
            <a:spAutoFit/>
          </a:bodyPr>
          <a:lstStyle/>
          <a:p>
            <a:r>
              <a:rPr lang="fa-IR" sz="3200" dirty="0">
                <a:solidFill>
                  <a:schemeClr val="bg1"/>
                </a:solidFill>
              </a:rPr>
              <a:t>طراحی</a:t>
            </a:r>
            <a:endParaRPr lang="en-US" sz="3200" dirty="0">
              <a:solidFill>
                <a:schemeClr val="bg1"/>
              </a:solidFill>
            </a:endParaRPr>
          </a:p>
        </p:txBody>
      </p:sp>
      <p:sp>
        <p:nvSpPr>
          <p:cNvPr id="13" name="Rectangle 12">
            <a:extLst>
              <a:ext uri="{FF2B5EF4-FFF2-40B4-BE49-F238E27FC236}">
                <a16:creationId xmlns:a16="http://schemas.microsoft.com/office/drawing/2014/main" id="{5356CD9D-1504-A43B-5932-D63FDA5FDC66}"/>
              </a:ext>
            </a:extLst>
          </p:cNvPr>
          <p:cNvSpPr/>
          <p:nvPr/>
        </p:nvSpPr>
        <p:spPr>
          <a:xfrm>
            <a:off x="1639957" y="2435087"/>
            <a:ext cx="1510747" cy="15206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3200" dirty="0"/>
              <a:t>طراحی</a:t>
            </a:r>
            <a:endParaRPr lang="en-US" sz="3200" dirty="0"/>
          </a:p>
        </p:txBody>
      </p:sp>
      <p:sp>
        <p:nvSpPr>
          <p:cNvPr id="14" name="Rectangle 13">
            <a:extLst>
              <a:ext uri="{FF2B5EF4-FFF2-40B4-BE49-F238E27FC236}">
                <a16:creationId xmlns:a16="http://schemas.microsoft.com/office/drawing/2014/main" id="{90D1E7B0-D628-F321-0EA6-9061E5017A1D}"/>
              </a:ext>
            </a:extLst>
          </p:cNvPr>
          <p:cNvSpPr/>
          <p:nvPr/>
        </p:nvSpPr>
        <p:spPr>
          <a:xfrm>
            <a:off x="5118652" y="2435087"/>
            <a:ext cx="1590259" cy="15206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3200" dirty="0"/>
              <a:t>نظارت</a:t>
            </a:r>
            <a:endParaRPr lang="en-US" sz="3200" dirty="0"/>
          </a:p>
        </p:txBody>
      </p:sp>
      <p:sp>
        <p:nvSpPr>
          <p:cNvPr id="15" name="Rectangle 14">
            <a:extLst>
              <a:ext uri="{FF2B5EF4-FFF2-40B4-BE49-F238E27FC236}">
                <a16:creationId xmlns:a16="http://schemas.microsoft.com/office/drawing/2014/main" id="{B0C4F7A0-61BD-6FAC-79CA-12C296A31821}"/>
              </a:ext>
            </a:extLst>
          </p:cNvPr>
          <p:cNvSpPr/>
          <p:nvPr/>
        </p:nvSpPr>
        <p:spPr>
          <a:xfrm>
            <a:off x="8676859" y="2435086"/>
            <a:ext cx="1590259" cy="15206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3200" dirty="0"/>
              <a:t>اجرا</a:t>
            </a:r>
            <a:endParaRPr lang="en-US" sz="3200" dirty="0"/>
          </a:p>
        </p:txBody>
      </p:sp>
    </p:spTree>
    <p:extLst>
      <p:ext uri="{BB962C8B-B14F-4D97-AF65-F5344CB8AC3E}">
        <p14:creationId xmlns:p14="http://schemas.microsoft.com/office/powerpoint/2010/main" val="363875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60EF-9F20-4E94-8801-8BA37007F39B}"/>
              </a:ext>
            </a:extLst>
          </p:cNvPr>
          <p:cNvSpPr>
            <a:spLocks noGrp="1"/>
          </p:cNvSpPr>
          <p:nvPr>
            <p:ph type="title"/>
          </p:nvPr>
        </p:nvSpPr>
        <p:spPr/>
        <p:txBody>
          <a:bodyPr>
            <a:normAutofit fontScale="90000"/>
          </a:bodyPr>
          <a:lstStyle/>
          <a:p>
            <a:pPr algn="ctr"/>
            <a:r>
              <a:rPr lang="fa-IR" sz="5400" dirty="0">
                <a:latin typeface="Estedad Bold" panose="02000803000000000000" pitchFamily="2" charset="-78"/>
                <a:cs typeface="B Zar" panose="00000400000000000000" pitchFamily="2" charset="-78"/>
              </a:rPr>
              <a:t>مبحث دوم : نظامات اداری</a:t>
            </a:r>
            <a:br>
              <a:rPr lang="fa-IR" sz="5400" dirty="0">
                <a:latin typeface="Estedad Bold" panose="02000803000000000000" pitchFamily="2" charset="-78"/>
                <a:cs typeface="B Zar" panose="00000400000000000000" pitchFamily="2" charset="-78"/>
              </a:rPr>
            </a:br>
            <a:r>
              <a:rPr lang="fa-IR" sz="3200" dirty="0">
                <a:latin typeface="Estedad Bold" panose="02000803000000000000" pitchFamily="2" charset="-78"/>
                <a:cs typeface="B Zar" panose="00000400000000000000" pitchFamily="2" charset="-78"/>
              </a:rPr>
              <a:t>پایه ی مهندسی</a:t>
            </a:r>
            <a:endParaRPr lang="en-US" dirty="0"/>
          </a:p>
        </p:txBody>
      </p:sp>
      <p:sp>
        <p:nvSpPr>
          <p:cNvPr id="4" name="Date Placeholder 3">
            <a:extLst>
              <a:ext uri="{FF2B5EF4-FFF2-40B4-BE49-F238E27FC236}">
                <a16:creationId xmlns:a16="http://schemas.microsoft.com/office/drawing/2014/main" id="{AA0186A6-0E67-4859-AD6E-76551F0713A0}"/>
              </a:ext>
            </a:extLst>
          </p:cNvPr>
          <p:cNvSpPr>
            <a:spLocks noGrp="1"/>
          </p:cNvSpPr>
          <p:nvPr>
            <p:ph type="dt" sz="half" idx="10"/>
          </p:nvPr>
        </p:nvSpPr>
        <p:spPr/>
        <p:txBody>
          <a:bodyPr/>
          <a:lstStyle/>
          <a:p>
            <a:r>
              <a:rPr lang="en-US" dirty="0">
                <a:solidFill>
                  <a:schemeClr val="tx1"/>
                </a:solidFill>
              </a:rPr>
              <a:t>9/3/20XX</a:t>
            </a:r>
          </a:p>
        </p:txBody>
      </p:sp>
      <p:sp>
        <p:nvSpPr>
          <p:cNvPr id="5" name="Footer Placeholder 4">
            <a:extLst>
              <a:ext uri="{FF2B5EF4-FFF2-40B4-BE49-F238E27FC236}">
                <a16:creationId xmlns:a16="http://schemas.microsoft.com/office/drawing/2014/main" id="{B181AB31-AB0A-466D-8F3B-887FBDF64799}"/>
              </a:ext>
            </a:extLst>
          </p:cNvPr>
          <p:cNvSpPr>
            <a:spLocks noGrp="1"/>
          </p:cNvSpPr>
          <p:nvPr>
            <p:ph type="ftr" sz="quarter" idx="11"/>
          </p:nvPr>
        </p:nvSpPr>
        <p:spPr/>
        <p:txBody>
          <a:bodyPr/>
          <a:lstStyle/>
          <a:p>
            <a:r>
              <a:rPr lang="en-US" dirty="0">
                <a:solidFill>
                  <a:schemeClr val="tx1"/>
                </a:solidFill>
              </a:rPr>
              <a:t>Presentation Title</a:t>
            </a:r>
          </a:p>
        </p:txBody>
      </p:sp>
      <p:sp>
        <p:nvSpPr>
          <p:cNvPr id="6" name="Slide Number Placeholder 5">
            <a:extLst>
              <a:ext uri="{FF2B5EF4-FFF2-40B4-BE49-F238E27FC236}">
                <a16:creationId xmlns:a16="http://schemas.microsoft.com/office/drawing/2014/main" id="{FAEA3822-3DBB-41A6-8C93-47E05C8A78DA}"/>
              </a:ext>
            </a:extLst>
          </p:cNvPr>
          <p:cNvSpPr>
            <a:spLocks noGrp="1"/>
          </p:cNvSpPr>
          <p:nvPr>
            <p:ph type="sldNum" sz="quarter" idx="12"/>
          </p:nvPr>
        </p:nvSpPr>
        <p:spPr/>
        <p:txBody>
          <a:bodyPr/>
          <a:lstStyle/>
          <a:p>
            <a:fld id="{2C18C1E5-FB55-42F5-BD6D-9CC153FCDBE6}" type="slidenum">
              <a:rPr lang="en-US" smtClean="0">
                <a:solidFill>
                  <a:schemeClr val="tx1"/>
                </a:solidFill>
              </a:rPr>
              <a:t>8</a:t>
            </a:fld>
            <a:endParaRPr lang="en-US" dirty="0">
              <a:solidFill>
                <a:schemeClr val="tx1"/>
              </a:solidFill>
            </a:endParaRPr>
          </a:p>
        </p:txBody>
      </p:sp>
      <p:graphicFrame>
        <p:nvGraphicFramePr>
          <p:cNvPr id="8" name="Table 9">
            <a:extLst>
              <a:ext uri="{FF2B5EF4-FFF2-40B4-BE49-F238E27FC236}">
                <a16:creationId xmlns:a16="http://schemas.microsoft.com/office/drawing/2014/main" id="{DB4AF513-E7F4-417D-8A71-1466E66E1B47}"/>
              </a:ext>
            </a:extLst>
          </p:cNvPr>
          <p:cNvGraphicFramePr>
            <a:graphicFrameLocks noGrp="1"/>
          </p:cNvGraphicFramePr>
          <p:nvPr>
            <p:ph idx="1"/>
            <p:extLst>
              <p:ext uri="{D42A27DB-BD31-4B8C-83A1-F6EECF244321}">
                <p14:modId xmlns:p14="http://schemas.microsoft.com/office/powerpoint/2010/main" val="4189131685"/>
              </p:ext>
            </p:extLst>
          </p:nvPr>
        </p:nvGraphicFramePr>
        <p:xfrm>
          <a:off x="768096" y="2192384"/>
          <a:ext cx="9617854" cy="3261360"/>
        </p:xfrm>
        <a:graphic>
          <a:graphicData uri="http://schemas.openxmlformats.org/drawingml/2006/table">
            <a:tbl>
              <a:tblPr firstRow="1" bandRow="1">
                <a:tableStyleId>{5C22544A-7EE6-4342-B048-85BDC9FD1C3A}</a:tableStyleId>
              </a:tblPr>
              <a:tblGrid>
                <a:gridCol w="1944757">
                  <a:extLst>
                    <a:ext uri="{9D8B030D-6E8A-4147-A177-3AD203B41FA5}">
                      <a16:colId xmlns:a16="http://schemas.microsoft.com/office/drawing/2014/main" val="4236101987"/>
                    </a:ext>
                  </a:extLst>
                </a:gridCol>
                <a:gridCol w="2047460">
                  <a:extLst>
                    <a:ext uri="{9D8B030D-6E8A-4147-A177-3AD203B41FA5}">
                      <a16:colId xmlns:a16="http://schemas.microsoft.com/office/drawing/2014/main" val="3759119048"/>
                    </a:ext>
                  </a:extLst>
                </a:gridCol>
                <a:gridCol w="2117035">
                  <a:extLst>
                    <a:ext uri="{9D8B030D-6E8A-4147-A177-3AD203B41FA5}">
                      <a16:colId xmlns:a16="http://schemas.microsoft.com/office/drawing/2014/main" val="1493095617"/>
                    </a:ext>
                  </a:extLst>
                </a:gridCol>
                <a:gridCol w="3300322">
                  <a:extLst>
                    <a:ext uri="{9D8B030D-6E8A-4147-A177-3AD203B41FA5}">
                      <a16:colId xmlns:a16="http://schemas.microsoft.com/office/drawing/2014/main" val="4039141651"/>
                    </a:ext>
                  </a:extLst>
                </a:gridCol>
                <a:gridCol w="208280">
                  <a:extLst>
                    <a:ext uri="{9D8B030D-6E8A-4147-A177-3AD203B41FA5}">
                      <a16:colId xmlns:a16="http://schemas.microsoft.com/office/drawing/2014/main" val="3244456563"/>
                    </a:ext>
                  </a:extLst>
                </a:gridCol>
              </a:tblGrid>
              <a:tr h="640080">
                <a:tc>
                  <a:txBody>
                    <a:bodyPr/>
                    <a:lstStyle/>
                    <a:p>
                      <a:endParaRPr lang="en-US" sz="2400" dirty="0"/>
                    </a:p>
                  </a:txBody>
                  <a:tcPr anchor="ctr"/>
                </a:tc>
                <a:tc>
                  <a:txBody>
                    <a:bodyPr/>
                    <a:lstStyle/>
                    <a:p>
                      <a:pPr algn="ctr"/>
                      <a:r>
                        <a:rPr lang="fa-IR" sz="2000" dirty="0">
                          <a:cs typeface="B Zar" panose="00000400000000000000" pitchFamily="2" charset="-78"/>
                        </a:rPr>
                        <a:t>حداکثر کار</a:t>
                      </a:r>
                      <a:endParaRPr lang="en-US" sz="2000" dirty="0">
                        <a:cs typeface="B Zar" panose="00000400000000000000" pitchFamily="2" charset="-78"/>
                      </a:endParaRPr>
                    </a:p>
                  </a:txBody>
                  <a:tcPr anchor="ctr"/>
                </a:tc>
                <a:tc>
                  <a:txBody>
                    <a:bodyPr/>
                    <a:lstStyle/>
                    <a:p>
                      <a:pPr algn="ctr"/>
                      <a:r>
                        <a:rPr lang="fa-IR" sz="2000" dirty="0"/>
                        <a:t>حداکثر ظرفیت اشتغال در سال</a:t>
                      </a:r>
                      <a:endParaRPr lang="en-US" sz="2000" dirty="0"/>
                    </a:p>
                  </a:txBody>
                  <a:tcPr anchor="ctr"/>
                </a:tc>
                <a:tc>
                  <a:txBody>
                    <a:bodyPr/>
                    <a:lstStyle/>
                    <a:p>
                      <a:pPr algn="ctr"/>
                      <a:r>
                        <a:rPr lang="fa-IR" sz="2000" dirty="0">
                          <a:cs typeface="B Zar" panose="00000400000000000000" pitchFamily="2" charset="-78"/>
                        </a:rPr>
                        <a:t>حداکثر تعداد طبقات مجاز</a:t>
                      </a:r>
                      <a:endParaRPr lang="en-US" sz="2000" dirty="0">
                        <a:cs typeface="B Zar" panose="00000400000000000000" pitchFamily="2" charset="-78"/>
                      </a:endParaRPr>
                    </a:p>
                  </a:txBody>
                  <a:tcPr anchor="ctr"/>
                </a:tc>
                <a:tc>
                  <a:txBody>
                    <a:bodyPr/>
                    <a:lstStyle/>
                    <a:p>
                      <a:pPr algn="ctr"/>
                      <a:endParaRPr lang="en-US" sz="2000" dirty="0">
                        <a:cs typeface="B Zar" panose="00000400000000000000" pitchFamily="2" charset="-78"/>
                      </a:endParaRPr>
                    </a:p>
                  </a:txBody>
                  <a:tcPr anchor="ctr"/>
                </a:tc>
                <a:extLst>
                  <a:ext uri="{0D108BD9-81ED-4DB2-BD59-A6C34878D82A}">
                    <a16:rowId xmlns:a16="http://schemas.microsoft.com/office/drawing/2014/main" val="3123168758"/>
                  </a:ext>
                </a:extLst>
              </a:tr>
              <a:tr h="640080">
                <a:tc>
                  <a:txBody>
                    <a:bodyPr/>
                    <a:lstStyle/>
                    <a:p>
                      <a:pPr algn="ctr"/>
                      <a:r>
                        <a:rPr lang="fa-IR" sz="2400" dirty="0">
                          <a:cs typeface="B Zar" panose="00000400000000000000" pitchFamily="2" charset="-78"/>
                        </a:rPr>
                        <a:t>پایه مهندسی 3</a:t>
                      </a:r>
                      <a:endParaRPr lang="en-US" sz="2400" dirty="0">
                        <a:cs typeface="B Zar" panose="00000400000000000000" pitchFamily="2" charset="-78"/>
                      </a:endParaRPr>
                    </a:p>
                  </a:txBody>
                  <a:tcPr anchor="ctr"/>
                </a:tc>
                <a:tc>
                  <a:txBody>
                    <a:bodyPr/>
                    <a:lstStyle/>
                    <a:p>
                      <a:pPr algn="ctr"/>
                      <a:r>
                        <a:rPr lang="fa-IR" sz="2400" dirty="0">
                          <a:cs typeface="B Zar" panose="00000400000000000000" pitchFamily="2" charset="-78"/>
                        </a:rPr>
                        <a:t>8</a:t>
                      </a:r>
                      <a:endParaRPr lang="en-US" sz="2400" dirty="0">
                        <a:cs typeface="B Zar" panose="00000400000000000000" pitchFamily="2" charset="-78"/>
                      </a:endParaRPr>
                    </a:p>
                  </a:txBody>
                  <a:tcPr anchor="ctr"/>
                </a:tc>
                <a:tc>
                  <a:txBody>
                    <a:bodyPr/>
                    <a:lstStyle/>
                    <a:p>
                      <a:pPr algn="ctr"/>
                      <a:r>
                        <a:rPr lang="fa-IR" sz="2400" dirty="0"/>
                        <a:t>8000</a:t>
                      </a:r>
                      <a:r>
                        <a:rPr lang="fa-IR" sz="2400" dirty="0">
                          <a:cs typeface="B Zar" panose="00000400000000000000" pitchFamily="2" charset="-78"/>
                        </a:rPr>
                        <a:t>متر مربع</a:t>
                      </a:r>
                      <a:endParaRPr lang="en-US" sz="2400" dirty="0">
                        <a:cs typeface="B Zar" panose="00000400000000000000" pitchFamily="2" charset="-78"/>
                      </a:endParaRPr>
                    </a:p>
                  </a:txBody>
                  <a:tcPr anchor="ctr"/>
                </a:tc>
                <a:tc>
                  <a:txBody>
                    <a:bodyPr/>
                    <a:lstStyle/>
                    <a:p>
                      <a:pPr algn="ctr"/>
                      <a:r>
                        <a:rPr lang="fa-IR" sz="2400" dirty="0">
                          <a:cs typeface="B Zar" panose="00000400000000000000" pitchFamily="2" charset="-78"/>
                        </a:rPr>
                        <a:t>5</a:t>
                      </a:r>
                      <a:endParaRPr lang="en-US" sz="2400" dirty="0">
                        <a:cs typeface="B Zar" panose="00000400000000000000" pitchFamily="2" charset="-78"/>
                      </a:endParaRPr>
                    </a:p>
                  </a:txBody>
                  <a:tcPr anchor="ctr"/>
                </a:tc>
                <a:tc>
                  <a:txBody>
                    <a:bodyPr/>
                    <a:lstStyle/>
                    <a:p>
                      <a:pPr algn="ctr"/>
                      <a:endParaRPr lang="en-US" sz="2400" dirty="0">
                        <a:cs typeface="B Zar" panose="00000400000000000000" pitchFamily="2" charset="-78"/>
                      </a:endParaRPr>
                    </a:p>
                  </a:txBody>
                  <a:tcPr anchor="ctr"/>
                </a:tc>
                <a:extLst>
                  <a:ext uri="{0D108BD9-81ED-4DB2-BD59-A6C34878D82A}">
                    <a16:rowId xmlns:a16="http://schemas.microsoft.com/office/drawing/2014/main" val="766787693"/>
                  </a:ext>
                </a:extLst>
              </a:tr>
              <a:tr h="640080">
                <a:tc>
                  <a:txBody>
                    <a:bodyPr/>
                    <a:lstStyle/>
                    <a:p>
                      <a:pPr algn="ctr"/>
                      <a:r>
                        <a:rPr lang="fa-IR" sz="2400" dirty="0">
                          <a:cs typeface="B Zar" panose="00000400000000000000" pitchFamily="2" charset="-78"/>
                        </a:rPr>
                        <a:t>پایه مهندسی 2</a:t>
                      </a:r>
                      <a:endParaRPr lang="en-US" sz="2400" dirty="0">
                        <a:cs typeface="B Zar" panose="00000400000000000000" pitchFamily="2" charset="-78"/>
                      </a:endParaRPr>
                    </a:p>
                  </a:txBody>
                  <a:tcPr anchor="ctr"/>
                </a:tc>
                <a:tc>
                  <a:txBody>
                    <a:bodyPr/>
                    <a:lstStyle/>
                    <a:p>
                      <a:pPr algn="ctr"/>
                      <a:r>
                        <a:rPr lang="fa-IR" sz="2400" dirty="0">
                          <a:cs typeface="B Zar" panose="00000400000000000000" pitchFamily="2" charset="-78"/>
                        </a:rPr>
                        <a:t>8</a:t>
                      </a:r>
                      <a:endParaRPr lang="en-US" sz="2400" dirty="0">
                        <a:cs typeface="B Zar" panose="00000400000000000000" pitchFamily="2" charset="-7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a-IR" sz="2400" dirty="0"/>
                        <a:t>12000</a:t>
                      </a:r>
                      <a:r>
                        <a:rPr lang="fa-IR" sz="2400" dirty="0">
                          <a:cs typeface="B Zar" panose="00000400000000000000" pitchFamily="2" charset="-78"/>
                        </a:rPr>
                        <a:t>متر مربع</a:t>
                      </a:r>
                      <a:endParaRPr lang="en-US" sz="2400" dirty="0">
                        <a:cs typeface="B Zar" panose="00000400000000000000" pitchFamily="2" charset="-78"/>
                      </a:endParaRPr>
                    </a:p>
                  </a:txBody>
                  <a:tcPr anchor="ctr"/>
                </a:tc>
                <a:tc>
                  <a:txBody>
                    <a:bodyPr/>
                    <a:lstStyle/>
                    <a:p>
                      <a:pPr algn="ctr"/>
                      <a:r>
                        <a:rPr lang="fa-IR" sz="2400" dirty="0">
                          <a:cs typeface="B Zar" panose="00000400000000000000" pitchFamily="2" charset="-78"/>
                        </a:rPr>
                        <a:t>10</a:t>
                      </a:r>
                      <a:endParaRPr lang="en-US" sz="2400" dirty="0">
                        <a:cs typeface="B Zar" panose="00000400000000000000" pitchFamily="2" charset="-78"/>
                      </a:endParaRPr>
                    </a:p>
                  </a:txBody>
                  <a:tcPr anchor="ctr"/>
                </a:tc>
                <a:tc>
                  <a:txBody>
                    <a:bodyPr/>
                    <a:lstStyle/>
                    <a:p>
                      <a:pPr algn="ctr"/>
                      <a:endParaRPr lang="en-US" sz="2400" dirty="0">
                        <a:cs typeface="B Zar" panose="00000400000000000000" pitchFamily="2" charset="-78"/>
                      </a:endParaRPr>
                    </a:p>
                  </a:txBody>
                  <a:tcPr anchor="ctr"/>
                </a:tc>
                <a:extLst>
                  <a:ext uri="{0D108BD9-81ED-4DB2-BD59-A6C34878D82A}">
                    <a16:rowId xmlns:a16="http://schemas.microsoft.com/office/drawing/2014/main" val="87153489"/>
                  </a:ext>
                </a:extLst>
              </a:tr>
              <a:tr h="640080">
                <a:tc>
                  <a:txBody>
                    <a:bodyPr/>
                    <a:lstStyle/>
                    <a:p>
                      <a:pPr algn="ctr"/>
                      <a:r>
                        <a:rPr lang="fa-IR" sz="2400" dirty="0">
                          <a:cs typeface="B Zar" panose="00000400000000000000" pitchFamily="2" charset="-78"/>
                        </a:rPr>
                        <a:t>پایه مهندسی 1</a:t>
                      </a:r>
                      <a:endParaRPr lang="en-US" sz="2400" dirty="0">
                        <a:cs typeface="B Zar" panose="00000400000000000000" pitchFamily="2" charset="-78"/>
                      </a:endParaRPr>
                    </a:p>
                  </a:txBody>
                  <a:tcPr anchor="ctr"/>
                </a:tc>
                <a:tc>
                  <a:txBody>
                    <a:bodyPr/>
                    <a:lstStyle/>
                    <a:p>
                      <a:pPr algn="ctr"/>
                      <a:r>
                        <a:rPr lang="fa-IR" sz="2400" dirty="0">
                          <a:cs typeface="B Zar" panose="00000400000000000000" pitchFamily="2" charset="-78"/>
                        </a:rPr>
                        <a:t>8</a:t>
                      </a:r>
                      <a:endParaRPr lang="en-US" sz="2400" dirty="0">
                        <a:cs typeface="B Zar" panose="00000400000000000000" pitchFamily="2" charset="-7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a-IR" sz="2400" dirty="0"/>
                        <a:t>16000</a:t>
                      </a:r>
                      <a:r>
                        <a:rPr lang="fa-IR" sz="2400" dirty="0">
                          <a:cs typeface="B Zar" panose="00000400000000000000" pitchFamily="2" charset="-78"/>
                        </a:rPr>
                        <a:t>متر مربع</a:t>
                      </a:r>
                      <a:endParaRPr lang="en-US" sz="2400" dirty="0">
                        <a:cs typeface="B Zar" panose="00000400000000000000" pitchFamily="2" charset="-78"/>
                      </a:endParaRPr>
                    </a:p>
                  </a:txBody>
                  <a:tcPr anchor="ctr"/>
                </a:tc>
                <a:tc>
                  <a:txBody>
                    <a:bodyPr/>
                    <a:lstStyle/>
                    <a:p>
                      <a:pPr algn="ctr"/>
                      <a:r>
                        <a:rPr lang="fa-IR" sz="2400" dirty="0">
                          <a:cs typeface="B Zar" panose="00000400000000000000" pitchFamily="2" charset="-78"/>
                        </a:rPr>
                        <a:t>20</a:t>
                      </a:r>
                      <a:endParaRPr lang="en-US" sz="2400" dirty="0">
                        <a:cs typeface="B Zar" panose="00000400000000000000" pitchFamily="2" charset="-78"/>
                      </a:endParaRPr>
                    </a:p>
                  </a:txBody>
                  <a:tcPr anchor="ctr"/>
                </a:tc>
                <a:tc>
                  <a:txBody>
                    <a:bodyPr/>
                    <a:lstStyle/>
                    <a:p>
                      <a:pPr algn="ctr"/>
                      <a:endParaRPr lang="en-US" sz="2400" dirty="0">
                        <a:cs typeface="B Zar" panose="00000400000000000000" pitchFamily="2" charset="-78"/>
                      </a:endParaRPr>
                    </a:p>
                  </a:txBody>
                  <a:tcPr anchor="ctr"/>
                </a:tc>
                <a:extLst>
                  <a:ext uri="{0D108BD9-81ED-4DB2-BD59-A6C34878D82A}">
                    <a16:rowId xmlns:a16="http://schemas.microsoft.com/office/drawing/2014/main" val="1241404444"/>
                  </a:ext>
                </a:extLst>
              </a:tr>
              <a:tr h="640080">
                <a:tc>
                  <a:txBody>
                    <a:bodyPr/>
                    <a:lstStyle/>
                    <a:p>
                      <a:pPr algn="ctr"/>
                      <a:r>
                        <a:rPr lang="fa-IR" sz="2400" dirty="0"/>
                        <a:t>ارشد</a:t>
                      </a:r>
                      <a:endParaRPr lang="en-US" sz="2400" dirty="0"/>
                    </a:p>
                  </a:txBody>
                  <a:tcPr anchor="ctr"/>
                </a:tc>
                <a:tc>
                  <a:txBody>
                    <a:bodyPr/>
                    <a:lstStyle/>
                    <a:p>
                      <a:pPr algn="ctr"/>
                      <a:r>
                        <a:rPr lang="fa-IR" sz="2400" dirty="0">
                          <a:cs typeface="B Zar" panose="00000400000000000000" pitchFamily="2" charset="-78"/>
                        </a:rPr>
                        <a:t>8</a:t>
                      </a:r>
                      <a:endParaRPr lang="en-US" sz="2400" dirty="0">
                        <a:cs typeface="B Zar" panose="00000400000000000000" pitchFamily="2" charset="-7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a-IR" sz="2400" dirty="0"/>
                        <a:t>20000</a:t>
                      </a:r>
                      <a:r>
                        <a:rPr lang="fa-IR" sz="2400" dirty="0">
                          <a:cs typeface="B Zar" panose="00000400000000000000" pitchFamily="2" charset="-78"/>
                        </a:rPr>
                        <a:t>متر مربع</a:t>
                      </a:r>
                      <a:endParaRPr lang="en-US" sz="2400" dirty="0">
                        <a:cs typeface="B Zar" panose="00000400000000000000" pitchFamily="2" charset="-78"/>
                      </a:endParaRPr>
                    </a:p>
                  </a:txBody>
                  <a:tcPr anchor="ctr"/>
                </a:tc>
                <a:tc>
                  <a:txBody>
                    <a:bodyPr/>
                    <a:lstStyle/>
                    <a:p>
                      <a:pPr algn="ctr"/>
                      <a:r>
                        <a:rPr lang="fa-IR" sz="2400" dirty="0">
                          <a:cs typeface="B Zar" panose="00000400000000000000" pitchFamily="2" charset="-78"/>
                        </a:rPr>
                        <a:t>بدون محدودیت</a:t>
                      </a:r>
                      <a:endParaRPr lang="en-US" sz="2400" dirty="0">
                        <a:cs typeface="B Zar" panose="00000400000000000000" pitchFamily="2" charset="-78"/>
                      </a:endParaRPr>
                    </a:p>
                  </a:txBody>
                  <a:tcPr anchor="ctr"/>
                </a:tc>
                <a:tc>
                  <a:txBody>
                    <a:bodyPr/>
                    <a:lstStyle/>
                    <a:p>
                      <a:pPr algn="ctr"/>
                      <a:endParaRPr lang="en-US" sz="2400" dirty="0">
                        <a:cs typeface="B Zar" panose="00000400000000000000" pitchFamily="2" charset="-78"/>
                      </a:endParaRPr>
                    </a:p>
                  </a:txBody>
                  <a:tcPr anchor="ctr"/>
                </a:tc>
                <a:extLst>
                  <a:ext uri="{0D108BD9-81ED-4DB2-BD59-A6C34878D82A}">
                    <a16:rowId xmlns:a16="http://schemas.microsoft.com/office/drawing/2014/main" val="1640741979"/>
                  </a:ext>
                </a:extLst>
              </a:tr>
            </a:tbl>
          </a:graphicData>
        </a:graphic>
      </p:graphicFrame>
    </p:spTree>
    <p:extLst>
      <p:ext uri="{BB962C8B-B14F-4D97-AF65-F5344CB8AC3E}">
        <p14:creationId xmlns:p14="http://schemas.microsoft.com/office/powerpoint/2010/main" val="1249466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BB36-F83A-429E-E78C-62D398670E51}"/>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4FD1A14B-650B-6216-28D5-EC101A265FE5}"/>
              </a:ext>
            </a:extLst>
          </p:cNvPr>
          <p:cNvSpPr>
            <a:spLocks noGrp="1"/>
          </p:cNvSpPr>
          <p:nvPr>
            <p:ph type="title"/>
          </p:nvPr>
        </p:nvSpPr>
        <p:spPr/>
        <p:txBody>
          <a:bodyPr>
            <a:normAutofit fontScale="90000"/>
          </a:bodyPr>
          <a:lstStyle/>
          <a:p>
            <a:r>
              <a:rPr lang="fa-IR" sz="6600" dirty="0">
                <a:latin typeface="Estedad Bold" panose="02000803000000000000" pitchFamily="2" charset="-78"/>
                <a:cs typeface="B Zar" panose="00000400000000000000" pitchFamily="2" charset="-78"/>
              </a:rPr>
              <a:t>مبحث سوم : حفظ ساختمان در مقابل حریق</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4F5040FC-F68F-14E2-2DD9-7D321D5F712D}"/>
              </a:ext>
            </a:extLst>
          </p:cNvPr>
          <p:cNvSpPr>
            <a:spLocks noGrp="1"/>
          </p:cNvSpPr>
          <p:nvPr>
            <p:ph sz="quarter" idx="14"/>
          </p:nvPr>
        </p:nvSpPr>
        <p:spPr>
          <a:xfrm>
            <a:off x="5108714" y="2607987"/>
            <a:ext cx="6364890" cy="3345551"/>
          </a:xfrm>
        </p:spPr>
        <p:txBody>
          <a:bodyPr>
            <a:normAutofit/>
          </a:bodyPr>
          <a:lstStyle/>
          <a:p>
            <a:pPr marL="0" indent="0" algn="r">
              <a:lnSpc>
                <a:spcPct val="110000"/>
              </a:lnSpc>
              <a:buNone/>
            </a:pPr>
            <a:r>
              <a:rPr lang="ar-SA" dirty="0">
                <a:cs typeface="B Zar" panose="00000400000000000000" pitchFamily="2" charset="-78"/>
              </a:rPr>
              <a:t>اجراي تأسیسات برقی و مکانیکی در ساختمان ها، استفاده از مصالح سـوختنی، توسـعه شـبکه هـاي انرژي، برق و گاز و بکارگیري تجهیزات گوناگون سبب افزایش احتمال آتش سوزي در سـاختمان هـا گردیده است و به همین دلیل توجه به موضوع حفاظت ساختمان ها در برابر حریق، امـري الزامـی و اجتناب ناپذیر محسوب میگردد. در همین راستا مبحث سوم مقررات ملّی ساختمان به عنوان یکی از </a:t>
            </a:r>
          </a:p>
          <a:p>
            <a:pPr marL="0" indent="0" algn="r">
              <a:lnSpc>
                <a:spcPct val="110000"/>
              </a:lnSpc>
              <a:buNone/>
            </a:pPr>
            <a:r>
              <a:rPr lang="ar-SA" dirty="0">
                <a:cs typeface="B Zar" panose="00000400000000000000" pitchFamily="2" charset="-78"/>
              </a:rPr>
              <a:t>مباحث مقررات ملّی ساختمان منتشر گردیده است. </a:t>
            </a:r>
          </a:p>
        </p:txBody>
      </p:sp>
      <p:sp>
        <p:nvSpPr>
          <p:cNvPr id="7" name="Date Placeholder 6">
            <a:extLst>
              <a:ext uri="{FF2B5EF4-FFF2-40B4-BE49-F238E27FC236}">
                <a16:creationId xmlns:a16="http://schemas.microsoft.com/office/drawing/2014/main" id="{F5F0FCF6-0E52-166E-7346-16638BC6F52B}"/>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077C36C7-2BD6-B2B4-7E49-3CE8FDB525CD}"/>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63CB0BBB-E601-7DE1-2478-FCF3E2F88E50}"/>
              </a:ext>
            </a:extLst>
          </p:cNvPr>
          <p:cNvSpPr>
            <a:spLocks noGrp="1"/>
          </p:cNvSpPr>
          <p:nvPr>
            <p:ph type="sldNum" sz="quarter" idx="12"/>
          </p:nvPr>
        </p:nvSpPr>
        <p:spPr/>
        <p:txBody>
          <a:bodyPr/>
          <a:lstStyle/>
          <a:p>
            <a:fld id="{2C18C1E5-FB55-42F5-BD6D-9CC153FCDBE6}" type="slidenum">
              <a:rPr lang="en-US" smtClean="0"/>
              <a:pPr/>
              <a:t>9</a:t>
            </a:fld>
            <a:endParaRPr lang="en-US" dirty="0"/>
          </a:p>
        </p:txBody>
      </p:sp>
      <p:pic>
        <p:nvPicPr>
          <p:cNvPr id="2" name="Picture 1">
            <a:extLst>
              <a:ext uri="{FF2B5EF4-FFF2-40B4-BE49-F238E27FC236}">
                <a16:creationId xmlns:a16="http://schemas.microsoft.com/office/drawing/2014/main" id="{A5658EDA-0A18-8A41-8735-8B46F29B8540}"/>
              </a:ext>
            </a:extLst>
          </p:cNvPr>
          <p:cNvPicPr>
            <a:picLocks noChangeAspect="1"/>
          </p:cNvPicPr>
          <p:nvPr/>
        </p:nvPicPr>
        <p:blipFill>
          <a:blip r:embed="rId3"/>
          <a:stretch>
            <a:fillRect/>
          </a:stretch>
        </p:blipFill>
        <p:spPr>
          <a:xfrm>
            <a:off x="651116" y="2121252"/>
            <a:ext cx="3117367" cy="4600223"/>
          </a:xfrm>
          <a:prstGeom prst="rect">
            <a:avLst/>
          </a:prstGeom>
        </p:spPr>
      </p:pic>
    </p:spTree>
    <p:extLst>
      <p:ext uri="{BB962C8B-B14F-4D97-AF65-F5344CB8AC3E}">
        <p14:creationId xmlns:p14="http://schemas.microsoft.com/office/powerpoint/2010/main" val="2857996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DD3E-097F-485D-4D61-22871683D7F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23DC86E-00FC-F392-D884-1EDA18F7316A}"/>
              </a:ext>
            </a:extLst>
          </p:cNvPr>
          <p:cNvSpPr>
            <a:spLocks noGrp="1"/>
          </p:cNvSpPr>
          <p:nvPr>
            <p:ph type="title"/>
          </p:nvPr>
        </p:nvSpPr>
        <p:spPr/>
        <p:txBody>
          <a:bodyPr>
            <a:normAutofit fontScale="90000"/>
          </a:bodyPr>
          <a:lstStyle/>
          <a:p>
            <a:r>
              <a:rPr lang="fa-IR" sz="5400" dirty="0">
                <a:latin typeface="Estedad Bold" panose="02000803000000000000" pitchFamily="2" charset="-78"/>
                <a:cs typeface="B Zar" panose="00000400000000000000" pitchFamily="2" charset="-78"/>
              </a:rPr>
              <a:t>مبحث سوم : حفظ ساختمان در مقابل حریق</a:t>
            </a:r>
            <a:br>
              <a:rPr lang="fa-IR" sz="5400" dirty="0">
                <a:latin typeface="Estedad Bold" panose="02000803000000000000" pitchFamily="2" charset="-78"/>
                <a:cs typeface="B Zar" panose="00000400000000000000" pitchFamily="2" charset="-78"/>
              </a:rPr>
            </a:br>
            <a:r>
              <a:rPr lang="fa-IR" sz="4000" dirty="0">
                <a:latin typeface="Estedad Bold" panose="02000803000000000000" pitchFamily="2" charset="-78"/>
                <a:cs typeface="B Zar" panose="00000400000000000000" pitchFamily="2" charset="-78"/>
              </a:rPr>
              <a:t>اصول طراحی واجرای ایمن</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EC0725FE-5D8E-ADB9-62A7-43EE75810A2C}"/>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A267D719-CC23-730E-C890-79DFF514A83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D198BE70-3E5F-0A13-3EE2-8C6F814016AE}"/>
              </a:ext>
            </a:extLst>
          </p:cNvPr>
          <p:cNvSpPr>
            <a:spLocks noGrp="1"/>
          </p:cNvSpPr>
          <p:nvPr>
            <p:ph type="sldNum" sz="quarter" idx="12"/>
          </p:nvPr>
        </p:nvSpPr>
        <p:spPr/>
        <p:txBody>
          <a:bodyPr/>
          <a:lstStyle/>
          <a:p>
            <a:fld id="{2C18C1E5-FB55-42F5-BD6D-9CC153FCDBE6}" type="slidenum">
              <a:rPr lang="en-US" smtClean="0"/>
              <a:pPr/>
              <a:t>10</a:t>
            </a:fld>
            <a:endParaRPr lang="en-US" dirty="0"/>
          </a:p>
        </p:txBody>
      </p:sp>
      <p:graphicFrame>
        <p:nvGraphicFramePr>
          <p:cNvPr id="9" name="Content Placeholder 4" descr="timeline SmartArt graphic">
            <a:extLst>
              <a:ext uri="{FF2B5EF4-FFF2-40B4-BE49-F238E27FC236}">
                <a16:creationId xmlns:a16="http://schemas.microsoft.com/office/drawing/2014/main" id="{C69FBE21-A328-DC95-C211-AE0CCDADC232}"/>
              </a:ext>
            </a:extLst>
          </p:cNvPr>
          <p:cNvGraphicFramePr>
            <a:graphicFrameLocks noGrp="1"/>
          </p:cNvGraphicFramePr>
          <p:nvPr>
            <p:ph idx="1"/>
            <p:extLst>
              <p:ext uri="{D42A27DB-BD31-4B8C-83A1-F6EECF244321}">
                <p14:modId xmlns:p14="http://schemas.microsoft.com/office/powerpoint/2010/main" val="266482965"/>
              </p:ext>
            </p:extLst>
          </p:nvPr>
        </p:nvGraphicFramePr>
        <p:xfrm>
          <a:off x="841375" y="2305050"/>
          <a:ext cx="10515600"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2227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7781-DC5F-80CE-D409-CA34AF290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3BF6A-4128-AF34-4B7F-4AA49E9B287C}"/>
              </a:ext>
            </a:extLst>
          </p:cNvPr>
          <p:cNvSpPr>
            <a:spLocks noGrp="1"/>
          </p:cNvSpPr>
          <p:nvPr>
            <p:ph type="title"/>
          </p:nvPr>
        </p:nvSpPr>
        <p:spPr>
          <a:xfrm>
            <a:off x="838200" y="1520687"/>
            <a:ext cx="4278994" cy="3981616"/>
          </a:xfrm>
        </p:spPr>
        <p:txBody>
          <a:bodyPr/>
          <a:lstStyle/>
          <a:p>
            <a:pPr algn="ctr"/>
            <a:r>
              <a:rPr lang="fa-IR" sz="4800" dirty="0">
                <a:cs typeface="B Zar" panose="00000400000000000000" pitchFamily="2" charset="-78"/>
              </a:rPr>
              <a:t>ضوابط محافظت فضا های فرعی حادثه خیز</a:t>
            </a:r>
            <a:endParaRPr lang="en-US" sz="4800" dirty="0">
              <a:cs typeface="B Zar" panose="00000400000000000000" pitchFamily="2" charset="-78"/>
            </a:endParaRPr>
          </a:p>
        </p:txBody>
      </p:sp>
      <p:sp>
        <p:nvSpPr>
          <p:cNvPr id="4" name="Date Placeholder 3">
            <a:extLst>
              <a:ext uri="{FF2B5EF4-FFF2-40B4-BE49-F238E27FC236}">
                <a16:creationId xmlns:a16="http://schemas.microsoft.com/office/drawing/2014/main" id="{A14BF7BA-04FA-1351-05EB-D5E50D94929C}"/>
              </a:ext>
            </a:extLst>
          </p:cNvPr>
          <p:cNvSpPr>
            <a:spLocks noGrp="1"/>
          </p:cNvSpPr>
          <p:nvPr>
            <p:ph type="dt" sz="half" idx="10"/>
          </p:nvPr>
        </p:nvSpPr>
        <p:spPr/>
        <p:txBody>
          <a:bodyPr/>
          <a:lstStyle/>
          <a:p>
            <a:r>
              <a:rPr lang="en-US" dirty="0"/>
              <a:t>9/3/20XX</a:t>
            </a:r>
          </a:p>
        </p:txBody>
      </p:sp>
      <p:sp>
        <p:nvSpPr>
          <p:cNvPr id="6" name="Slide Number Placeholder 5">
            <a:extLst>
              <a:ext uri="{FF2B5EF4-FFF2-40B4-BE49-F238E27FC236}">
                <a16:creationId xmlns:a16="http://schemas.microsoft.com/office/drawing/2014/main" id="{44CD082B-C6CE-D113-874D-B43B1E17E508}"/>
              </a:ext>
            </a:extLst>
          </p:cNvPr>
          <p:cNvSpPr>
            <a:spLocks noGrp="1"/>
          </p:cNvSpPr>
          <p:nvPr>
            <p:ph type="sldNum" sz="quarter" idx="12"/>
          </p:nvPr>
        </p:nvSpPr>
        <p:spPr/>
        <p:txBody>
          <a:bodyPr/>
          <a:lstStyle/>
          <a:p>
            <a:fld id="{2C18C1E5-FB55-42F5-BD6D-9CC153FCDBE6}" type="slidenum">
              <a:rPr lang="en-US" smtClean="0"/>
              <a:pPr/>
              <a:t>11</a:t>
            </a:fld>
            <a:endParaRPr lang="en-US" dirty="0"/>
          </a:p>
        </p:txBody>
      </p:sp>
      <p:pic>
        <p:nvPicPr>
          <p:cNvPr id="14" name="Content Placeholder 13">
            <a:extLst>
              <a:ext uri="{FF2B5EF4-FFF2-40B4-BE49-F238E27FC236}">
                <a16:creationId xmlns:a16="http://schemas.microsoft.com/office/drawing/2014/main" id="{82C6336C-999C-4194-157D-6F7B2D9B421C}"/>
              </a:ext>
            </a:extLst>
          </p:cNvPr>
          <p:cNvPicPr>
            <a:picLocks noGrp="1" noChangeAspect="1"/>
          </p:cNvPicPr>
          <p:nvPr>
            <p:ph idx="1"/>
          </p:nvPr>
        </p:nvPicPr>
        <p:blipFill>
          <a:blip r:embed="rId2"/>
          <a:stretch>
            <a:fillRect/>
          </a:stretch>
        </p:blipFill>
        <p:spPr>
          <a:xfrm>
            <a:off x="6599583" y="247662"/>
            <a:ext cx="5516217" cy="6362676"/>
          </a:xfrm>
          <a:prstGeom prst="rect">
            <a:avLst/>
          </a:prstGeom>
        </p:spPr>
      </p:pic>
    </p:spTree>
    <p:extLst>
      <p:ext uri="{BB962C8B-B14F-4D97-AF65-F5344CB8AC3E}">
        <p14:creationId xmlns:p14="http://schemas.microsoft.com/office/powerpoint/2010/main" val="3951360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A1D1-DD07-4DD2-A527-4B1F52D6AB78}"/>
              </a:ext>
            </a:extLst>
          </p:cNvPr>
          <p:cNvSpPr>
            <a:spLocks noGrp="1"/>
          </p:cNvSpPr>
          <p:nvPr>
            <p:ph type="title"/>
          </p:nvPr>
        </p:nvSpPr>
        <p:spPr>
          <a:xfrm>
            <a:off x="1034796" y="1510746"/>
            <a:ext cx="4178808" cy="3514477"/>
          </a:xfrm>
        </p:spPr>
        <p:txBody>
          <a:bodyPr/>
          <a:lstStyle/>
          <a:p>
            <a:pPr algn="ctr"/>
            <a:r>
              <a:rPr lang="fa-IR" sz="4800" dirty="0">
                <a:cs typeface="B Zar" panose="00000400000000000000" pitchFamily="2" charset="-78"/>
              </a:rPr>
              <a:t>ضوابط درجه بندی مقات در برار اتش برای اجزای ساختمان</a:t>
            </a:r>
            <a:endParaRPr lang="en-US" sz="4800" dirty="0">
              <a:cs typeface="B Zar" panose="00000400000000000000" pitchFamily="2" charset="-78"/>
            </a:endParaRPr>
          </a:p>
        </p:txBody>
      </p:sp>
      <p:sp>
        <p:nvSpPr>
          <p:cNvPr id="4" name="Date Placeholder 3">
            <a:extLst>
              <a:ext uri="{FF2B5EF4-FFF2-40B4-BE49-F238E27FC236}">
                <a16:creationId xmlns:a16="http://schemas.microsoft.com/office/drawing/2014/main" id="{1CB1E77D-BC6B-46E9-A266-292BF5B66921}"/>
              </a:ext>
            </a:extLst>
          </p:cNvPr>
          <p:cNvSpPr>
            <a:spLocks noGrp="1"/>
          </p:cNvSpPr>
          <p:nvPr>
            <p:ph type="dt" sz="half" idx="10"/>
          </p:nvPr>
        </p:nvSpPr>
        <p:spPr/>
        <p:txBody>
          <a:bodyPr/>
          <a:lstStyle/>
          <a:p>
            <a:r>
              <a:rPr lang="en-US" dirty="0"/>
              <a:t>9/3/20XX</a:t>
            </a:r>
          </a:p>
        </p:txBody>
      </p:sp>
      <p:sp>
        <p:nvSpPr>
          <p:cNvPr id="6" name="Slide Number Placeholder 5">
            <a:extLst>
              <a:ext uri="{FF2B5EF4-FFF2-40B4-BE49-F238E27FC236}">
                <a16:creationId xmlns:a16="http://schemas.microsoft.com/office/drawing/2014/main" id="{082C8496-0D63-4559-BFA5-683F5780142B}"/>
              </a:ext>
            </a:extLst>
          </p:cNvPr>
          <p:cNvSpPr>
            <a:spLocks noGrp="1"/>
          </p:cNvSpPr>
          <p:nvPr>
            <p:ph type="sldNum" sz="quarter" idx="12"/>
          </p:nvPr>
        </p:nvSpPr>
        <p:spPr/>
        <p:txBody>
          <a:bodyPr/>
          <a:lstStyle/>
          <a:p>
            <a:fld id="{2C18C1E5-FB55-42F5-BD6D-9CC153FCDBE6}" type="slidenum">
              <a:rPr lang="en-US" smtClean="0"/>
              <a:pPr/>
              <a:t>12</a:t>
            </a:fld>
            <a:endParaRPr lang="en-US" dirty="0"/>
          </a:p>
        </p:txBody>
      </p:sp>
      <p:pic>
        <p:nvPicPr>
          <p:cNvPr id="11" name="Content Placeholder 10">
            <a:extLst>
              <a:ext uri="{FF2B5EF4-FFF2-40B4-BE49-F238E27FC236}">
                <a16:creationId xmlns:a16="http://schemas.microsoft.com/office/drawing/2014/main" id="{2812B8C5-A545-F1D7-B740-5BB98D0C4F50}"/>
              </a:ext>
            </a:extLst>
          </p:cNvPr>
          <p:cNvPicPr>
            <a:picLocks noGrp="1" noChangeAspect="1"/>
          </p:cNvPicPr>
          <p:nvPr>
            <p:ph idx="1"/>
          </p:nvPr>
        </p:nvPicPr>
        <p:blipFill>
          <a:blip r:embed="rId2"/>
          <a:stretch>
            <a:fillRect/>
          </a:stretch>
        </p:blipFill>
        <p:spPr>
          <a:xfrm>
            <a:off x="6524587" y="467139"/>
            <a:ext cx="5456717" cy="6173553"/>
          </a:xfrm>
          <a:prstGeom prst="rect">
            <a:avLst/>
          </a:prstGeom>
        </p:spPr>
      </p:pic>
    </p:spTree>
    <p:extLst>
      <p:ext uri="{BB962C8B-B14F-4D97-AF65-F5344CB8AC3E}">
        <p14:creationId xmlns:p14="http://schemas.microsoft.com/office/powerpoint/2010/main" val="2442842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5F7B2-136B-3167-D8D3-6C17FA77EC65}"/>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365C9E4-846D-3BA1-FCCE-7B302B8787ED}"/>
              </a:ext>
            </a:extLst>
          </p:cNvPr>
          <p:cNvSpPr>
            <a:spLocks noGrp="1"/>
          </p:cNvSpPr>
          <p:nvPr>
            <p:ph type="title"/>
          </p:nvPr>
        </p:nvSpPr>
        <p:spPr/>
        <p:txBody>
          <a:bodyPr>
            <a:normAutofit/>
          </a:bodyPr>
          <a:lstStyle/>
          <a:p>
            <a:r>
              <a:rPr lang="fa-IR" sz="6600" dirty="0">
                <a:latin typeface="Estedad Bold" panose="02000803000000000000" pitchFamily="2" charset="-78"/>
                <a:cs typeface="B Zar" panose="00000400000000000000" pitchFamily="2" charset="-78"/>
              </a:rPr>
              <a:t>مبحث چهارم : الزامات عمومی ساختمان</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05A8FF74-8A02-3D15-EA05-EF0EF958D0D6}"/>
              </a:ext>
            </a:extLst>
          </p:cNvPr>
          <p:cNvSpPr>
            <a:spLocks noGrp="1"/>
          </p:cNvSpPr>
          <p:nvPr>
            <p:ph sz="quarter" idx="14"/>
          </p:nvPr>
        </p:nvSpPr>
        <p:spPr>
          <a:xfrm>
            <a:off x="5241072" y="3147324"/>
            <a:ext cx="6364890" cy="3345551"/>
          </a:xfrm>
        </p:spPr>
        <p:txBody>
          <a:bodyPr>
            <a:normAutofit/>
          </a:bodyPr>
          <a:lstStyle/>
          <a:p>
            <a:pPr marL="0" indent="0" algn="r">
              <a:lnSpc>
                <a:spcPct val="110000"/>
              </a:lnSpc>
              <a:buNone/>
            </a:pPr>
            <a:r>
              <a:rPr lang="ar-SA" dirty="0">
                <a:cs typeface="B Zar" panose="00000400000000000000" pitchFamily="2" charset="-78"/>
              </a:rPr>
              <a:t>مبحث چهارم مقررات ملّی ساختمان تعیین کننده شکل و نحوه قرارگیري مجاز ساختمان در زمین و فضاهاي باز و ضوابط مربوط به تصرف هاي مختلف و حداقل هاي الزامی فضاها و تأمین نور و تعویض هوا است. </a:t>
            </a:r>
          </a:p>
        </p:txBody>
      </p:sp>
      <p:sp>
        <p:nvSpPr>
          <p:cNvPr id="7" name="Date Placeholder 6">
            <a:extLst>
              <a:ext uri="{FF2B5EF4-FFF2-40B4-BE49-F238E27FC236}">
                <a16:creationId xmlns:a16="http://schemas.microsoft.com/office/drawing/2014/main" id="{BA0C44B8-9BF7-74B6-E6E4-28E880F2489E}"/>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B3DD110A-2822-FC47-10C3-CB197F3D964C}"/>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943E0AA0-25F4-8DC2-B9A4-5B78F200DA9A}"/>
              </a:ext>
            </a:extLst>
          </p:cNvPr>
          <p:cNvSpPr>
            <a:spLocks noGrp="1"/>
          </p:cNvSpPr>
          <p:nvPr>
            <p:ph type="sldNum" sz="quarter" idx="12"/>
          </p:nvPr>
        </p:nvSpPr>
        <p:spPr/>
        <p:txBody>
          <a:bodyPr/>
          <a:lstStyle/>
          <a:p>
            <a:fld id="{2C18C1E5-FB55-42F5-BD6D-9CC153FCDBE6}" type="slidenum">
              <a:rPr lang="en-US" smtClean="0"/>
              <a:pPr/>
              <a:t>13</a:t>
            </a:fld>
            <a:endParaRPr lang="en-US" dirty="0"/>
          </a:p>
        </p:txBody>
      </p:sp>
      <p:pic>
        <p:nvPicPr>
          <p:cNvPr id="3" name="Picture 2">
            <a:extLst>
              <a:ext uri="{FF2B5EF4-FFF2-40B4-BE49-F238E27FC236}">
                <a16:creationId xmlns:a16="http://schemas.microsoft.com/office/drawing/2014/main" id="{CAEFD160-8E9A-9A94-5438-564D7E24527F}"/>
              </a:ext>
            </a:extLst>
          </p:cNvPr>
          <p:cNvPicPr>
            <a:picLocks noChangeAspect="1"/>
          </p:cNvPicPr>
          <p:nvPr/>
        </p:nvPicPr>
        <p:blipFill>
          <a:blip r:embed="rId2"/>
          <a:stretch>
            <a:fillRect/>
          </a:stretch>
        </p:blipFill>
        <p:spPr>
          <a:xfrm>
            <a:off x="708805" y="2291513"/>
            <a:ext cx="3001989" cy="4429962"/>
          </a:xfrm>
          <a:prstGeom prst="rect">
            <a:avLst/>
          </a:prstGeom>
        </p:spPr>
      </p:pic>
    </p:spTree>
    <p:extLst>
      <p:ext uri="{BB962C8B-B14F-4D97-AF65-F5344CB8AC3E}">
        <p14:creationId xmlns:p14="http://schemas.microsoft.com/office/powerpoint/2010/main" val="2621883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CDE5E64-D259-249E-C880-2427DF25A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06E26-9B0C-8A9C-0634-AD0F65383388}"/>
              </a:ext>
            </a:extLst>
          </p:cNvPr>
          <p:cNvSpPr>
            <a:spLocks noGrp="1"/>
          </p:cNvSpPr>
          <p:nvPr>
            <p:ph type="title"/>
          </p:nvPr>
        </p:nvSpPr>
        <p:spPr>
          <a:xfrm>
            <a:off x="838200" y="1520687"/>
            <a:ext cx="4278994" cy="3981616"/>
          </a:xfrm>
        </p:spPr>
        <p:txBody>
          <a:bodyPr/>
          <a:lstStyle/>
          <a:p>
            <a:pPr algn="ctr"/>
            <a:r>
              <a:rPr lang="fa-IR" sz="4800" dirty="0">
                <a:cs typeface="B Zar" panose="00000400000000000000" pitchFamily="2" charset="-78"/>
              </a:rPr>
              <a:t>جدول تصرف بندی فظاها</a:t>
            </a:r>
            <a:endParaRPr lang="en-US" sz="4800" dirty="0">
              <a:cs typeface="B Zar" panose="00000400000000000000" pitchFamily="2" charset="-78"/>
            </a:endParaRPr>
          </a:p>
        </p:txBody>
      </p:sp>
      <p:sp>
        <p:nvSpPr>
          <p:cNvPr id="4" name="Date Placeholder 3">
            <a:extLst>
              <a:ext uri="{FF2B5EF4-FFF2-40B4-BE49-F238E27FC236}">
                <a16:creationId xmlns:a16="http://schemas.microsoft.com/office/drawing/2014/main" id="{8E8241B9-5E07-C26D-A45F-4D649D52B9C6}"/>
              </a:ext>
            </a:extLst>
          </p:cNvPr>
          <p:cNvSpPr>
            <a:spLocks noGrp="1"/>
          </p:cNvSpPr>
          <p:nvPr>
            <p:ph type="dt" sz="half" idx="10"/>
          </p:nvPr>
        </p:nvSpPr>
        <p:spPr/>
        <p:txBody>
          <a:bodyPr/>
          <a:lstStyle/>
          <a:p>
            <a:r>
              <a:rPr lang="en-US" dirty="0"/>
              <a:t>9/3/20XX</a:t>
            </a:r>
          </a:p>
        </p:txBody>
      </p:sp>
      <p:sp>
        <p:nvSpPr>
          <p:cNvPr id="6" name="Slide Number Placeholder 5">
            <a:extLst>
              <a:ext uri="{FF2B5EF4-FFF2-40B4-BE49-F238E27FC236}">
                <a16:creationId xmlns:a16="http://schemas.microsoft.com/office/drawing/2014/main" id="{5081ECF7-B016-4296-1298-7251E140AA40}"/>
              </a:ext>
            </a:extLst>
          </p:cNvPr>
          <p:cNvSpPr>
            <a:spLocks noGrp="1"/>
          </p:cNvSpPr>
          <p:nvPr>
            <p:ph type="sldNum" sz="quarter" idx="12"/>
          </p:nvPr>
        </p:nvSpPr>
        <p:spPr/>
        <p:txBody>
          <a:bodyPr/>
          <a:lstStyle/>
          <a:p>
            <a:fld id="{2C18C1E5-FB55-42F5-BD6D-9CC153FCDBE6}" type="slidenum">
              <a:rPr lang="en-US" smtClean="0"/>
              <a:pPr/>
              <a:t>14</a:t>
            </a:fld>
            <a:endParaRPr lang="en-US" dirty="0"/>
          </a:p>
        </p:txBody>
      </p:sp>
      <p:pic>
        <p:nvPicPr>
          <p:cNvPr id="8" name="Content Placeholder 7">
            <a:extLst>
              <a:ext uri="{FF2B5EF4-FFF2-40B4-BE49-F238E27FC236}">
                <a16:creationId xmlns:a16="http://schemas.microsoft.com/office/drawing/2014/main" id="{EFEF5E71-1A39-53A1-3E1E-EE7453D63B09}"/>
              </a:ext>
            </a:extLst>
          </p:cNvPr>
          <p:cNvPicPr>
            <a:picLocks noGrp="1" noChangeAspect="1"/>
          </p:cNvPicPr>
          <p:nvPr>
            <p:ph idx="1"/>
          </p:nvPr>
        </p:nvPicPr>
        <p:blipFill>
          <a:blip r:embed="rId3"/>
          <a:stretch>
            <a:fillRect/>
          </a:stretch>
        </p:blipFill>
        <p:spPr>
          <a:xfrm>
            <a:off x="6798365" y="228600"/>
            <a:ext cx="5178888" cy="6491605"/>
          </a:xfrm>
          <a:prstGeom prst="rect">
            <a:avLst/>
          </a:prstGeom>
        </p:spPr>
      </p:pic>
    </p:spTree>
    <p:extLst>
      <p:ext uri="{BB962C8B-B14F-4D97-AF65-F5344CB8AC3E}">
        <p14:creationId xmlns:p14="http://schemas.microsoft.com/office/powerpoint/2010/main" val="300805601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B1941-F586-E28D-0668-3C6D093BC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E8C5E-24C3-39BE-33BF-941E18BEF808}"/>
              </a:ext>
            </a:extLst>
          </p:cNvPr>
          <p:cNvSpPr>
            <a:spLocks noGrp="1"/>
          </p:cNvSpPr>
          <p:nvPr>
            <p:ph type="title"/>
          </p:nvPr>
        </p:nvSpPr>
        <p:spPr>
          <a:xfrm>
            <a:off x="838200" y="1520687"/>
            <a:ext cx="4278994" cy="3981616"/>
          </a:xfrm>
        </p:spPr>
        <p:txBody>
          <a:bodyPr/>
          <a:lstStyle/>
          <a:p>
            <a:pPr algn="ctr"/>
            <a:r>
              <a:rPr lang="fa-IR" sz="4800" dirty="0">
                <a:cs typeface="B Zar" panose="00000400000000000000" pitchFamily="2" charset="-78"/>
              </a:rPr>
              <a:t>جدول تصرف بندی فظاها</a:t>
            </a:r>
            <a:endParaRPr lang="en-US" sz="4800" dirty="0">
              <a:cs typeface="B Zar" panose="00000400000000000000" pitchFamily="2" charset="-78"/>
            </a:endParaRPr>
          </a:p>
        </p:txBody>
      </p:sp>
      <p:sp>
        <p:nvSpPr>
          <p:cNvPr id="4" name="Date Placeholder 3">
            <a:extLst>
              <a:ext uri="{FF2B5EF4-FFF2-40B4-BE49-F238E27FC236}">
                <a16:creationId xmlns:a16="http://schemas.microsoft.com/office/drawing/2014/main" id="{954D1A26-A9E8-0BB5-77EA-7995B014C75A}"/>
              </a:ext>
            </a:extLst>
          </p:cNvPr>
          <p:cNvSpPr>
            <a:spLocks noGrp="1"/>
          </p:cNvSpPr>
          <p:nvPr>
            <p:ph type="dt" sz="half" idx="10"/>
          </p:nvPr>
        </p:nvSpPr>
        <p:spPr/>
        <p:txBody>
          <a:bodyPr/>
          <a:lstStyle/>
          <a:p>
            <a:r>
              <a:rPr lang="en-US" dirty="0"/>
              <a:t>9/3/20XX</a:t>
            </a:r>
          </a:p>
        </p:txBody>
      </p:sp>
      <p:sp>
        <p:nvSpPr>
          <p:cNvPr id="6" name="Slide Number Placeholder 5">
            <a:extLst>
              <a:ext uri="{FF2B5EF4-FFF2-40B4-BE49-F238E27FC236}">
                <a16:creationId xmlns:a16="http://schemas.microsoft.com/office/drawing/2014/main" id="{96572FC6-6337-4FF1-E789-026A206D7301}"/>
              </a:ext>
            </a:extLst>
          </p:cNvPr>
          <p:cNvSpPr>
            <a:spLocks noGrp="1"/>
          </p:cNvSpPr>
          <p:nvPr>
            <p:ph type="sldNum" sz="quarter" idx="12"/>
          </p:nvPr>
        </p:nvSpPr>
        <p:spPr/>
        <p:txBody>
          <a:bodyPr/>
          <a:lstStyle/>
          <a:p>
            <a:fld id="{2C18C1E5-FB55-42F5-BD6D-9CC153FCDBE6}" type="slidenum">
              <a:rPr lang="en-US" smtClean="0"/>
              <a:pPr/>
              <a:t>15</a:t>
            </a:fld>
            <a:endParaRPr lang="en-US" dirty="0"/>
          </a:p>
        </p:txBody>
      </p:sp>
      <p:pic>
        <p:nvPicPr>
          <p:cNvPr id="7" name="Content Placeholder 6">
            <a:extLst>
              <a:ext uri="{FF2B5EF4-FFF2-40B4-BE49-F238E27FC236}">
                <a16:creationId xmlns:a16="http://schemas.microsoft.com/office/drawing/2014/main" id="{E48D16A6-34BE-52CE-721D-7223E597455A}"/>
              </a:ext>
            </a:extLst>
          </p:cNvPr>
          <p:cNvPicPr>
            <a:picLocks noGrp="1" noChangeAspect="1"/>
          </p:cNvPicPr>
          <p:nvPr>
            <p:ph idx="1"/>
          </p:nvPr>
        </p:nvPicPr>
        <p:blipFill>
          <a:blip r:embed="rId2"/>
          <a:stretch>
            <a:fillRect/>
          </a:stretch>
        </p:blipFill>
        <p:spPr>
          <a:xfrm>
            <a:off x="6569765" y="462700"/>
            <a:ext cx="5436705" cy="6097589"/>
          </a:xfrm>
          <a:prstGeom prst="rect">
            <a:avLst/>
          </a:prstGeom>
        </p:spPr>
      </p:pic>
    </p:spTree>
    <p:extLst>
      <p:ext uri="{BB962C8B-B14F-4D97-AF65-F5344CB8AC3E}">
        <p14:creationId xmlns:p14="http://schemas.microsoft.com/office/powerpoint/2010/main" val="3355754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40A42-8B37-6B94-CBA7-1D06511C0A7D}"/>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06AF2D53-3A71-07F3-078D-26EB58880AC9}"/>
              </a:ext>
            </a:extLst>
          </p:cNvPr>
          <p:cNvSpPr>
            <a:spLocks noGrp="1"/>
          </p:cNvSpPr>
          <p:nvPr>
            <p:ph type="title"/>
          </p:nvPr>
        </p:nvSpPr>
        <p:spPr/>
        <p:txBody>
          <a:bodyPr>
            <a:normAutofit fontScale="90000"/>
          </a:bodyPr>
          <a:lstStyle/>
          <a:p>
            <a:r>
              <a:rPr lang="fa-IR" sz="6600" dirty="0">
                <a:latin typeface="Estedad Bold" panose="02000803000000000000" pitchFamily="2" charset="-78"/>
                <a:cs typeface="B Zar" panose="00000400000000000000" pitchFamily="2" charset="-78"/>
              </a:rPr>
              <a:t>مبحث پنجم : مصالح و فراورده های ساختمانی</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6B938C95-60DD-B1D0-209F-94A0AA9E146D}"/>
              </a:ext>
            </a:extLst>
          </p:cNvPr>
          <p:cNvSpPr>
            <a:spLocks noGrp="1"/>
          </p:cNvSpPr>
          <p:nvPr>
            <p:ph sz="quarter" idx="14"/>
          </p:nvPr>
        </p:nvSpPr>
        <p:spPr>
          <a:xfrm>
            <a:off x="5241072" y="3147324"/>
            <a:ext cx="6364890" cy="3345551"/>
          </a:xfrm>
        </p:spPr>
        <p:txBody>
          <a:bodyPr>
            <a:normAutofit/>
          </a:bodyPr>
          <a:lstStyle/>
          <a:p>
            <a:pPr marL="0" indent="0" algn="r">
              <a:lnSpc>
                <a:spcPct val="110000"/>
              </a:lnSpc>
              <a:buNone/>
            </a:pPr>
            <a:r>
              <a:rPr lang="ar-SA" dirty="0">
                <a:cs typeface="B Zar" panose="00000400000000000000" pitchFamily="2" charset="-78"/>
              </a:rPr>
              <a:t>در مبحث پنجم مقررات ملی ساختمان به مشخصات فنی مواد، مصالح و فرآورده هاي ساختمانی و ویژگی هاي فیزیکی، شیمیایی، مکانیکی و مشخصات فنی و همچنین روش هاي آزمایش آن ها پرداخته میشود. این مشخصات و روش ها می بایستی منطبق بر استانداردهاي ملی ایران بوده و در صورت عدم وجود با استانداردهاي معتبر بین المللی تطابق داشته باشد.</a:t>
            </a:r>
          </a:p>
        </p:txBody>
      </p:sp>
      <p:sp>
        <p:nvSpPr>
          <p:cNvPr id="7" name="Date Placeholder 6">
            <a:extLst>
              <a:ext uri="{FF2B5EF4-FFF2-40B4-BE49-F238E27FC236}">
                <a16:creationId xmlns:a16="http://schemas.microsoft.com/office/drawing/2014/main" id="{36086C2A-77AE-CC91-BFEC-7CD76D843985}"/>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3090D69-3E1B-86AF-979C-46079586EF17}"/>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3F294C49-38F0-E73A-8508-916D9849A44E}"/>
              </a:ext>
            </a:extLst>
          </p:cNvPr>
          <p:cNvSpPr>
            <a:spLocks noGrp="1"/>
          </p:cNvSpPr>
          <p:nvPr>
            <p:ph type="sldNum" sz="quarter" idx="12"/>
          </p:nvPr>
        </p:nvSpPr>
        <p:spPr/>
        <p:txBody>
          <a:bodyPr/>
          <a:lstStyle/>
          <a:p>
            <a:fld id="{2C18C1E5-FB55-42F5-BD6D-9CC153FCDBE6}" type="slidenum">
              <a:rPr lang="en-US" smtClean="0"/>
              <a:pPr/>
              <a:t>16</a:t>
            </a:fld>
            <a:endParaRPr lang="en-US" dirty="0"/>
          </a:p>
        </p:txBody>
      </p:sp>
      <p:pic>
        <p:nvPicPr>
          <p:cNvPr id="4" name="Picture 3">
            <a:extLst>
              <a:ext uri="{FF2B5EF4-FFF2-40B4-BE49-F238E27FC236}">
                <a16:creationId xmlns:a16="http://schemas.microsoft.com/office/drawing/2014/main" id="{B7EB610A-36CB-CC16-0A19-7443E2CA5170}"/>
              </a:ext>
            </a:extLst>
          </p:cNvPr>
          <p:cNvPicPr>
            <a:picLocks noChangeAspect="1"/>
          </p:cNvPicPr>
          <p:nvPr/>
        </p:nvPicPr>
        <p:blipFill>
          <a:blip r:embed="rId2"/>
          <a:stretch>
            <a:fillRect/>
          </a:stretch>
        </p:blipFill>
        <p:spPr>
          <a:xfrm>
            <a:off x="689112" y="2159203"/>
            <a:ext cx="2968487" cy="4562272"/>
          </a:xfrm>
          <a:prstGeom prst="rect">
            <a:avLst/>
          </a:prstGeom>
        </p:spPr>
      </p:pic>
    </p:spTree>
    <p:extLst>
      <p:ext uri="{BB962C8B-B14F-4D97-AF65-F5344CB8AC3E}">
        <p14:creationId xmlns:p14="http://schemas.microsoft.com/office/powerpoint/2010/main" val="2967842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09844-580C-C06C-E8E5-234D00080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0E54C-297A-11EF-A8D7-2307D4853223}"/>
              </a:ext>
            </a:extLst>
          </p:cNvPr>
          <p:cNvSpPr>
            <a:spLocks noGrp="1"/>
          </p:cNvSpPr>
          <p:nvPr>
            <p:ph type="title"/>
          </p:nvPr>
        </p:nvSpPr>
        <p:spPr>
          <a:xfrm>
            <a:off x="838200" y="1520687"/>
            <a:ext cx="4278994" cy="3981616"/>
          </a:xfrm>
        </p:spPr>
        <p:txBody>
          <a:bodyPr/>
          <a:lstStyle/>
          <a:p>
            <a:pPr algn="ctr"/>
            <a:r>
              <a:rPr lang="fa-IR" sz="4800" dirty="0">
                <a:cs typeface="B Zar" panose="00000400000000000000" pitchFamily="2" charset="-78"/>
              </a:rPr>
              <a:t>انواع گچ های ساختمانی</a:t>
            </a:r>
            <a:endParaRPr lang="en-US" sz="4800" dirty="0">
              <a:cs typeface="B Zar" panose="00000400000000000000" pitchFamily="2" charset="-78"/>
            </a:endParaRPr>
          </a:p>
        </p:txBody>
      </p:sp>
      <p:sp>
        <p:nvSpPr>
          <p:cNvPr id="4" name="Date Placeholder 3">
            <a:extLst>
              <a:ext uri="{FF2B5EF4-FFF2-40B4-BE49-F238E27FC236}">
                <a16:creationId xmlns:a16="http://schemas.microsoft.com/office/drawing/2014/main" id="{C746586F-6E92-771F-B33C-3E69CB854925}"/>
              </a:ext>
            </a:extLst>
          </p:cNvPr>
          <p:cNvSpPr>
            <a:spLocks noGrp="1"/>
          </p:cNvSpPr>
          <p:nvPr>
            <p:ph type="dt" sz="half" idx="10"/>
          </p:nvPr>
        </p:nvSpPr>
        <p:spPr/>
        <p:txBody>
          <a:bodyPr/>
          <a:lstStyle/>
          <a:p>
            <a:r>
              <a:rPr lang="en-US" dirty="0"/>
              <a:t>9/3/20XX</a:t>
            </a:r>
          </a:p>
        </p:txBody>
      </p:sp>
      <p:sp>
        <p:nvSpPr>
          <p:cNvPr id="6" name="Slide Number Placeholder 5">
            <a:extLst>
              <a:ext uri="{FF2B5EF4-FFF2-40B4-BE49-F238E27FC236}">
                <a16:creationId xmlns:a16="http://schemas.microsoft.com/office/drawing/2014/main" id="{0FDB48F5-5DDC-B16B-A872-58C31FA7DE58}"/>
              </a:ext>
            </a:extLst>
          </p:cNvPr>
          <p:cNvSpPr>
            <a:spLocks noGrp="1"/>
          </p:cNvSpPr>
          <p:nvPr>
            <p:ph type="sldNum" sz="quarter" idx="12"/>
          </p:nvPr>
        </p:nvSpPr>
        <p:spPr/>
        <p:txBody>
          <a:bodyPr/>
          <a:lstStyle/>
          <a:p>
            <a:fld id="{2C18C1E5-FB55-42F5-BD6D-9CC153FCDBE6}" type="slidenum">
              <a:rPr lang="en-US" smtClean="0"/>
              <a:pPr/>
              <a:t>17</a:t>
            </a:fld>
            <a:endParaRPr lang="en-US" dirty="0"/>
          </a:p>
        </p:txBody>
      </p:sp>
      <p:pic>
        <p:nvPicPr>
          <p:cNvPr id="8" name="Picture 7">
            <a:extLst>
              <a:ext uri="{FF2B5EF4-FFF2-40B4-BE49-F238E27FC236}">
                <a16:creationId xmlns:a16="http://schemas.microsoft.com/office/drawing/2014/main" id="{4AD7D448-FBC1-D0E3-C31C-B8A22331EBBC}"/>
              </a:ext>
            </a:extLst>
          </p:cNvPr>
          <p:cNvPicPr>
            <a:picLocks noChangeAspect="1"/>
          </p:cNvPicPr>
          <p:nvPr/>
        </p:nvPicPr>
        <p:blipFill>
          <a:blip r:embed="rId2"/>
          <a:stretch>
            <a:fillRect/>
          </a:stretch>
        </p:blipFill>
        <p:spPr>
          <a:xfrm>
            <a:off x="6563716" y="490675"/>
            <a:ext cx="5462631" cy="6229530"/>
          </a:xfrm>
          <a:prstGeom prst="rect">
            <a:avLst/>
          </a:prstGeom>
        </p:spPr>
      </p:pic>
    </p:spTree>
    <p:extLst>
      <p:ext uri="{BB962C8B-B14F-4D97-AF65-F5344CB8AC3E}">
        <p14:creationId xmlns:p14="http://schemas.microsoft.com/office/powerpoint/2010/main" val="1296783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8EB18-27C1-65C1-CE26-7B4EA4461749}"/>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7EC84F30-4503-7836-00A9-F6406EB29245}"/>
              </a:ext>
            </a:extLst>
          </p:cNvPr>
          <p:cNvSpPr>
            <a:spLocks noGrp="1"/>
          </p:cNvSpPr>
          <p:nvPr>
            <p:ph type="title"/>
          </p:nvPr>
        </p:nvSpPr>
        <p:spPr/>
        <p:txBody>
          <a:bodyPr>
            <a:normAutofit/>
          </a:bodyPr>
          <a:lstStyle/>
          <a:p>
            <a:r>
              <a:rPr lang="fa-IR" sz="6600" dirty="0">
                <a:latin typeface="Estedad Bold" panose="02000803000000000000" pitchFamily="2" charset="-78"/>
                <a:cs typeface="B Zar" panose="00000400000000000000" pitchFamily="2" charset="-78"/>
              </a:rPr>
              <a:t>مبحث ششم : بار های وارد بر ساختمان</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006D402C-CB5D-CC81-650D-39691194A0D4}"/>
              </a:ext>
            </a:extLst>
          </p:cNvPr>
          <p:cNvSpPr>
            <a:spLocks noGrp="1"/>
          </p:cNvSpPr>
          <p:nvPr>
            <p:ph sz="quarter" idx="14"/>
          </p:nvPr>
        </p:nvSpPr>
        <p:spPr>
          <a:xfrm>
            <a:off x="5351958" y="2767563"/>
            <a:ext cx="6364890" cy="3345551"/>
          </a:xfrm>
        </p:spPr>
        <p:txBody>
          <a:bodyPr>
            <a:normAutofit/>
          </a:bodyPr>
          <a:lstStyle/>
          <a:p>
            <a:pPr marL="0" indent="0" algn="r">
              <a:lnSpc>
                <a:spcPct val="110000"/>
              </a:lnSpc>
              <a:buNone/>
            </a:pPr>
            <a:r>
              <a:rPr lang="ar-SA" dirty="0">
                <a:cs typeface="B Zar" panose="00000400000000000000" pitchFamily="2" charset="-78"/>
              </a:rPr>
              <a:t>مبحث ششم، حداقل بارهایی که می بایست در طراحی ساختمان ها مورد استفاده قرار گیرد را تعیین می نماید.</a:t>
            </a:r>
          </a:p>
          <a:p>
            <a:pPr marL="0" indent="0" algn="r">
              <a:lnSpc>
                <a:spcPct val="110000"/>
              </a:lnSpc>
              <a:buNone/>
            </a:pPr>
            <a:endParaRPr lang="ar-SA" dirty="0">
              <a:cs typeface="B Zar" panose="00000400000000000000" pitchFamily="2" charset="-78"/>
            </a:endParaRPr>
          </a:p>
          <a:p>
            <a:pPr marL="0" indent="0" algn="r">
              <a:lnSpc>
                <a:spcPct val="110000"/>
              </a:lnSpc>
              <a:buNone/>
            </a:pPr>
            <a:r>
              <a:rPr lang="ar-SA" dirty="0">
                <a:cs typeface="B Zar" panose="00000400000000000000" pitchFamily="2" charset="-78"/>
              </a:rPr>
              <a:t>بارهاي تحت پوشش این آیین نامه شامل: بارهاي ثقلی مرده، زنده، برف و باران، یخ، بارهاي ناشی از نیروهاي جانبی باد و زلزله و بالاخره بارهاي ناشی از فشار خاك، آب، سیل، انفجار و بار خودکرنشی می باشند. </a:t>
            </a:r>
          </a:p>
        </p:txBody>
      </p:sp>
      <p:sp>
        <p:nvSpPr>
          <p:cNvPr id="7" name="Date Placeholder 6">
            <a:extLst>
              <a:ext uri="{FF2B5EF4-FFF2-40B4-BE49-F238E27FC236}">
                <a16:creationId xmlns:a16="http://schemas.microsoft.com/office/drawing/2014/main" id="{6697EE13-3A5D-06BB-846B-A37E2AFDE04F}"/>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E38099D0-726C-696A-100D-19E85209DD2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55007859-C615-2587-0D0C-6C96E5A71F2B}"/>
              </a:ext>
            </a:extLst>
          </p:cNvPr>
          <p:cNvSpPr>
            <a:spLocks noGrp="1"/>
          </p:cNvSpPr>
          <p:nvPr>
            <p:ph type="sldNum" sz="quarter" idx="12"/>
          </p:nvPr>
        </p:nvSpPr>
        <p:spPr/>
        <p:txBody>
          <a:bodyPr/>
          <a:lstStyle/>
          <a:p>
            <a:fld id="{2C18C1E5-FB55-42F5-BD6D-9CC153FCDBE6}" type="slidenum">
              <a:rPr lang="en-US" smtClean="0"/>
              <a:pPr/>
              <a:t>18</a:t>
            </a:fld>
            <a:endParaRPr lang="en-US" dirty="0"/>
          </a:p>
        </p:txBody>
      </p:sp>
      <p:pic>
        <p:nvPicPr>
          <p:cNvPr id="3" name="Picture 2">
            <a:extLst>
              <a:ext uri="{FF2B5EF4-FFF2-40B4-BE49-F238E27FC236}">
                <a16:creationId xmlns:a16="http://schemas.microsoft.com/office/drawing/2014/main" id="{E9D267C5-AD99-C266-496D-B6E847F5DF8F}"/>
              </a:ext>
            </a:extLst>
          </p:cNvPr>
          <p:cNvPicPr>
            <a:picLocks noChangeAspect="1"/>
          </p:cNvPicPr>
          <p:nvPr/>
        </p:nvPicPr>
        <p:blipFill>
          <a:blip r:embed="rId2"/>
          <a:stretch>
            <a:fillRect/>
          </a:stretch>
        </p:blipFill>
        <p:spPr>
          <a:xfrm>
            <a:off x="689111" y="2196548"/>
            <a:ext cx="2968487" cy="4524927"/>
          </a:xfrm>
          <a:prstGeom prst="rect">
            <a:avLst/>
          </a:prstGeom>
        </p:spPr>
      </p:pic>
    </p:spTree>
    <p:extLst>
      <p:ext uri="{BB962C8B-B14F-4D97-AF65-F5344CB8AC3E}">
        <p14:creationId xmlns:p14="http://schemas.microsoft.com/office/powerpoint/2010/main" val="2997877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06351-4001-3F2A-17ED-2B330211480A}"/>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0E56238-6357-2E17-310D-7CDA05FCDDEA}"/>
              </a:ext>
            </a:extLst>
          </p:cNvPr>
          <p:cNvSpPr>
            <a:spLocks noGrp="1"/>
          </p:cNvSpPr>
          <p:nvPr>
            <p:ph type="title"/>
          </p:nvPr>
        </p:nvSpPr>
        <p:spPr/>
        <p:txBody>
          <a:bodyPr>
            <a:normAutofit/>
          </a:bodyPr>
          <a:lstStyle/>
          <a:p>
            <a:r>
              <a:rPr lang="fa-IR" sz="6600" dirty="0">
                <a:latin typeface="Estedad Bold" panose="02000803000000000000" pitchFamily="2" charset="-78"/>
                <a:cs typeface="B Zar" panose="00000400000000000000" pitchFamily="2" charset="-78"/>
              </a:rPr>
              <a:t>مبحث هفتم : ژئوتکنیک و مهندسی پی</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BDAE030E-CD97-F50A-921D-D6CC33800366}"/>
              </a:ext>
            </a:extLst>
          </p:cNvPr>
          <p:cNvSpPr>
            <a:spLocks noGrp="1"/>
          </p:cNvSpPr>
          <p:nvPr>
            <p:ph sz="quarter" idx="14"/>
          </p:nvPr>
        </p:nvSpPr>
        <p:spPr>
          <a:xfrm>
            <a:off x="5351958" y="2767563"/>
            <a:ext cx="6364890" cy="3345551"/>
          </a:xfrm>
        </p:spPr>
        <p:txBody>
          <a:bodyPr>
            <a:normAutofit fontScale="92500" lnSpcReduction="10000"/>
          </a:bodyPr>
          <a:lstStyle/>
          <a:p>
            <a:pPr marL="0" indent="0" algn="r">
              <a:lnSpc>
                <a:spcPct val="110000"/>
              </a:lnSpc>
              <a:buNone/>
            </a:pPr>
            <a:r>
              <a:rPr lang="ar-SA" dirty="0">
                <a:cs typeface="B Zar" panose="00000400000000000000" pitchFamily="2" charset="-78"/>
              </a:rPr>
              <a:t>مبحث هفتم تحت عنوان پی و پی سازي، الزامات طراحی ژئوتکنیکی ساختمان ها را مورد بحث قرار میدهد.</a:t>
            </a:r>
          </a:p>
          <a:p>
            <a:pPr marL="0" indent="0" algn="r">
              <a:lnSpc>
                <a:spcPct val="110000"/>
              </a:lnSpc>
              <a:buNone/>
            </a:pPr>
            <a:r>
              <a:rPr lang="ar-SA" dirty="0">
                <a:cs typeface="B Zar" panose="00000400000000000000" pitchFamily="2" charset="-78"/>
              </a:rPr>
              <a:t>این مبحث پس از ارائه تعاریف مرتبط با مسائل طراحی پی، به شناسایی ژئوتکنیکی لایه هاي زمین میپردازد و براي نکاتی از قبیل تعداد، عمق و فاصله گمانه ها جداول لازم را ارائه میدهد.</a:t>
            </a:r>
          </a:p>
          <a:p>
            <a:pPr marL="0" indent="0" algn="r">
              <a:lnSpc>
                <a:spcPct val="110000"/>
              </a:lnSpc>
              <a:buNone/>
            </a:pPr>
            <a:endParaRPr lang="ar-SA" dirty="0">
              <a:cs typeface="B Zar" panose="00000400000000000000" pitchFamily="2" charset="-78"/>
            </a:endParaRPr>
          </a:p>
          <a:p>
            <a:pPr marL="0" indent="0" algn="r">
              <a:lnSpc>
                <a:spcPct val="110000"/>
              </a:lnSpc>
              <a:buNone/>
            </a:pPr>
            <a:r>
              <a:rPr lang="ar-SA" dirty="0">
                <a:cs typeface="B Zar" panose="00000400000000000000" pitchFamily="2" charset="-78"/>
              </a:rPr>
              <a:t>در همین فصل حداقل مواردي که گزارش هاي فنی باید آورده شود را ذکر می نماید. </a:t>
            </a:r>
          </a:p>
        </p:txBody>
      </p:sp>
      <p:sp>
        <p:nvSpPr>
          <p:cNvPr id="7" name="Date Placeholder 6">
            <a:extLst>
              <a:ext uri="{FF2B5EF4-FFF2-40B4-BE49-F238E27FC236}">
                <a16:creationId xmlns:a16="http://schemas.microsoft.com/office/drawing/2014/main" id="{320BA99E-6F2F-4BF8-1520-844BFB9013B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61A5F122-09A3-C71C-B10E-F6C622F5117A}"/>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093EEF56-C96A-D459-202B-0F56346340C9}"/>
              </a:ext>
            </a:extLst>
          </p:cNvPr>
          <p:cNvSpPr>
            <a:spLocks noGrp="1"/>
          </p:cNvSpPr>
          <p:nvPr>
            <p:ph type="sldNum" sz="quarter" idx="12"/>
          </p:nvPr>
        </p:nvSpPr>
        <p:spPr/>
        <p:txBody>
          <a:bodyPr/>
          <a:lstStyle/>
          <a:p>
            <a:fld id="{2C18C1E5-FB55-42F5-BD6D-9CC153FCDBE6}" type="slidenum">
              <a:rPr lang="en-US" smtClean="0"/>
              <a:pPr/>
              <a:t>19</a:t>
            </a:fld>
            <a:endParaRPr lang="en-US" dirty="0"/>
          </a:p>
        </p:txBody>
      </p:sp>
      <p:pic>
        <p:nvPicPr>
          <p:cNvPr id="2" name="Picture 1">
            <a:extLst>
              <a:ext uri="{FF2B5EF4-FFF2-40B4-BE49-F238E27FC236}">
                <a16:creationId xmlns:a16="http://schemas.microsoft.com/office/drawing/2014/main" id="{31E236D9-8814-1359-C82D-AE61FDEE0D35}"/>
              </a:ext>
            </a:extLst>
          </p:cNvPr>
          <p:cNvPicPr>
            <a:picLocks noChangeAspect="1"/>
          </p:cNvPicPr>
          <p:nvPr/>
        </p:nvPicPr>
        <p:blipFill>
          <a:blip r:embed="rId2"/>
          <a:stretch>
            <a:fillRect/>
          </a:stretch>
        </p:blipFill>
        <p:spPr>
          <a:xfrm>
            <a:off x="689110" y="2256184"/>
            <a:ext cx="2968487" cy="4465292"/>
          </a:xfrm>
          <a:prstGeom prst="rect">
            <a:avLst/>
          </a:prstGeom>
        </p:spPr>
      </p:pic>
    </p:spTree>
    <p:extLst>
      <p:ext uri="{BB962C8B-B14F-4D97-AF65-F5344CB8AC3E}">
        <p14:creationId xmlns:p14="http://schemas.microsoft.com/office/powerpoint/2010/main" val="3987549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59D5C-CA79-92AA-0620-2035390A81C1}"/>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421FD2C-F0D2-FD45-1959-125EA195B3BE}"/>
              </a:ext>
            </a:extLst>
          </p:cNvPr>
          <p:cNvSpPr>
            <a:spLocks noGrp="1"/>
          </p:cNvSpPr>
          <p:nvPr>
            <p:ph type="title"/>
          </p:nvPr>
        </p:nvSpPr>
        <p:spPr>
          <a:xfrm>
            <a:off x="689110" y="930620"/>
            <a:ext cx="10515600" cy="1325563"/>
          </a:xfrm>
        </p:spPr>
        <p:txBody>
          <a:bodyPr>
            <a:normAutofit fontScale="90000"/>
          </a:bodyPr>
          <a:lstStyle/>
          <a:p>
            <a:r>
              <a:rPr lang="fa-IR" sz="6000" dirty="0">
                <a:latin typeface="Estedad Bold" panose="02000803000000000000" pitchFamily="2" charset="-78"/>
                <a:cs typeface="B Zar" panose="00000400000000000000" pitchFamily="2" charset="-78"/>
              </a:rPr>
              <a:t>مبحث هشتم : </a:t>
            </a:r>
            <a:r>
              <a:rPr lang="fa-IR" sz="5300" dirty="0">
                <a:latin typeface="Estedad Bold" panose="02000803000000000000" pitchFamily="2" charset="-78"/>
                <a:cs typeface="B Zar" panose="00000400000000000000" pitchFamily="2" charset="-78"/>
              </a:rPr>
              <a:t>طرح و اجرای ساختمان ها با مصالح بنایی</a:t>
            </a:r>
            <a:br>
              <a:rPr lang="fa-IR" sz="6600" dirty="0">
                <a:latin typeface="Estedad Bold" panose="02000803000000000000" pitchFamily="2" charset="-78"/>
                <a:cs typeface="B Zar" panose="00000400000000000000" pitchFamily="2" charset="-78"/>
              </a:rPr>
            </a:b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8C93EABD-AD4C-13E0-3993-E1A7FD921EDD}"/>
              </a:ext>
            </a:extLst>
          </p:cNvPr>
          <p:cNvSpPr>
            <a:spLocks noGrp="1"/>
          </p:cNvSpPr>
          <p:nvPr>
            <p:ph sz="quarter" idx="14"/>
          </p:nvPr>
        </p:nvSpPr>
        <p:spPr>
          <a:xfrm>
            <a:off x="5351958" y="2767563"/>
            <a:ext cx="6364890" cy="3345551"/>
          </a:xfrm>
        </p:spPr>
        <p:txBody>
          <a:bodyPr>
            <a:normAutofit/>
          </a:bodyPr>
          <a:lstStyle/>
          <a:p>
            <a:pPr marL="0" indent="0" algn="r">
              <a:lnSpc>
                <a:spcPct val="110000"/>
              </a:lnSpc>
              <a:buNone/>
            </a:pPr>
            <a:r>
              <a:rPr lang="ar-SA" dirty="0">
                <a:cs typeface="B Zar" panose="00000400000000000000" pitchFamily="2" charset="-78"/>
              </a:rPr>
              <a:t>مبحث هشتم مقررات ملی ساختمان براي ساختمان هاي بنایی خشتی، سنگی، آجري، سنتی و داراي کلاف و غیرمسلح تدوین شده است.</a:t>
            </a:r>
          </a:p>
          <a:p>
            <a:pPr marL="0" indent="0" algn="r">
              <a:lnSpc>
                <a:spcPct val="110000"/>
              </a:lnSpc>
              <a:buNone/>
            </a:pPr>
            <a:r>
              <a:rPr lang="ar-SA" dirty="0">
                <a:cs typeface="B Zar" panose="00000400000000000000" pitchFamily="2" charset="-78"/>
              </a:rPr>
              <a:t>در این مبحث علاوه بر ارائه الزامات طراحی و اجراي ساختمان هاي آجري باکلاف، بدون کلاف و همچنین ساختمان هاي خشتی و سنگی، به ذکر مشخصات مصالح مورد استفاده در ساختمان هاي فوق الذکر پرداخته شده است</a:t>
            </a:r>
          </a:p>
        </p:txBody>
      </p:sp>
      <p:sp>
        <p:nvSpPr>
          <p:cNvPr id="7" name="Date Placeholder 6">
            <a:extLst>
              <a:ext uri="{FF2B5EF4-FFF2-40B4-BE49-F238E27FC236}">
                <a16:creationId xmlns:a16="http://schemas.microsoft.com/office/drawing/2014/main" id="{453028A7-F4A9-54C5-9189-ECD11F20D53B}"/>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9EC73B32-7F69-45B0-0F70-226778CEDC5D}"/>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5FF9A61-A96B-9840-9898-9D3EE87001AF}"/>
              </a:ext>
            </a:extLst>
          </p:cNvPr>
          <p:cNvSpPr>
            <a:spLocks noGrp="1"/>
          </p:cNvSpPr>
          <p:nvPr>
            <p:ph type="sldNum" sz="quarter" idx="12"/>
          </p:nvPr>
        </p:nvSpPr>
        <p:spPr/>
        <p:txBody>
          <a:bodyPr/>
          <a:lstStyle/>
          <a:p>
            <a:fld id="{2C18C1E5-FB55-42F5-BD6D-9CC153FCDBE6}" type="slidenum">
              <a:rPr lang="en-US" smtClean="0"/>
              <a:pPr/>
              <a:t>20</a:t>
            </a:fld>
            <a:endParaRPr lang="en-US" dirty="0"/>
          </a:p>
        </p:txBody>
      </p:sp>
      <p:pic>
        <p:nvPicPr>
          <p:cNvPr id="3" name="Picture 2">
            <a:extLst>
              <a:ext uri="{FF2B5EF4-FFF2-40B4-BE49-F238E27FC236}">
                <a16:creationId xmlns:a16="http://schemas.microsoft.com/office/drawing/2014/main" id="{A057CAC7-B215-C4EF-CFC0-2F8C8730A307}"/>
              </a:ext>
            </a:extLst>
          </p:cNvPr>
          <p:cNvPicPr>
            <a:picLocks noChangeAspect="1"/>
          </p:cNvPicPr>
          <p:nvPr/>
        </p:nvPicPr>
        <p:blipFill>
          <a:blip r:embed="rId2"/>
          <a:stretch>
            <a:fillRect/>
          </a:stretch>
        </p:blipFill>
        <p:spPr>
          <a:xfrm>
            <a:off x="689109" y="2256184"/>
            <a:ext cx="2968487" cy="4465292"/>
          </a:xfrm>
          <a:prstGeom prst="rect">
            <a:avLst/>
          </a:prstGeom>
        </p:spPr>
      </p:pic>
    </p:spTree>
    <p:extLst>
      <p:ext uri="{BB962C8B-B14F-4D97-AF65-F5344CB8AC3E}">
        <p14:creationId xmlns:p14="http://schemas.microsoft.com/office/powerpoint/2010/main" val="360195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CB69-389A-C803-7BE9-5C103DFE56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F16C7-9AEF-EBF8-A345-353800C3DA9D}"/>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هشتم : </a:t>
            </a:r>
            <a:r>
              <a:rPr lang="fa-IR" sz="5300" dirty="0">
                <a:latin typeface="Estedad Bold" panose="02000803000000000000" pitchFamily="2" charset="-78"/>
                <a:cs typeface="B Zar" panose="00000400000000000000" pitchFamily="2" charset="-78"/>
              </a:rPr>
              <a:t>طرح و اجرای ساختمان ها با مصالح بنایی</a:t>
            </a:r>
            <a:br>
              <a:rPr lang="fa-IR" sz="5400" dirty="0">
                <a:latin typeface="Estedad Bold" panose="02000803000000000000" pitchFamily="2" charset="-78"/>
                <a:cs typeface="B Zar" panose="00000400000000000000" pitchFamily="2" charset="-78"/>
              </a:rPr>
            </a:br>
            <a:r>
              <a:rPr lang="fa-IR" sz="4000" dirty="0">
                <a:latin typeface="Estedad Bold" panose="02000803000000000000" pitchFamily="2" charset="-78"/>
                <a:cs typeface="B Zar" panose="00000400000000000000" pitchFamily="2" charset="-78"/>
              </a:rPr>
              <a:t>الزامات سازه ایی</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AA07C337-8680-8423-AC12-D3CACE6C85AF}"/>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F59608A7-1BF2-3CBC-4BB3-7EE9EB1187FE}"/>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1182AD4F-34DA-72FE-A234-0B3B35041362}"/>
              </a:ext>
            </a:extLst>
          </p:cNvPr>
          <p:cNvSpPr>
            <a:spLocks noGrp="1"/>
          </p:cNvSpPr>
          <p:nvPr>
            <p:ph type="sldNum" sz="quarter" idx="12"/>
          </p:nvPr>
        </p:nvSpPr>
        <p:spPr/>
        <p:txBody>
          <a:bodyPr/>
          <a:lstStyle/>
          <a:p>
            <a:fld id="{2C18C1E5-FB55-42F5-BD6D-9CC153FCDBE6}" type="slidenum">
              <a:rPr lang="en-US" smtClean="0"/>
              <a:pPr/>
              <a:t>21</a:t>
            </a:fld>
            <a:endParaRPr lang="en-US" dirty="0"/>
          </a:p>
        </p:txBody>
      </p:sp>
      <p:graphicFrame>
        <p:nvGraphicFramePr>
          <p:cNvPr id="9" name="Content Placeholder 4" descr="timeline SmartArt graphic">
            <a:extLst>
              <a:ext uri="{FF2B5EF4-FFF2-40B4-BE49-F238E27FC236}">
                <a16:creationId xmlns:a16="http://schemas.microsoft.com/office/drawing/2014/main" id="{8264DB91-DB99-1DC5-37FB-6312FE224B1A}"/>
              </a:ext>
            </a:extLst>
          </p:cNvPr>
          <p:cNvGraphicFramePr>
            <a:graphicFrameLocks noGrp="1"/>
          </p:cNvGraphicFramePr>
          <p:nvPr>
            <p:ph idx="1"/>
            <p:extLst>
              <p:ext uri="{D42A27DB-BD31-4B8C-83A1-F6EECF244321}">
                <p14:modId xmlns:p14="http://schemas.microsoft.com/office/powerpoint/2010/main" val="2547162578"/>
              </p:ext>
            </p:extLst>
          </p:nvPr>
        </p:nvGraphicFramePr>
        <p:xfrm>
          <a:off x="841375" y="2305050"/>
          <a:ext cx="10515600"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1191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703BB-C2F0-F4E7-28F4-4A9F06565894}"/>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DC213F88-38F9-4D04-B98D-BD601A4D2434}"/>
              </a:ext>
            </a:extLst>
          </p:cNvPr>
          <p:cNvSpPr>
            <a:spLocks noGrp="1"/>
          </p:cNvSpPr>
          <p:nvPr>
            <p:ph type="title"/>
          </p:nvPr>
        </p:nvSpPr>
        <p:spPr>
          <a:xfrm>
            <a:off x="689110" y="930620"/>
            <a:ext cx="10515600" cy="1325563"/>
          </a:xfrm>
        </p:spPr>
        <p:txBody>
          <a:bodyPr>
            <a:normAutofit fontScale="90000"/>
          </a:bodyPr>
          <a:lstStyle/>
          <a:p>
            <a:r>
              <a:rPr lang="fa-IR" sz="6000" dirty="0">
                <a:latin typeface="Estedad Bold" panose="02000803000000000000" pitchFamily="2" charset="-78"/>
                <a:cs typeface="B Zar" panose="00000400000000000000" pitchFamily="2" charset="-78"/>
              </a:rPr>
              <a:t>مبحث نهم: </a:t>
            </a:r>
            <a:r>
              <a:rPr lang="fa-IR" sz="5300" dirty="0">
                <a:latin typeface="Estedad Bold" panose="02000803000000000000" pitchFamily="2" charset="-78"/>
                <a:cs typeface="B Zar" panose="00000400000000000000" pitchFamily="2" charset="-78"/>
              </a:rPr>
              <a:t>طرح واجرای ساختمان های بتن آرمه</a:t>
            </a:r>
            <a:br>
              <a:rPr lang="fa-IR" sz="6600" dirty="0">
                <a:latin typeface="Estedad Bold" panose="02000803000000000000" pitchFamily="2" charset="-78"/>
                <a:cs typeface="B Zar" panose="00000400000000000000" pitchFamily="2" charset="-78"/>
              </a:rPr>
            </a:b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D2A072B9-EBE0-A801-7203-6F2F2E54D6B5}"/>
              </a:ext>
            </a:extLst>
          </p:cNvPr>
          <p:cNvSpPr>
            <a:spLocks noGrp="1"/>
          </p:cNvSpPr>
          <p:nvPr>
            <p:ph sz="quarter" idx="14"/>
          </p:nvPr>
        </p:nvSpPr>
        <p:spPr>
          <a:xfrm>
            <a:off x="4581939" y="2767563"/>
            <a:ext cx="7134909" cy="3345551"/>
          </a:xfrm>
        </p:spPr>
        <p:txBody>
          <a:bodyPr>
            <a:normAutofit fontScale="92500"/>
          </a:bodyPr>
          <a:lstStyle/>
          <a:p>
            <a:pPr marL="0" indent="0" algn="r">
              <a:lnSpc>
                <a:spcPct val="110000"/>
              </a:lnSpc>
              <a:buNone/>
            </a:pPr>
            <a:r>
              <a:rPr lang="ar-SA" dirty="0">
                <a:cs typeface="B Zar" panose="00000400000000000000" pitchFamily="2" charset="-78"/>
              </a:rPr>
              <a:t>مبحث نهم مقررات ملّی ساختمان ضوابط لازم در طراحی و اجراي ساختمان هاي بتن آرمه را بیان می نماید، فصول ابتدایی این مبحث به بیان کلیات، مصالح مورد استفاده و مشخصات هر یک از آن ها، استانداردهاي مشخصات و آزمایش ها، کیفیت بتن مصالح و اصول آرماتوربندي، قالب بندي اجرایی مرتبط با ساخت، عمل آوري و نگهداري از بتن ها و انواع آن می پردازد و سایر فصول به اصول تحلیل و طراحی سازه هاي بتن آرمه تحت اثر انواع بارها و تغییر شکل ها در طراحی دال ها، دیوارها، پی ها و سایر سازه هاي بتنی پرداخته و در خاتمه نیز ضوابط ویژه طراحی در برابر حریق و زلزله را ارائه میکند</a:t>
            </a:r>
          </a:p>
        </p:txBody>
      </p:sp>
      <p:sp>
        <p:nvSpPr>
          <p:cNvPr id="7" name="Date Placeholder 6">
            <a:extLst>
              <a:ext uri="{FF2B5EF4-FFF2-40B4-BE49-F238E27FC236}">
                <a16:creationId xmlns:a16="http://schemas.microsoft.com/office/drawing/2014/main" id="{13143EF9-DBF9-8DE3-9AC1-95DE03054DB8}"/>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D86B9413-D982-676C-BC18-C36C2DD3734A}"/>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EEB81AC3-14AD-8DE5-1B46-A7701C0E184B}"/>
              </a:ext>
            </a:extLst>
          </p:cNvPr>
          <p:cNvSpPr>
            <a:spLocks noGrp="1"/>
          </p:cNvSpPr>
          <p:nvPr>
            <p:ph type="sldNum" sz="quarter" idx="12"/>
          </p:nvPr>
        </p:nvSpPr>
        <p:spPr/>
        <p:txBody>
          <a:bodyPr/>
          <a:lstStyle/>
          <a:p>
            <a:fld id="{2C18C1E5-FB55-42F5-BD6D-9CC153FCDBE6}" type="slidenum">
              <a:rPr lang="en-US" smtClean="0"/>
              <a:pPr/>
              <a:t>22</a:t>
            </a:fld>
            <a:endParaRPr lang="en-US" dirty="0"/>
          </a:p>
        </p:txBody>
      </p:sp>
      <p:pic>
        <p:nvPicPr>
          <p:cNvPr id="2" name="Picture 1">
            <a:extLst>
              <a:ext uri="{FF2B5EF4-FFF2-40B4-BE49-F238E27FC236}">
                <a16:creationId xmlns:a16="http://schemas.microsoft.com/office/drawing/2014/main" id="{BCDBB3F1-00B8-503A-AF6B-398C5480E401}"/>
              </a:ext>
            </a:extLst>
          </p:cNvPr>
          <p:cNvPicPr>
            <a:picLocks noChangeAspect="1"/>
          </p:cNvPicPr>
          <p:nvPr/>
        </p:nvPicPr>
        <p:blipFill>
          <a:blip r:embed="rId2"/>
          <a:stretch>
            <a:fillRect/>
          </a:stretch>
        </p:blipFill>
        <p:spPr>
          <a:xfrm>
            <a:off x="682383" y="2220297"/>
            <a:ext cx="3054834" cy="4501178"/>
          </a:xfrm>
          <a:prstGeom prst="rect">
            <a:avLst/>
          </a:prstGeom>
        </p:spPr>
      </p:pic>
    </p:spTree>
    <p:extLst>
      <p:ext uri="{BB962C8B-B14F-4D97-AF65-F5344CB8AC3E}">
        <p14:creationId xmlns:p14="http://schemas.microsoft.com/office/powerpoint/2010/main" val="1084928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6E46D-4000-488E-9323-264DA80C716B}"/>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554F6A0C-CF1B-30ED-A819-3C032AC26796}"/>
              </a:ext>
            </a:extLst>
          </p:cNvPr>
          <p:cNvSpPr>
            <a:spLocks noGrp="1"/>
          </p:cNvSpPr>
          <p:nvPr>
            <p:ph type="title"/>
          </p:nvPr>
        </p:nvSpPr>
        <p:spPr>
          <a:xfrm>
            <a:off x="838200" y="481729"/>
            <a:ext cx="10515600" cy="1325563"/>
          </a:xfrm>
        </p:spPr>
        <p:txBody>
          <a:bodyPr>
            <a:noAutofit/>
          </a:bodyPr>
          <a:lstStyle/>
          <a:p>
            <a:r>
              <a:rPr lang="fa-IR" sz="6000" dirty="0">
                <a:latin typeface="Estedad Bold" panose="02000803000000000000" pitchFamily="2" charset="-78"/>
                <a:cs typeface="B Zar" panose="00000400000000000000" pitchFamily="2" charset="-78"/>
              </a:rPr>
              <a:t>مبحث نهم: </a:t>
            </a:r>
            <a:r>
              <a:rPr lang="fa-IR" sz="5400" dirty="0">
                <a:latin typeface="Estedad Bold" panose="02000803000000000000" pitchFamily="2" charset="-78"/>
                <a:cs typeface="B Zar" panose="00000400000000000000" pitchFamily="2" charset="-78"/>
              </a:rPr>
              <a:t>طرح واجرای ساختمان های بتن آرمه</a:t>
            </a:r>
            <a:br>
              <a:rPr lang="fa-IR" sz="5400" dirty="0">
                <a:latin typeface="Estedad Bold" panose="02000803000000000000" pitchFamily="2" charset="-78"/>
                <a:cs typeface="B Zar" panose="00000400000000000000" pitchFamily="2" charset="-78"/>
              </a:rPr>
            </a:br>
            <a:r>
              <a:rPr lang="fa-IR" sz="3600" dirty="0">
                <a:latin typeface="Estedad Bold" panose="02000803000000000000" pitchFamily="2" charset="-78"/>
                <a:cs typeface="B Zar" panose="00000400000000000000" pitchFamily="2" charset="-78"/>
              </a:rPr>
              <a:t>بتن</a:t>
            </a:r>
            <a:endParaRPr lang="en-US" sz="5400" dirty="0"/>
          </a:p>
        </p:txBody>
      </p:sp>
      <p:sp>
        <p:nvSpPr>
          <p:cNvPr id="3" name="Text Placeholder 2">
            <a:extLst>
              <a:ext uri="{FF2B5EF4-FFF2-40B4-BE49-F238E27FC236}">
                <a16:creationId xmlns:a16="http://schemas.microsoft.com/office/drawing/2014/main" id="{F25CFF0A-B1A6-7AE5-32AF-71356E9DA707}"/>
              </a:ext>
            </a:extLst>
          </p:cNvPr>
          <p:cNvSpPr>
            <a:spLocks noGrp="1"/>
          </p:cNvSpPr>
          <p:nvPr>
            <p:ph type="body" idx="1"/>
          </p:nvPr>
        </p:nvSpPr>
        <p:spPr/>
        <p:txBody>
          <a:bodyPr>
            <a:normAutofit lnSpcReduction="10000"/>
          </a:bodyPr>
          <a:lstStyle/>
          <a:p>
            <a:pPr algn="ctr"/>
            <a:r>
              <a:rPr lang="ar-SA" sz="3600" dirty="0"/>
              <a:t>بتن معمولی</a:t>
            </a:r>
          </a:p>
        </p:txBody>
      </p:sp>
      <p:sp>
        <p:nvSpPr>
          <p:cNvPr id="5" name="Text Placeholder 4">
            <a:extLst>
              <a:ext uri="{FF2B5EF4-FFF2-40B4-BE49-F238E27FC236}">
                <a16:creationId xmlns:a16="http://schemas.microsoft.com/office/drawing/2014/main" id="{94FB1885-5E38-F879-011E-A70389D4D137}"/>
              </a:ext>
            </a:extLst>
          </p:cNvPr>
          <p:cNvSpPr>
            <a:spLocks noGrp="1"/>
          </p:cNvSpPr>
          <p:nvPr>
            <p:ph type="body" sz="quarter" idx="3"/>
          </p:nvPr>
        </p:nvSpPr>
        <p:spPr/>
        <p:txBody>
          <a:bodyPr>
            <a:normAutofit lnSpcReduction="10000"/>
          </a:bodyPr>
          <a:lstStyle/>
          <a:p>
            <a:pPr algn="ctr"/>
            <a:r>
              <a:rPr lang="ar-SA" dirty="0"/>
              <a:t>بتن سبک</a:t>
            </a:r>
          </a:p>
        </p:txBody>
      </p:sp>
      <p:sp>
        <p:nvSpPr>
          <p:cNvPr id="10" name="Text Placeholder 9">
            <a:extLst>
              <a:ext uri="{FF2B5EF4-FFF2-40B4-BE49-F238E27FC236}">
                <a16:creationId xmlns:a16="http://schemas.microsoft.com/office/drawing/2014/main" id="{2E67744D-AB13-1054-456D-11C6A651461D}"/>
              </a:ext>
            </a:extLst>
          </p:cNvPr>
          <p:cNvSpPr>
            <a:spLocks noGrp="1"/>
          </p:cNvSpPr>
          <p:nvPr>
            <p:ph type="body" sz="quarter" idx="13"/>
          </p:nvPr>
        </p:nvSpPr>
        <p:spPr>
          <a:xfrm>
            <a:off x="8001000" y="2578608"/>
            <a:ext cx="4114800" cy="713232"/>
          </a:xfrm>
        </p:spPr>
        <p:txBody>
          <a:bodyPr>
            <a:normAutofit fontScale="92500"/>
          </a:bodyPr>
          <a:lstStyle/>
          <a:p>
            <a:pPr algn="ctr"/>
            <a:r>
              <a:rPr lang="ar-SA" sz="4000" dirty="0">
                <a:cs typeface="B Zar" panose="00000400000000000000" pitchFamily="2" charset="-78"/>
              </a:rPr>
              <a:t>اجزای سیستم های سازه ای</a:t>
            </a:r>
          </a:p>
        </p:txBody>
      </p:sp>
      <p:sp>
        <p:nvSpPr>
          <p:cNvPr id="4" name="Content Placeholder 3">
            <a:extLst>
              <a:ext uri="{FF2B5EF4-FFF2-40B4-BE49-F238E27FC236}">
                <a16:creationId xmlns:a16="http://schemas.microsoft.com/office/drawing/2014/main" id="{B739897D-283D-9748-2AD1-01B76166A01B}"/>
              </a:ext>
            </a:extLst>
          </p:cNvPr>
          <p:cNvSpPr>
            <a:spLocks noGrp="1"/>
          </p:cNvSpPr>
          <p:nvPr>
            <p:ph sz="half" idx="2"/>
          </p:nvPr>
        </p:nvSpPr>
        <p:spPr>
          <a:xfrm>
            <a:off x="609600" y="3568149"/>
            <a:ext cx="3200400" cy="2900635"/>
          </a:xfrm>
        </p:spPr>
        <p:txBody>
          <a:bodyPr/>
          <a:lstStyle/>
          <a:p>
            <a:pPr marL="0" indent="0" algn="ctr">
              <a:buNone/>
            </a:pPr>
            <a:r>
              <a:rPr lang="ar-SA" dirty="0">
                <a:cs typeface="B Zar" panose="00000400000000000000" pitchFamily="2" charset="-78"/>
              </a:rPr>
              <a:t>چگالی بتن معمولی در محاسبات برابر با 2300کیوگرم در مترمکعب منظور می شود</a:t>
            </a:r>
          </a:p>
          <a:p>
            <a:pPr marL="0" indent="0">
              <a:buNone/>
            </a:pPr>
            <a:endParaRPr lang="en-US" dirty="0"/>
          </a:p>
        </p:txBody>
      </p:sp>
      <p:sp>
        <p:nvSpPr>
          <p:cNvPr id="6" name="Content Placeholder 5">
            <a:extLst>
              <a:ext uri="{FF2B5EF4-FFF2-40B4-BE49-F238E27FC236}">
                <a16:creationId xmlns:a16="http://schemas.microsoft.com/office/drawing/2014/main" id="{69B3C7A6-3EF4-8339-C45E-147D5CF14DD3}"/>
              </a:ext>
            </a:extLst>
          </p:cNvPr>
          <p:cNvSpPr>
            <a:spLocks noGrp="1"/>
          </p:cNvSpPr>
          <p:nvPr>
            <p:ph sz="quarter" idx="4"/>
          </p:nvPr>
        </p:nvSpPr>
        <p:spPr>
          <a:xfrm>
            <a:off x="4474464" y="3617844"/>
            <a:ext cx="3200400" cy="2850940"/>
          </a:xfrm>
        </p:spPr>
        <p:txBody>
          <a:bodyPr/>
          <a:lstStyle/>
          <a:p>
            <a:pPr marL="0" indent="0" algn="ctr">
              <a:buNone/>
            </a:pPr>
            <a:r>
              <a:rPr lang="ar-SA" sz="2400" dirty="0">
                <a:cs typeface="B Zar" panose="00000400000000000000" pitchFamily="2" charset="-78"/>
              </a:rPr>
              <a:t>چگالی بتن سبک سازه ای باید بر اساس نتایج آزمایش تعیین شود و مقدار آن نباید کمتر از 1400کیلوگرم بر مترمکعب باشد</a:t>
            </a:r>
          </a:p>
          <a:p>
            <a:endParaRPr lang="en-US" dirty="0"/>
          </a:p>
        </p:txBody>
      </p:sp>
      <p:sp>
        <p:nvSpPr>
          <p:cNvPr id="11" name="Content Placeholder 10">
            <a:extLst>
              <a:ext uri="{FF2B5EF4-FFF2-40B4-BE49-F238E27FC236}">
                <a16:creationId xmlns:a16="http://schemas.microsoft.com/office/drawing/2014/main" id="{722EA3C0-B159-C03B-EF00-2DCCADF70049}"/>
              </a:ext>
            </a:extLst>
          </p:cNvPr>
          <p:cNvSpPr>
            <a:spLocks noGrp="1"/>
          </p:cNvSpPr>
          <p:nvPr>
            <p:ph sz="quarter" idx="14"/>
          </p:nvPr>
        </p:nvSpPr>
        <p:spPr>
          <a:xfrm>
            <a:off x="8077200" y="3592918"/>
            <a:ext cx="4114800" cy="3332669"/>
          </a:xfrm>
        </p:spPr>
        <p:txBody>
          <a:bodyPr>
            <a:normAutofit/>
          </a:bodyPr>
          <a:lstStyle/>
          <a:p>
            <a:pPr marL="0" indent="0" algn="ctr">
              <a:buNone/>
            </a:pPr>
            <a:r>
              <a:rPr lang="ar-SA" sz="2400" dirty="0">
                <a:cs typeface="B Zar" panose="00000400000000000000" pitchFamily="2" charset="-78"/>
              </a:rPr>
              <a:t>سیستم های سازه ای شامل یک یا چند مورد از موارد زیر هستند</a:t>
            </a:r>
            <a:r>
              <a:rPr lang="fa-IR" sz="2400" dirty="0">
                <a:cs typeface="B Zar" panose="00000400000000000000" pitchFamily="2" charset="-78"/>
              </a:rPr>
              <a:t>:</a:t>
            </a:r>
            <a:endParaRPr lang="ar-SA" sz="2400" dirty="0">
              <a:cs typeface="B Zar" panose="00000400000000000000" pitchFamily="2" charset="-78"/>
            </a:endParaRPr>
          </a:p>
          <a:p>
            <a:pPr marL="0" indent="0" algn="r">
              <a:buNone/>
            </a:pPr>
            <a:r>
              <a:rPr lang="fa-IR" sz="1900" dirty="0">
                <a:cs typeface="B Zar" panose="00000400000000000000" pitchFamily="2" charset="-78"/>
              </a:rPr>
              <a:t>کف ها و بام ها شامل دال های یک طرفه و دو طرفه</a:t>
            </a:r>
          </a:p>
          <a:p>
            <a:pPr marL="0" indent="0" algn="r">
              <a:buNone/>
            </a:pPr>
            <a:r>
              <a:rPr lang="ar-SA" sz="1900" dirty="0">
                <a:cs typeface="B Zar" panose="00000400000000000000" pitchFamily="2" charset="-78"/>
              </a:rPr>
              <a:t>تیرها و تیرچه ها</a:t>
            </a:r>
            <a:endParaRPr lang="fa-IR" sz="1900" dirty="0">
              <a:cs typeface="B Zar" panose="00000400000000000000" pitchFamily="2" charset="-78"/>
            </a:endParaRPr>
          </a:p>
          <a:p>
            <a:pPr marL="0" indent="0" algn="r">
              <a:buNone/>
            </a:pPr>
            <a:r>
              <a:rPr lang="ar-SA" sz="1900" dirty="0">
                <a:cs typeface="B Zar" panose="00000400000000000000" pitchFamily="2" charset="-78"/>
              </a:rPr>
              <a:t>ستون ها</a:t>
            </a:r>
            <a:endParaRPr lang="fa-IR" sz="1900" dirty="0">
              <a:cs typeface="B Zar" panose="00000400000000000000" pitchFamily="2" charset="-78"/>
            </a:endParaRPr>
          </a:p>
          <a:p>
            <a:pPr marL="0" indent="0" algn="r">
              <a:buNone/>
            </a:pPr>
            <a:r>
              <a:rPr lang="ar-SA" sz="1900" dirty="0">
                <a:cs typeface="B Zar" panose="00000400000000000000" pitchFamily="2" charset="-78"/>
              </a:rPr>
              <a:t>دیوارها</a:t>
            </a:r>
            <a:endParaRPr lang="fa-IR" sz="1900" dirty="0">
              <a:cs typeface="B Zar" panose="00000400000000000000" pitchFamily="2" charset="-78"/>
            </a:endParaRPr>
          </a:p>
          <a:p>
            <a:pPr marL="0" indent="0" algn="r">
              <a:buNone/>
            </a:pPr>
            <a:r>
              <a:rPr lang="ar-SA" sz="1900" dirty="0">
                <a:cs typeface="B Zar" panose="00000400000000000000" pitchFamily="2" charset="-78"/>
              </a:rPr>
              <a:t>- دیافراگم ها</a:t>
            </a:r>
          </a:p>
          <a:p>
            <a:pPr marL="0" indent="0" algn="r">
              <a:buNone/>
            </a:pPr>
            <a:r>
              <a:rPr lang="ar-SA" sz="1900" dirty="0">
                <a:cs typeface="B Zar" panose="00000400000000000000" pitchFamily="2" charset="-78"/>
              </a:rPr>
              <a:t>- شالوده ها</a:t>
            </a:r>
          </a:p>
          <a:p>
            <a:pPr marL="0" indent="0" algn="r">
              <a:buNone/>
            </a:pPr>
            <a:endParaRPr lang="en-US" dirty="0"/>
          </a:p>
        </p:txBody>
      </p:sp>
      <p:sp>
        <p:nvSpPr>
          <p:cNvPr id="7" name="Date Placeholder 6">
            <a:extLst>
              <a:ext uri="{FF2B5EF4-FFF2-40B4-BE49-F238E27FC236}">
                <a16:creationId xmlns:a16="http://schemas.microsoft.com/office/drawing/2014/main" id="{763E0176-3920-A9BB-FAC0-E14E71786C08}"/>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6C509A83-8ECA-78E2-2ED5-BA3AE47009E1}"/>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721527FC-C29F-31CD-B6C4-B4D42C8D894F}"/>
              </a:ext>
            </a:extLst>
          </p:cNvPr>
          <p:cNvSpPr>
            <a:spLocks noGrp="1"/>
          </p:cNvSpPr>
          <p:nvPr>
            <p:ph type="sldNum" sz="quarter" idx="12"/>
          </p:nvPr>
        </p:nvSpPr>
        <p:spPr/>
        <p:txBody>
          <a:bodyPr/>
          <a:lstStyle/>
          <a:p>
            <a:fld id="{2C18C1E5-FB55-42F5-BD6D-9CC153FCDBE6}" type="slidenum">
              <a:rPr lang="en-US" smtClean="0"/>
              <a:pPr/>
              <a:t>23</a:t>
            </a:fld>
            <a:endParaRPr lang="en-US" dirty="0"/>
          </a:p>
        </p:txBody>
      </p:sp>
    </p:spTree>
    <p:extLst>
      <p:ext uri="{BB962C8B-B14F-4D97-AF65-F5344CB8AC3E}">
        <p14:creationId xmlns:p14="http://schemas.microsoft.com/office/powerpoint/2010/main" val="1542913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154A-8AD3-A8E7-A1BF-95210E343DB8}"/>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19E8FF28-A5E7-006C-D6E3-B92422233CBD}"/>
              </a:ext>
            </a:extLst>
          </p:cNvPr>
          <p:cNvSpPr>
            <a:spLocks noGrp="1"/>
          </p:cNvSpPr>
          <p:nvPr>
            <p:ph type="title"/>
          </p:nvPr>
        </p:nvSpPr>
        <p:spPr>
          <a:xfrm>
            <a:off x="689110" y="930620"/>
            <a:ext cx="10515600" cy="1325563"/>
          </a:xfrm>
        </p:spPr>
        <p:txBody>
          <a:bodyPr>
            <a:normAutofit fontScale="90000"/>
          </a:bodyPr>
          <a:lstStyle/>
          <a:p>
            <a:r>
              <a:rPr lang="fa-IR" sz="6000" dirty="0">
                <a:latin typeface="Estedad Bold" panose="02000803000000000000" pitchFamily="2" charset="-78"/>
                <a:cs typeface="B Zar" panose="00000400000000000000" pitchFamily="2" charset="-78"/>
              </a:rPr>
              <a:t>مبحث دهم:طرح و اجرای ساختمان های فولادی</a:t>
            </a:r>
            <a:br>
              <a:rPr lang="fa-IR" sz="6600" dirty="0">
                <a:latin typeface="Estedad Bold" panose="02000803000000000000" pitchFamily="2" charset="-78"/>
                <a:cs typeface="B Zar" panose="00000400000000000000" pitchFamily="2" charset="-78"/>
              </a:rPr>
            </a:b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676CDAB6-17A9-53DB-C4D2-63F592E1ADA6}"/>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هدف این مبحث تعیین حداقل ضوابط و مقرراتی است که در تحلیل، طراحی و اجراي ساختمان هاي فولادي جهت تامین ایمنی و بهره برداري مناسب، مورد استفاده قرار می گیرد.</a:t>
            </a:r>
          </a:p>
          <a:p>
            <a:pPr marL="0" indent="0" algn="r">
              <a:lnSpc>
                <a:spcPct val="110000"/>
              </a:lnSpc>
              <a:buNone/>
            </a:pPr>
            <a:r>
              <a:rPr lang="ar-SA" dirty="0">
                <a:cs typeface="B Zar" panose="00000400000000000000" pitchFamily="2" charset="-78"/>
              </a:rPr>
              <a:t>این مبحث شامل الزامات عمومی، الزامات طراحی، الزامات طراحی لرزه اي و نیز الزامات ساخت، نصب و کنترل می باشد. در این مبحث مبناي طراحی سازه ها، بررسی و کنترل آن ها در حالت هاي حدي مقاومت و بهره برداري براي حصول ایمنی و قابلیت بهره برداري است. </a:t>
            </a:r>
          </a:p>
        </p:txBody>
      </p:sp>
      <p:sp>
        <p:nvSpPr>
          <p:cNvPr id="7" name="Date Placeholder 6">
            <a:extLst>
              <a:ext uri="{FF2B5EF4-FFF2-40B4-BE49-F238E27FC236}">
                <a16:creationId xmlns:a16="http://schemas.microsoft.com/office/drawing/2014/main" id="{75EE5EAE-E15E-6FF7-8FAA-A779025CA0F9}"/>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BDEDBAEC-0804-A766-2C03-8C0A8F63FAB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C3788D9-AD62-8074-81E3-6D80743C6A43}"/>
              </a:ext>
            </a:extLst>
          </p:cNvPr>
          <p:cNvSpPr>
            <a:spLocks noGrp="1"/>
          </p:cNvSpPr>
          <p:nvPr>
            <p:ph type="sldNum" sz="quarter" idx="12"/>
          </p:nvPr>
        </p:nvSpPr>
        <p:spPr/>
        <p:txBody>
          <a:bodyPr/>
          <a:lstStyle/>
          <a:p>
            <a:fld id="{2C18C1E5-FB55-42F5-BD6D-9CC153FCDBE6}" type="slidenum">
              <a:rPr lang="en-US" smtClean="0"/>
              <a:pPr/>
              <a:t>24</a:t>
            </a:fld>
            <a:endParaRPr lang="en-US" dirty="0"/>
          </a:p>
        </p:txBody>
      </p:sp>
      <p:pic>
        <p:nvPicPr>
          <p:cNvPr id="4" name="Picture 3">
            <a:extLst>
              <a:ext uri="{FF2B5EF4-FFF2-40B4-BE49-F238E27FC236}">
                <a16:creationId xmlns:a16="http://schemas.microsoft.com/office/drawing/2014/main" id="{07304C73-4766-9200-0B88-D781D8BAE469}"/>
              </a:ext>
            </a:extLst>
          </p:cNvPr>
          <p:cNvPicPr>
            <a:picLocks noChangeAspect="1"/>
          </p:cNvPicPr>
          <p:nvPr/>
        </p:nvPicPr>
        <p:blipFill>
          <a:blip r:embed="rId2"/>
          <a:stretch>
            <a:fillRect/>
          </a:stretch>
        </p:blipFill>
        <p:spPr>
          <a:xfrm>
            <a:off x="635674" y="2183399"/>
            <a:ext cx="3226057" cy="4513878"/>
          </a:xfrm>
          <a:prstGeom prst="rect">
            <a:avLst/>
          </a:prstGeom>
        </p:spPr>
      </p:pic>
    </p:spTree>
    <p:extLst>
      <p:ext uri="{BB962C8B-B14F-4D97-AF65-F5344CB8AC3E}">
        <p14:creationId xmlns:p14="http://schemas.microsoft.com/office/powerpoint/2010/main" val="2402595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B0C83-11F0-C36F-7B10-FF57738C394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7DCD31D-825A-4E83-D695-FFB4C61ABB35}"/>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دهم:طرح و اجرای ساختمان های فولادی</a:t>
            </a:r>
            <a:br>
              <a:rPr lang="fa-IR" sz="5400" dirty="0">
                <a:latin typeface="Estedad Bold" panose="02000803000000000000" pitchFamily="2" charset="-78"/>
                <a:cs typeface="B Zar" panose="00000400000000000000" pitchFamily="2" charset="-78"/>
              </a:rPr>
            </a:br>
            <a:r>
              <a:rPr lang="fa-IR" sz="4000" dirty="0">
                <a:latin typeface="Estedad Bold" panose="02000803000000000000" pitchFamily="2" charset="-78"/>
                <a:cs typeface="B Zar" panose="00000400000000000000" pitchFamily="2" charset="-78"/>
              </a:rPr>
              <a:t>الزامات سازه ایی</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1B5F4D78-7CC4-78E6-63DE-DDA4FA059EAC}"/>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451BA69F-26F3-0149-2322-84E2739D5F50}"/>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67ECD922-F648-4DA4-3E79-A4FAC24A20CF}"/>
              </a:ext>
            </a:extLst>
          </p:cNvPr>
          <p:cNvSpPr>
            <a:spLocks noGrp="1"/>
          </p:cNvSpPr>
          <p:nvPr>
            <p:ph type="sldNum" sz="quarter" idx="12"/>
          </p:nvPr>
        </p:nvSpPr>
        <p:spPr/>
        <p:txBody>
          <a:bodyPr/>
          <a:lstStyle/>
          <a:p>
            <a:fld id="{2C18C1E5-FB55-42F5-BD6D-9CC153FCDBE6}" type="slidenum">
              <a:rPr lang="en-US" smtClean="0"/>
              <a:pPr/>
              <a:t>25</a:t>
            </a:fld>
            <a:endParaRPr lang="en-US" dirty="0"/>
          </a:p>
        </p:txBody>
      </p:sp>
      <p:graphicFrame>
        <p:nvGraphicFramePr>
          <p:cNvPr id="9" name="Content Placeholder 4" descr="timeline SmartArt graphic">
            <a:extLst>
              <a:ext uri="{FF2B5EF4-FFF2-40B4-BE49-F238E27FC236}">
                <a16:creationId xmlns:a16="http://schemas.microsoft.com/office/drawing/2014/main" id="{952A8EB9-ECD7-74CE-E8FB-79BC10DF017D}"/>
              </a:ext>
            </a:extLst>
          </p:cNvPr>
          <p:cNvGraphicFramePr>
            <a:graphicFrameLocks noGrp="1"/>
          </p:cNvGraphicFramePr>
          <p:nvPr>
            <p:ph idx="1"/>
            <p:extLst>
              <p:ext uri="{D42A27DB-BD31-4B8C-83A1-F6EECF244321}">
                <p14:modId xmlns:p14="http://schemas.microsoft.com/office/powerpoint/2010/main" val="1942969668"/>
              </p:ext>
            </p:extLst>
          </p:nvPr>
        </p:nvGraphicFramePr>
        <p:xfrm>
          <a:off x="841375" y="2305050"/>
          <a:ext cx="10515600"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542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1A191-A02B-30A0-F7B9-B4CAD9455082}"/>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01B675B8-D58F-3A62-DE20-2B18667411E5}"/>
              </a:ext>
            </a:extLst>
          </p:cNvPr>
          <p:cNvSpPr>
            <a:spLocks noGrp="1"/>
          </p:cNvSpPr>
          <p:nvPr>
            <p:ph type="title"/>
          </p:nvPr>
        </p:nvSpPr>
        <p:spPr>
          <a:xfrm>
            <a:off x="689110" y="930620"/>
            <a:ext cx="10515600" cy="1325563"/>
          </a:xfrm>
        </p:spPr>
        <p:txBody>
          <a:bodyPr>
            <a:normAutofit fontScale="90000"/>
          </a:bodyPr>
          <a:lstStyle/>
          <a:p>
            <a:r>
              <a:rPr lang="fa-IR" sz="6000" dirty="0">
                <a:latin typeface="Estedad Bold" panose="02000803000000000000" pitchFamily="2" charset="-78"/>
                <a:cs typeface="B Zar" panose="00000400000000000000" pitchFamily="2" charset="-78"/>
              </a:rPr>
              <a:t>مبحث یازدهم:طرح و اجرای صنعتی ساختمان ها</a:t>
            </a:r>
            <a:br>
              <a:rPr lang="fa-IR" sz="6600" dirty="0">
                <a:latin typeface="Estedad Bold" panose="02000803000000000000" pitchFamily="2" charset="-78"/>
                <a:cs typeface="B Zar" panose="00000400000000000000" pitchFamily="2" charset="-78"/>
              </a:rPr>
            </a:b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627F3007-728A-E58C-5BC6-83D7C4FF9953}"/>
              </a:ext>
            </a:extLst>
          </p:cNvPr>
          <p:cNvSpPr>
            <a:spLocks noGrp="1"/>
          </p:cNvSpPr>
          <p:nvPr>
            <p:ph sz="quarter" idx="14"/>
          </p:nvPr>
        </p:nvSpPr>
        <p:spPr>
          <a:xfrm>
            <a:off x="4581939" y="2767563"/>
            <a:ext cx="7134909" cy="3345551"/>
          </a:xfrm>
        </p:spPr>
        <p:txBody>
          <a:bodyPr>
            <a:normAutofit lnSpcReduction="10000"/>
          </a:bodyPr>
          <a:lstStyle/>
          <a:p>
            <a:pPr marL="0" indent="0" algn="r">
              <a:lnSpc>
                <a:spcPct val="110000"/>
              </a:lnSpc>
              <a:buNone/>
            </a:pPr>
            <a:r>
              <a:rPr lang="ar-SA" dirty="0">
                <a:cs typeface="B Zar" panose="00000400000000000000" pitchFamily="2" charset="-78"/>
              </a:rPr>
              <a:t>مبحث یازدهم مقررات ملّی ساختمان تحت عنوان «طرح و اجراي صنعتی ساختمان ها» در دو بخش ساختمان هاي فولادي و ساختمان هاي بتنی تهیه و تدوین گردیده است.</a:t>
            </a:r>
          </a:p>
          <a:p>
            <a:pPr marL="0" indent="0" algn="r">
              <a:lnSpc>
                <a:spcPct val="110000"/>
              </a:lnSpc>
              <a:buNone/>
            </a:pPr>
            <a:r>
              <a:rPr lang="ar-SA" dirty="0">
                <a:cs typeface="B Zar" panose="00000400000000000000" pitchFamily="2" charset="-78"/>
              </a:rPr>
              <a:t>در این مبحث تمرکز اصلی بر روي سیستم هاي سازه اي ساختمان هاي فولادي و بتنی ارائه شده و در بخش ساختمان هاي فولادي به دو سیستم سازه اي پیچ و مهره اي و قاب فولادي سبک ««</a:t>
            </a:r>
            <a:r>
              <a:rPr lang="en-US" dirty="0">
                <a:cs typeface="B Zar" panose="00000400000000000000" pitchFamily="2" charset="-78"/>
              </a:rPr>
              <a:t>LSF</a:t>
            </a:r>
            <a:r>
              <a:rPr lang="ar-SA" dirty="0">
                <a:cs typeface="B Zar" panose="00000400000000000000" pitchFamily="2" charset="-78"/>
              </a:rPr>
              <a:t>و در بخش ساختمان هاي بتنی، سیستم هاي ساختمان هاي بتنی پیش ساخته، قالب عایق ماندگار ««</a:t>
            </a:r>
            <a:r>
              <a:rPr lang="en-US" dirty="0">
                <a:cs typeface="B Zar" panose="00000400000000000000" pitchFamily="2" charset="-78"/>
              </a:rPr>
              <a:t>ICF </a:t>
            </a:r>
            <a:r>
              <a:rPr lang="ar-SA" dirty="0">
                <a:cs typeface="B Zar" panose="00000400000000000000" pitchFamily="2" charset="-78"/>
              </a:rPr>
              <a:t>پنل هاي پیش ساخته سبک سه بعدي و قالب تونلی پرداخته شده است. </a:t>
            </a:r>
          </a:p>
        </p:txBody>
      </p:sp>
      <p:sp>
        <p:nvSpPr>
          <p:cNvPr id="7" name="Date Placeholder 6">
            <a:extLst>
              <a:ext uri="{FF2B5EF4-FFF2-40B4-BE49-F238E27FC236}">
                <a16:creationId xmlns:a16="http://schemas.microsoft.com/office/drawing/2014/main" id="{2D628D5B-1E74-AD58-3DE8-54059B9BCAB8}"/>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3A35A13-37F5-9DDE-07F9-D1660589C38D}"/>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6B48DFAE-FB4F-CEAF-941D-E18A8E283804}"/>
              </a:ext>
            </a:extLst>
          </p:cNvPr>
          <p:cNvSpPr>
            <a:spLocks noGrp="1"/>
          </p:cNvSpPr>
          <p:nvPr>
            <p:ph type="sldNum" sz="quarter" idx="12"/>
          </p:nvPr>
        </p:nvSpPr>
        <p:spPr/>
        <p:txBody>
          <a:bodyPr/>
          <a:lstStyle/>
          <a:p>
            <a:fld id="{2C18C1E5-FB55-42F5-BD6D-9CC153FCDBE6}" type="slidenum">
              <a:rPr lang="en-US" smtClean="0"/>
              <a:pPr/>
              <a:t>26</a:t>
            </a:fld>
            <a:endParaRPr lang="en-US" dirty="0"/>
          </a:p>
        </p:txBody>
      </p:sp>
      <p:pic>
        <p:nvPicPr>
          <p:cNvPr id="2" name="Picture 1">
            <a:extLst>
              <a:ext uri="{FF2B5EF4-FFF2-40B4-BE49-F238E27FC236}">
                <a16:creationId xmlns:a16="http://schemas.microsoft.com/office/drawing/2014/main" id="{83BFF6BB-DE28-4C74-46BC-1AF647C1C6ED}"/>
              </a:ext>
            </a:extLst>
          </p:cNvPr>
          <p:cNvPicPr>
            <a:picLocks noChangeAspect="1"/>
          </p:cNvPicPr>
          <p:nvPr/>
        </p:nvPicPr>
        <p:blipFill>
          <a:blip r:embed="rId2"/>
          <a:stretch>
            <a:fillRect/>
          </a:stretch>
        </p:blipFill>
        <p:spPr>
          <a:xfrm>
            <a:off x="658865" y="2184116"/>
            <a:ext cx="3167700" cy="4513162"/>
          </a:xfrm>
          <a:prstGeom prst="rect">
            <a:avLst/>
          </a:prstGeom>
        </p:spPr>
      </p:pic>
    </p:spTree>
    <p:extLst>
      <p:ext uri="{BB962C8B-B14F-4D97-AF65-F5344CB8AC3E}">
        <p14:creationId xmlns:p14="http://schemas.microsoft.com/office/powerpoint/2010/main" val="1886571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6CF3-3C2D-2325-7F81-E60E3519F185}"/>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6A706C43-E8EE-08CE-07FA-1519ADEDF51F}"/>
              </a:ext>
            </a:extLst>
          </p:cNvPr>
          <p:cNvSpPr>
            <a:spLocks noGrp="1"/>
          </p:cNvSpPr>
          <p:nvPr>
            <p:ph type="title"/>
          </p:nvPr>
        </p:nvSpPr>
        <p:spPr>
          <a:xfrm>
            <a:off x="689110" y="930620"/>
            <a:ext cx="10515600" cy="1325563"/>
          </a:xfrm>
        </p:spPr>
        <p:txBody>
          <a:bodyPr>
            <a:normAutofit fontScale="90000"/>
          </a:bodyPr>
          <a:lstStyle/>
          <a:p>
            <a:r>
              <a:rPr lang="fa-IR" sz="6000" dirty="0">
                <a:latin typeface="Estedad Bold" panose="02000803000000000000" pitchFamily="2" charset="-78"/>
                <a:cs typeface="B Zar" panose="00000400000000000000" pitchFamily="2" charset="-78"/>
              </a:rPr>
              <a:t>مبحث دوازدهم:ایمنی و حفاظت کار در حین اجرا</a:t>
            </a:r>
            <a:br>
              <a:rPr lang="fa-IR" sz="6600" dirty="0">
                <a:latin typeface="Estedad Bold" panose="02000803000000000000" pitchFamily="2" charset="-78"/>
                <a:cs typeface="B Zar" panose="00000400000000000000" pitchFamily="2" charset="-78"/>
              </a:rPr>
            </a:b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5F481DC6-278A-ED03-7905-B65781E66B6C}"/>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در این مبحث وظایف هر یک از عوامل دست اندرکار اجراي ساختمان از قبیل صاحبکار، سازنده یا مجري، ناظر، شهرداري و سازمان نظام مهندسی در رابطه با ایمنی، بهداشت و محیط زیست کارگران، عابرین، ساکنان و شاغلین مجاور کارگاه ساختمان و همچنین حفاظت از ساختمان ها، ابنیه، وسائل نقلیه و درختان مجاور کارگاه ساختمانی در مقابل خطرات ناشی از اجراي عملیات اجرایی بیان شده است</a:t>
            </a:r>
          </a:p>
        </p:txBody>
      </p:sp>
      <p:sp>
        <p:nvSpPr>
          <p:cNvPr id="7" name="Date Placeholder 6">
            <a:extLst>
              <a:ext uri="{FF2B5EF4-FFF2-40B4-BE49-F238E27FC236}">
                <a16:creationId xmlns:a16="http://schemas.microsoft.com/office/drawing/2014/main" id="{6CDDA5BC-50EE-9B59-09DD-E6573AA17ADB}"/>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CD0B9AE2-C190-7DA0-5D09-5700047DC404}"/>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953C11E9-792D-4EB9-7758-7067B06C7390}"/>
              </a:ext>
            </a:extLst>
          </p:cNvPr>
          <p:cNvSpPr>
            <a:spLocks noGrp="1"/>
          </p:cNvSpPr>
          <p:nvPr>
            <p:ph type="sldNum" sz="quarter" idx="12"/>
          </p:nvPr>
        </p:nvSpPr>
        <p:spPr/>
        <p:txBody>
          <a:bodyPr/>
          <a:lstStyle/>
          <a:p>
            <a:fld id="{2C18C1E5-FB55-42F5-BD6D-9CC153FCDBE6}" type="slidenum">
              <a:rPr lang="en-US" smtClean="0"/>
              <a:pPr/>
              <a:t>27</a:t>
            </a:fld>
            <a:endParaRPr lang="en-US" dirty="0"/>
          </a:p>
        </p:txBody>
      </p:sp>
      <p:pic>
        <p:nvPicPr>
          <p:cNvPr id="3" name="Picture 2">
            <a:extLst>
              <a:ext uri="{FF2B5EF4-FFF2-40B4-BE49-F238E27FC236}">
                <a16:creationId xmlns:a16="http://schemas.microsoft.com/office/drawing/2014/main" id="{ACDDB12F-9AC2-18C9-C8C4-0E3C1E7FC318}"/>
              </a:ext>
            </a:extLst>
          </p:cNvPr>
          <p:cNvPicPr>
            <a:picLocks noChangeAspect="1"/>
          </p:cNvPicPr>
          <p:nvPr/>
        </p:nvPicPr>
        <p:blipFill>
          <a:blip r:embed="rId2"/>
          <a:stretch>
            <a:fillRect/>
          </a:stretch>
        </p:blipFill>
        <p:spPr>
          <a:xfrm>
            <a:off x="689110" y="2256183"/>
            <a:ext cx="3103814" cy="4441096"/>
          </a:xfrm>
          <a:prstGeom prst="rect">
            <a:avLst/>
          </a:prstGeom>
        </p:spPr>
      </p:pic>
    </p:spTree>
    <p:extLst>
      <p:ext uri="{BB962C8B-B14F-4D97-AF65-F5344CB8AC3E}">
        <p14:creationId xmlns:p14="http://schemas.microsoft.com/office/powerpoint/2010/main" val="3572302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66761-D081-59E9-C1C4-B1C5F9257CD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BFCEDC2-A1FB-947C-82DD-243CDA5E4745}"/>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دوازدهم:ایمنی و حفاظت کار در حین اجرا</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70C0FEC3-8CCD-07E8-BD31-551B2C136436}"/>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4DBF6C0C-08DE-BC9D-A92C-6E31CEDC45B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E7F2B01B-358F-7D62-3602-FCA633D20954}"/>
              </a:ext>
            </a:extLst>
          </p:cNvPr>
          <p:cNvSpPr>
            <a:spLocks noGrp="1"/>
          </p:cNvSpPr>
          <p:nvPr>
            <p:ph type="sldNum" sz="quarter" idx="12"/>
          </p:nvPr>
        </p:nvSpPr>
        <p:spPr/>
        <p:txBody>
          <a:bodyPr/>
          <a:lstStyle/>
          <a:p>
            <a:fld id="{2C18C1E5-FB55-42F5-BD6D-9CC153FCDBE6}" type="slidenum">
              <a:rPr lang="en-US" smtClean="0"/>
              <a:pPr/>
              <a:t>28</a:t>
            </a:fld>
            <a:endParaRPr lang="en-US" dirty="0"/>
          </a:p>
        </p:txBody>
      </p:sp>
      <p:graphicFrame>
        <p:nvGraphicFramePr>
          <p:cNvPr id="9" name="Content Placeholder 4" descr="timeline SmartArt graphic">
            <a:extLst>
              <a:ext uri="{FF2B5EF4-FFF2-40B4-BE49-F238E27FC236}">
                <a16:creationId xmlns:a16="http://schemas.microsoft.com/office/drawing/2014/main" id="{F42EFDBD-9FAD-5A17-5899-9745E457C5B6}"/>
              </a:ext>
            </a:extLst>
          </p:cNvPr>
          <p:cNvGraphicFramePr>
            <a:graphicFrameLocks noGrp="1"/>
          </p:cNvGraphicFramePr>
          <p:nvPr>
            <p:ph idx="1"/>
            <p:extLst>
              <p:ext uri="{D42A27DB-BD31-4B8C-83A1-F6EECF244321}">
                <p14:modId xmlns:p14="http://schemas.microsoft.com/office/powerpoint/2010/main" val="2978718035"/>
              </p:ext>
            </p:extLst>
          </p:nvPr>
        </p:nvGraphicFramePr>
        <p:xfrm>
          <a:off x="841375" y="2305050"/>
          <a:ext cx="10515600"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6469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E770D-1C3E-97EE-C2BB-BCDC3FB7E307}"/>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6F42591B-AAFE-862C-CC7D-E0C2B2D969F4}"/>
              </a:ext>
            </a:extLst>
          </p:cNvPr>
          <p:cNvSpPr>
            <a:spLocks noGrp="1"/>
          </p:cNvSpPr>
          <p:nvPr>
            <p:ph type="title"/>
          </p:nvPr>
        </p:nvSpPr>
        <p:spPr>
          <a:xfrm>
            <a:off x="689110" y="930620"/>
            <a:ext cx="10515600" cy="1325563"/>
          </a:xfrm>
        </p:spPr>
        <p:txBody>
          <a:bodyPr>
            <a:normAutofit fontScale="90000"/>
          </a:bodyPr>
          <a:lstStyle/>
          <a:p>
            <a:r>
              <a:rPr lang="fa-IR" sz="6000" dirty="0">
                <a:latin typeface="Estedad Bold" panose="02000803000000000000" pitchFamily="2" charset="-78"/>
                <a:cs typeface="B Zar" panose="00000400000000000000" pitchFamily="2" charset="-78"/>
              </a:rPr>
              <a:t>مبحث سیزدهم:طرح و اجرای تاسیسات برقی ساختمان ها</a:t>
            </a:r>
            <a:br>
              <a:rPr lang="fa-IR" sz="6600" dirty="0">
                <a:latin typeface="Estedad Bold" panose="02000803000000000000" pitchFamily="2" charset="-78"/>
                <a:cs typeface="B Zar" panose="00000400000000000000" pitchFamily="2" charset="-78"/>
              </a:rPr>
            </a:b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6DD84825-7D38-1A10-C845-208BF755DE6B}"/>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در این مبحث مواردي از قبیل الزامات مربوط به تأمین نیروي برق (انشعاب، پست، مولد)، الزامات نصب و طراحی اتاق ترانسفورماتور، اتصال زمین، نیروي برق اضطراري، تابلو برق، تجهیزات و وسایل حفاظت و کنترل، مدارها (کابل کشی- سیم کشی) و لوله کشی و همچنین تجهیزات سیمکشی، تأسیسات جریان ضعیف، شدت روشنایی داخلی شرح داده شده است. </a:t>
            </a:r>
          </a:p>
        </p:txBody>
      </p:sp>
      <p:sp>
        <p:nvSpPr>
          <p:cNvPr id="7" name="Date Placeholder 6">
            <a:extLst>
              <a:ext uri="{FF2B5EF4-FFF2-40B4-BE49-F238E27FC236}">
                <a16:creationId xmlns:a16="http://schemas.microsoft.com/office/drawing/2014/main" id="{8C1EA6FF-C329-DFBD-0E77-90F3D4A942F4}"/>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F2A120F6-13E1-EBCD-28E6-47B2B96366FD}"/>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F292FE90-60AA-7E01-EC4D-491720EBD951}"/>
              </a:ext>
            </a:extLst>
          </p:cNvPr>
          <p:cNvSpPr>
            <a:spLocks noGrp="1"/>
          </p:cNvSpPr>
          <p:nvPr>
            <p:ph type="sldNum" sz="quarter" idx="12"/>
          </p:nvPr>
        </p:nvSpPr>
        <p:spPr/>
        <p:txBody>
          <a:bodyPr/>
          <a:lstStyle/>
          <a:p>
            <a:fld id="{2C18C1E5-FB55-42F5-BD6D-9CC153FCDBE6}" type="slidenum">
              <a:rPr lang="en-US" smtClean="0"/>
              <a:pPr/>
              <a:t>29</a:t>
            </a:fld>
            <a:endParaRPr lang="en-US" dirty="0"/>
          </a:p>
        </p:txBody>
      </p:sp>
      <p:pic>
        <p:nvPicPr>
          <p:cNvPr id="2" name="Picture 1">
            <a:extLst>
              <a:ext uri="{FF2B5EF4-FFF2-40B4-BE49-F238E27FC236}">
                <a16:creationId xmlns:a16="http://schemas.microsoft.com/office/drawing/2014/main" id="{893A78A8-267B-6211-B9DC-87F3355B2D50}"/>
              </a:ext>
            </a:extLst>
          </p:cNvPr>
          <p:cNvPicPr>
            <a:picLocks noChangeAspect="1"/>
          </p:cNvPicPr>
          <p:nvPr/>
        </p:nvPicPr>
        <p:blipFill>
          <a:blip r:embed="rId2"/>
          <a:srcRect l="9186" r="8514"/>
          <a:stretch/>
        </p:blipFill>
        <p:spPr>
          <a:xfrm>
            <a:off x="689110" y="2169899"/>
            <a:ext cx="3103815" cy="4489488"/>
          </a:xfrm>
          <a:prstGeom prst="rect">
            <a:avLst/>
          </a:prstGeom>
        </p:spPr>
      </p:pic>
    </p:spTree>
    <p:extLst>
      <p:ext uri="{BB962C8B-B14F-4D97-AF65-F5344CB8AC3E}">
        <p14:creationId xmlns:p14="http://schemas.microsoft.com/office/powerpoint/2010/main" val="1360566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A32FA-4416-8A70-F93D-4CE39F2AD66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2D5AB99-3559-C5EA-910C-1CC9917F130D}"/>
              </a:ext>
            </a:extLst>
          </p:cNvPr>
          <p:cNvSpPr>
            <a:spLocks noGrp="1"/>
          </p:cNvSpPr>
          <p:nvPr>
            <p:ph type="title"/>
          </p:nvPr>
        </p:nvSpPr>
        <p:spPr>
          <a:xfrm>
            <a:off x="838200" y="593724"/>
            <a:ext cx="10515600" cy="1325880"/>
          </a:xfrm>
        </p:spPr>
        <p:txBody>
          <a:bodyPr>
            <a:noAutofit/>
          </a:bodyPr>
          <a:lstStyle/>
          <a:p>
            <a:r>
              <a:rPr lang="fa-IR" sz="4400" dirty="0">
                <a:latin typeface="Estedad Bold" panose="02000803000000000000" pitchFamily="2" charset="-78"/>
                <a:cs typeface="B Zar" panose="00000400000000000000" pitchFamily="2" charset="-78"/>
              </a:rPr>
              <a:t>مبحث سیزدهم:طرح و اجرای تاسیسات برقی ساختمان ها</a:t>
            </a:r>
            <a:br>
              <a:rPr lang="fa-IR" sz="4400" dirty="0">
                <a:latin typeface="Estedad Bold" panose="02000803000000000000" pitchFamily="2" charset="-78"/>
                <a:cs typeface="B Zar" panose="00000400000000000000" pitchFamily="2" charset="-78"/>
              </a:rPr>
            </a:br>
            <a:r>
              <a:rPr lang="fa-IR" sz="2400" dirty="0">
                <a:latin typeface="Estedad Bold" panose="02000803000000000000" pitchFamily="2" charset="-78"/>
                <a:cs typeface="B Zar" panose="00000400000000000000" pitchFamily="2" charset="-78"/>
              </a:rPr>
              <a:t>اصول اساسی در تاسیسات برق (حفاظت در برابر تماس مستقیم)</a:t>
            </a:r>
            <a:br>
              <a:rPr lang="fa-IR" sz="4400" dirty="0">
                <a:latin typeface="Estedad Bold" panose="02000803000000000000" pitchFamily="2" charset="-78"/>
                <a:cs typeface="B Zar" panose="00000400000000000000" pitchFamily="2" charset="-78"/>
              </a:rPr>
            </a:br>
            <a:endParaRPr lang="en-US" sz="4400" dirty="0"/>
          </a:p>
        </p:txBody>
      </p:sp>
      <p:sp>
        <p:nvSpPr>
          <p:cNvPr id="4" name="Date Placeholder 3">
            <a:extLst>
              <a:ext uri="{FF2B5EF4-FFF2-40B4-BE49-F238E27FC236}">
                <a16:creationId xmlns:a16="http://schemas.microsoft.com/office/drawing/2014/main" id="{1FD85449-EA11-E106-B11B-3B9898268A37}"/>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D02C86D6-D986-1292-EA7F-B94652BC1B38}"/>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55D13CD3-4579-7F7F-137D-BD4D609421F0}"/>
              </a:ext>
            </a:extLst>
          </p:cNvPr>
          <p:cNvSpPr>
            <a:spLocks noGrp="1"/>
          </p:cNvSpPr>
          <p:nvPr>
            <p:ph type="sldNum" sz="quarter" idx="12"/>
          </p:nvPr>
        </p:nvSpPr>
        <p:spPr/>
        <p:txBody>
          <a:bodyPr/>
          <a:lstStyle/>
          <a:p>
            <a:fld id="{2C18C1E5-FB55-42F5-BD6D-9CC153FCDBE6}" type="slidenum">
              <a:rPr lang="en-US" smtClean="0"/>
              <a:pPr/>
              <a:t>30</a:t>
            </a:fld>
            <a:endParaRPr lang="en-US" dirty="0"/>
          </a:p>
        </p:txBody>
      </p:sp>
      <p:graphicFrame>
        <p:nvGraphicFramePr>
          <p:cNvPr id="9" name="Content Placeholder 4" descr="timeline SmartArt graphic">
            <a:extLst>
              <a:ext uri="{FF2B5EF4-FFF2-40B4-BE49-F238E27FC236}">
                <a16:creationId xmlns:a16="http://schemas.microsoft.com/office/drawing/2014/main" id="{DA357D74-FE9E-81EB-73B1-D2FECAA0816E}"/>
              </a:ext>
            </a:extLst>
          </p:cNvPr>
          <p:cNvGraphicFramePr>
            <a:graphicFrameLocks noGrp="1"/>
          </p:cNvGraphicFramePr>
          <p:nvPr>
            <p:ph idx="1"/>
            <p:extLst>
              <p:ext uri="{D42A27DB-BD31-4B8C-83A1-F6EECF244321}">
                <p14:modId xmlns:p14="http://schemas.microsoft.com/office/powerpoint/2010/main" val="107824299"/>
              </p:ext>
            </p:extLst>
          </p:nvPr>
        </p:nvGraphicFramePr>
        <p:xfrm>
          <a:off x="245027" y="2199639"/>
          <a:ext cx="11850896"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522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5D9C-E7F1-8421-CB12-3AA3529959F4}"/>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2CBECCF6-750C-2C93-051D-DFDF826B86B8}"/>
              </a:ext>
            </a:extLst>
          </p:cNvPr>
          <p:cNvSpPr>
            <a:spLocks noGrp="1"/>
          </p:cNvSpPr>
          <p:nvPr>
            <p:ph type="title"/>
          </p:nvPr>
        </p:nvSpPr>
        <p:spPr>
          <a:xfrm>
            <a:off x="689110" y="930620"/>
            <a:ext cx="10515600" cy="1325563"/>
          </a:xfrm>
        </p:spPr>
        <p:txBody>
          <a:bodyPr>
            <a:normAutofit fontScale="90000"/>
          </a:bodyPr>
          <a:lstStyle/>
          <a:p>
            <a:r>
              <a:rPr lang="fa-IR" sz="6000" dirty="0">
                <a:latin typeface="Estedad Bold" panose="02000803000000000000" pitchFamily="2" charset="-78"/>
                <a:cs typeface="B Zar" panose="00000400000000000000" pitchFamily="2" charset="-78"/>
              </a:rPr>
              <a:t>مبحث چهاردهم:تاسیسات مکانیکی</a:t>
            </a:r>
            <a:br>
              <a:rPr lang="fa-IR" sz="6600" dirty="0">
                <a:latin typeface="Estedad Bold" panose="02000803000000000000" pitchFamily="2" charset="-78"/>
                <a:cs typeface="B Zar" panose="00000400000000000000" pitchFamily="2" charset="-78"/>
              </a:rPr>
            </a:b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5BC5332C-BC6E-3929-B151-98C4493207EA}"/>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مبحث چهاردهم مقررات ملّی ساختمان براي اطمینان از ایمنی جان و مال افراد و تضمین تندرستی و سلامتی آنان در طراحی، اجرا، بهره برداري و نگهداري، تغییرات و بازرسی تاسیسات مکانیکی ساختمان می باشد.</a:t>
            </a:r>
          </a:p>
          <a:p>
            <a:pPr marL="0" indent="0" algn="r">
              <a:lnSpc>
                <a:spcPct val="110000"/>
              </a:lnSpc>
              <a:buNone/>
            </a:pPr>
            <a:r>
              <a:rPr lang="ar-SA" dirty="0">
                <a:cs typeface="B Zar" panose="00000400000000000000" pitchFamily="2" charset="-78"/>
              </a:rPr>
              <a:t>تاسیسات مکانیکی شامل تأسیسات حرارت مرکزي و تهویه مطبوع، تعویض هوا، و تهیه و ذخیرة آب گرم مصرفی داخل ساختمان است.</a:t>
            </a:r>
          </a:p>
        </p:txBody>
      </p:sp>
      <p:sp>
        <p:nvSpPr>
          <p:cNvPr id="7" name="Date Placeholder 6">
            <a:extLst>
              <a:ext uri="{FF2B5EF4-FFF2-40B4-BE49-F238E27FC236}">
                <a16:creationId xmlns:a16="http://schemas.microsoft.com/office/drawing/2014/main" id="{1760B829-9502-F8C7-3362-4450B024044C}"/>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E93590C5-C3A8-A71A-B2C9-846DE84A6AB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00930089-6340-A9AE-FEB5-D8B9968CB51C}"/>
              </a:ext>
            </a:extLst>
          </p:cNvPr>
          <p:cNvSpPr>
            <a:spLocks noGrp="1"/>
          </p:cNvSpPr>
          <p:nvPr>
            <p:ph type="sldNum" sz="quarter" idx="12"/>
          </p:nvPr>
        </p:nvSpPr>
        <p:spPr/>
        <p:txBody>
          <a:bodyPr/>
          <a:lstStyle/>
          <a:p>
            <a:fld id="{2C18C1E5-FB55-42F5-BD6D-9CC153FCDBE6}" type="slidenum">
              <a:rPr lang="en-US" smtClean="0"/>
              <a:pPr/>
              <a:t>31</a:t>
            </a:fld>
            <a:endParaRPr lang="en-US" dirty="0"/>
          </a:p>
        </p:txBody>
      </p:sp>
      <p:pic>
        <p:nvPicPr>
          <p:cNvPr id="3" name="Picture 2">
            <a:extLst>
              <a:ext uri="{FF2B5EF4-FFF2-40B4-BE49-F238E27FC236}">
                <a16:creationId xmlns:a16="http://schemas.microsoft.com/office/drawing/2014/main" id="{E6D915FD-36D3-B0D8-C7DD-7772F92A3459}"/>
              </a:ext>
            </a:extLst>
          </p:cNvPr>
          <p:cNvPicPr>
            <a:picLocks noChangeAspect="1"/>
          </p:cNvPicPr>
          <p:nvPr/>
        </p:nvPicPr>
        <p:blipFill>
          <a:blip r:embed="rId2"/>
          <a:stretch>
            <a:fillRect/>
          </a:stretch>
        </p:blipFill>
        <p:spPr>
          <a:xfrm>
            <a:off x="657892" y="2256183"/>
            <a:ext cx="3103815" cy="4481444"/>
          </a:xfrm>
          <a:prstGeom prst="rect">
            <a:avLst/>
          </a:prstGeom>
        </p:spPr>
      </p:pic>
    </p:spTree>
    <p:extLst>
      <p:ext uri="{BB962C8B-B14F-4D97-AF65-F5344CB8AC3E}">
        <p14:creationId xmlns:p14="http://schemas.microsoft.com/office/powerpoint/2010/main" val="3626967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020E8-0CDB-196F-6128-AF72503AE567}"/>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549707E1-A4C9-A05B-0EFA-C31C106BC9FA}"/>
              </a:ext>
            </a:extLst>
          </p:cNvPr>
          <p:cNvSpPr>
            <a:spLocks noGrp="1"/>
          </p:cNvSpPr>
          <p:nvPr>
            <p:ph type="title"/>
          </p:nvPr>
        </p:nvSpPr>
        <p:spPr>
          <a:xfrm>
            <a:off x="838200" y="481729"/>
            <a:ext cx="10515600" cy="1325563"/>
          </a:xfrm>
        </p:spPr>
        <p:txBody>
          <a:bodyPr>
            <a:noAutofit/>
          </a:bodyPr>
          <a:lstStyle/>
          <a:p>
            <a:r>
              <a:rPr lang="fa-IR" sz="6000" dirty="0">
                <a:latin typeface="Estedad Bold" panose="02000803000000000000" pitchFamily="2" charset="-78"/>
                <a:cs typeface="B Zar" panose="00000400000000000000" pitchFamily="2" charset="-78"/>
              </a:rPr>
              <a:t>مبحث چهاردهم:تاسیسات مکانیکی</a:t>
            </a:r>
            <a:br>
              <a:rPr lang="en-US" sz="6000" dirty="0">
                <a:latin typeface="Estedad Bold" panose="02000803000000000000" pitchFamily="2" charset="-78"/>
                <a:cs typeface="B Zar" panose="00000400000000000000" pitchFamily="2" charset="-78"/>
              </a:rPr>
            </a:br>
            <a:r>
              <a:rPr lang="fa-IR" sz="3600" dirty="0">
                <a:latin typeface="Estedad Bold" panose="02000803000000000000" pitchFamily="2" charset="-78"/>
                <a:cs typeface="B Zar" panose="00000400000000000000" pitchFamily="2" charset="-78"/>
              </a:rPr>
              <a:t>تخليه هواي آشپزخانه خانگی </a:t>
            </a:r>
            <a:endParaRPr lang="en-US" sz="5400" dirty="0"/>
          </a:p>
        </p:txBody>
      </p:sp>
      <p:sp>
        <p:nvSpPr>
          <p:cNvPr id="3" name="Text Placeholder 2">
            <a:extLst>
              <a:ext uri="{FF2B5EF4-FFF2-40B4-BE49-F238E27FC236}">
                <a16:creationId xmlns:a16="http://schemas.microsoft.com/office/drawing/2014/main" id="{634978EE-2E90-E062-3C06-C05E870282C4}"/>
              </a:ext>
            </a:extLst>
          </p:cNvPr>
          <p:cNvSpPr>
            <a:spLocks noGrp="1"/>
          </p:cNvSpPr>
          <p:nvPr>
            <p:ph type="body" idx="1"/>
          </p:nvPr>
        </p:nvSpPr>
        <p:spPr>
          <a:xfrm>
            <a:off x="4611757" y="4237678"/>
            <a:ext cx="3200400" cy="1742954"/>
          </a:xfrm>
        </p:spPr>
        <p:txBody>
          <a:bodyPr>
            <a:normAutofit/>
          </a:bodyPr>
          <a:lstStyle/>
          <a:p>
            <a:pPr algn="r"/>
            <a:r>
              <a:rPr lang="ar-SA" sz="2400" dirty="0">
                <a:cs typeface="B Zar" panose="00000400000000000000" pitchFamily="2" charset="-78"/>
              </a:rPr>
              <a:t>كانال تخلية هواي آشپزخانه خانگي بايد طبق الزامـات منـدرج در «(6-14) كانـال كشـي» طراحي، ساخته و نصب شود.</a:t>
            </a:r>
          </a:p>
        </p:txBody>
      </p:sp>
      <p:sp>
        <p:nvSpPr>
          <p:cNvPr id="5" name="Text Placeholder 4">
            <a:extLst>
              <a:ext uri="{FF2B5EF4-FFF2-40B4-BE49-F238E27FC236}">
                <a16:creationId xmlns:a16="http://schemas.microsoft.com/office/drawing/2014/main" id="{2AEB19B6-E417-D3C3-3FDB-A0DCF2124A53}"/>
              </a:ext>
            </a:extLst>
          </p:cNvPr>
          <p:cNvSpPr>
            <a:spLocks noGrp="1"/>
          </p:cNvSpPr>
          <p:nvPr>
            <p:ph type="body" sz="quarter" idx="3"/>
          </p:nvPr>
        </p:nvSpPr>
        <p:spPr>
          <a:xfrm>
            <a:off x="4651381" y="2338867"/>
            <a:ext cx="3200400" cy="1742954"/>
          </a:xfrm>
        </p:spPr>
        <p:txBody>
          <a:bodyPr>
            <a:normAutofit/>
          </a:bodyPr>
          <a:lstStyle/>
          <a:p>
            <a:pPr algn="ctr"/>
            <a:r>
              <a:rPr lang="ar-SA" sz="2400" dirty="0">
                <a:cs typeface="B Zar" panose="00000400000000000000" pitchFamily="2" charset="-78"/>
              </a:rPr>
              <a:t>بر روي دستگاه هاي پخت و پز خانگي نصب هود الزامي نيست، مگر آنكه از اين دستگاه هـا براي مقاصد تجاري استفاده شود. </a:t>
            </a:r>
          </a:p>
        </p:txBody>
      </p:sp>
      <p:sp>
        <p:nvSpPr>
          <p:cNvPr id="10" name="Text Placeholder 9">
            <a:extLst>
              <a:ext uri="{FF2B5EF4-FFF2-40B4-BE49-F238E27FC236}">
                <a16:creationId xmlns:a16="http://schemas.microsoft.com/office/drawing/2014/main" id="{F3045EC9-6BD8-5475-F0EF-96DA8E35B0ED}"/>
              </a:ext>
            </a:extLst>
          </p:cNvPr>
          <p:cNvSpPr>
            <a:spLocks noGrp="1"/>
          </p:cNvSpPr>
          <p:nvPr>
            <p:ph type="body" sz="quarter" idx="13"/>
          </p:nvPr>
        </p:nvSpPr>
        <p:spPr>
          <a:xfrm>
            <a:off x="7812157" y="2484783"/>
            <a:ext cx="4227443" cy="3485909"/>
          </a:xfrm>
        </p:spPr>
        <p:txBody>
          <a:bodyPr>
            <a:normAutofit lnSpcReduction="10000"/>
          </a:bodyPr>
          <a:lstStyle/>
          <a:p>
            <a:pPr algn="r"/>
            <a:r>
              <a:rPr lang="ar-SA" sz="2400" dirty="0">
                <a:cs typeface="B Zar" panose="00000400000000000000" pitchFamily="2" charset="-78"/>
              </a:rPr>
              <a:t>كانال هاي تخلية هواي آشپزخانة خانگي بايداز جـنس فـولادي گـالوانيزه، فـولادي زنـگ ناپذير، آلومينيومي يا مسي باشد.</a:t>
            </a:r>
            <a:endParaRPr lang="fa-IR" sz="2400" dirty="0">
              <a:cs typeface="B Zar" panose="00000400000000000000" pitchFamily="2" charset="-78"/>
            </a:endParaRPr>
          </a:p>
          <a:p>
            <a:pPr algn="r"/>
            <a:endParaRPr lang="en-US" sz="2400" dirty="0">
              <a:cs typeface="B Zar" panose="00000400000000000000" pitchFamily="2" charset="-78"/>
            </a:endParaRPr>
          </a:p>
          <a:p>
            <a:pPr algn="r"/>
            <a:r>
              <a:rPr lang="fa-IR" sz="1800" dirty="0">
                <a:cs typeface="B Zar" panose="00000400000000000000" pitchFamily="2" charset="-78"/>
              </a:rPr>
              <a:t>سطح داخلي كانال تخلية هوا بايد كاملاً صاف و درزهاي كانال هوابند باشد</a:t>
            </a:r>
          </a:p>
          <a:p>
            <a:pPr algn="r"/>
            <a:r>
              <a:rPr lang="ar-SA" sz="1800" dirty="0">
                <a:cs typeface="B Zar" panose="00000400000000000000" pitchFamily="2" charset="-78"/>
              </a:rPr>
              <a:t>در دهانة خروج هوا از كانال، بايد دمپر جلوگيري از جريان معكوس هوا نصب شود. </a:t>
            </a:r>
          </a:p>
          <a:p>
            <a:pPr algn="r"/>
            <a:r>
              <a:rPr lang="ar-SA" sz="1800" dirty="0">
                <a:cs typeface="B Zar" panose="00000400000000000000" pitchFamily="2" charset="-78"/>
              </a:rPr>
              <a:t>سيستم تخليه هواي آشپزخانه هاي خانگي بايد مستقل از ساير سيستم هاي تخليـه هـواي ساختمان باشد. </a:t>
            </a:r>
          </a:p>
        </p:txBody>
      </p:sp>
      <p:sp>
        <p:nvSpPr>
          <p:cNvPr id="7" name="Date Placeholder 6">
            <a:extLst>
              <a:ext uri="{FF2B5EF4-FFF2-40B4-BE49-F238E27FC236}">
                <a16:creationId xmlns:a16="http://schemas.microsoft.com/office/drawing/2014/main" id="{F4A555CB-E9C3-F7C5-7C05-15539ECD476F}"/>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DEDCDF01-C0BD-DB9C-7ECB-E5CD840E17F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53D71EC-8688-181D-5084-E6F939384DA6}"/>
              </a:ext>
            </a:extLst>
          </p:cNvPr>
          <p:cNvSpPr>
            <a:spLocks noGrp="1"/>
          </p:cNvSpPr>
          <p:nvPr>
            <p:ph type="sldNum" sz="quarter" idx="12"/>
          </p:nvPr>
        </p:nvSpPr>
        <p:spPr/>
        <p:txBody>
          <a:bodyPr/>
          <a:lstStyle/>
          <a:p>
            <a:fld id="{2C18C1E5-FB55-42F5-BD6D-9CC153FCDBE6}" type="slidenum">
              <a:rPr lang="en-US" smtClean="0"/>
              <a:pPr/>
              <a:t>32</a:t>
            </a:fld>
            <a:endParaRPr lang="en-US" dirty="0"/>
          </a:p>
        </p:txBody>
      </p:sp>
      <p:pic>
        <p:nvPicPr>
          <p:cNvPr id="17" name="Picture 16">
            <a:extLst>
              <a:ext uri="{FF2B5EF4-FFF2-40B4-BE49-F238E27FC236}">
                <a16:creationId xmlns:a16="http://schemas.microsoft.com/office/drawing/2014/main" id="{F19EB268-4ADB-618C-EA85-6C94535465FA}"/>
              </a:ext>
            </a:extLst>
          </p:cNvPr>
          <p:cNvPicPr>
            <a:picLocks noChangeAspect="1"/>
          </p:cNvPicPr>
          <p:nvPr/>
        </p:nvPicPr>
        <p:blipFill>
          <a:blip r:embed="rId2"/>
          <a:stretch>
            <a:fillRect/>
          </a:stretch>
        </p:blipFill>
        <p:spPr>
          <a:xfrm>
            <a:off x="870799" y="2338867"/>
            <a:ext cx="3053501" cy="2257425"/>
          </a:xfrm>
          <a:prstGeom prst="rect">
            <a:avLst/>
          </a:prstGeom>
        </p:spPr>
      </p:pic>
      <p:pic>
        <p:nvPicPr>
          <p:cNvPr id="18" name="Picture 17">
            <a:extLst>
              <a:ext uri="{FF2B5EF4-FFF2-40B4-BE49-F238E27FC236}">
                <a16:creationId xmlns:a16="http://schemas.microsoft.com/office/drawing/2014/main" id="{DB067845-46D1-2693-56B3-787EFE96786B}"/>
              </a:ext>
            </a:extLst>
          </p:cNvPr>
          <p:cNvPicPr>
            <a:picLocks noChangeAspect="1"/>
          </p:cNvPicPr>
          <p:nvPr/>
        </p:nvPicPr>
        <p:blipFill>
          <a:blip r:embed="rId3"/>
          <a:stretch>
            <a:fillRect/>
          </a:stretch>
        </p:blipFill>
        <p:spPr>
          <a:xfrm>
            <a:off x="752475" y="4596291"/>
            <a:ext cx="3057525" cy="2125183"/>
          </a:xfrm>
          <a:prstGeom prst="rect">
            <a:avLst/>
          </a:prstGeom>
        </p:spPr>
      </p:pic>
    </p:spTree>
    <p:extLst>
      <p:ext uri="{BB962C8B-B14F-4D97-AF65-F5344CB8AC3E}">
        <p14:creationId xmlns:p14="http://schemas.microsoft.com/office/powerpoint/2010/main" val="2667356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7B7C0-849C-0BAA-CBD7-DBEA5713D67E}"/>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CF02CD22-8367-99FD-893D-DC86A9F3EEC9}"/>
              </a:ext>
            </a:extLst>
          </p:cNvPr>
          <p:cNvSpPr>
            <a:spLocks noGrp="1"/>
          </p:cNvSpPr>
          <p:nvPr>
            <p:ph type="title"/>
          </p:nvPr>
        </p:nvSpPr>
        <p:spPr>
          <a:xfrm>
            <a:off x="790161" y="518418"/>
            <a:ext cx="10611678" cy="1325563"/>
          </a:xfrm>
        </p:spPr>
        <p:txBody>
          <a:bodyPr>
            <a:normAutofit/>
          </a:bodyPr>
          <a:lstStyle/>
          <a:p>
            <a:r>
              <a:rPr lang="fa-IR" sz="6000" dirty="0">
                <a:latin typeface="Estedad Bold" panose="02000803000000000000" pitchFamily="2" charset="-78"/>
                <a:cs typeface="B Zar" panose="00000400000000000000" pitchFamily="2" charset="-78"/>
              </a:rPr>
              <a:t>مبحث پانزدهم:آسانسورها و پلکان برقی</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3BBA7786-87D5-90D9-1177-96A1D7B35204}"/>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این مبحث شامل دو بخش است که در آنها مقرراتی براي آسانسورها، پله هاي برقی و پیاده روهاي متحرك وضع شده است این مقررات متناسب با ترکیب جمعیت از نظر سنی و توانایی، همچنین متناسب با نوع کاربري ساختمان ها نوشته شده است. </a:t>
            </a:r>
          </a:p>
        </p:txBody>
      </p:sp>
      <p:sp>
        <p:nvSpPr>
          <p:cNvPr id="7" name="Date Placeholder 6">
            <a:extLst>
              <a:ext uri="{FF2B5EF4-FFF2-40B4-BE49-F238E27FC236}">
                <a16:creationId xmlns:a16="http://schemas.microsoft.com/office/drawing/2014/main" id="{6BA25670-3117-8E50-102A-44D706C62ACB}"/>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592FFE8A-E464-D6C0-574E-F1487D661B72}"/>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8840F4D8-D643-7ED4-3891-7C38430A6311}"/>
              </a:ext>
            </a:extLst>
          </p:cNvPr>
          <p:cNvSpPr>
            <a:spLocks noGrp="1"/>
          </p:cNvSpPr>
          <p:nvPr>
            <p:ph type="sldNum" sz="quarter" idx="12"/>
          </p:nvPr>
        </p:nvSpPr>
        <p:spPr/>
        <p:txBody>
          <a:bodyPr/>
          <a:lstStyle/>
          <a:p>
            <a:fld id="{2C18C1E5-FB55-42F5-BD6D-9CC153FCDBE6}" type="slidenum">
              <a:rPr lang="en-US" smtClean="0"/>
              <a:pPr/>
              <a:t>33</a:t>
            </a:fld>
            <a:endParaRPr lang="en-US" dirty="0"/>
          </a:p>
        </p:txBody>
      </p:sp>
      <p:pic>
        <p:nvPicPr>
          <p:cNvPr id="2" name="Picture 1">
            <a:extLst>
              <a:ext uri="{FF2B5EF4-FFF2-40B4-BE49-F238E27FC236}">
                <a16:creationId xmlns:a16="http://schemas.microsoft.com/office/drawing/2014/main" id="{5C21314D-8837-7225-217B-BC50827E7FE6}"/>
              </a:ext>
            </a:extLst>
          </p:cNvPr>
          <p:cNvPicPr>
            <a:picLocks noChangeAspect="1"/>
          </p:cNvPicPr>
          <p:nvPr/>
        </p:nvPicPr>
        <p:blipFill>
          <a:blip r:embed="rId2"/>
          <a:stretch>
            <a:fillRect/>
          </a:stretch>
        </p:blipFill>
        <p:spPr>
          <a:xfrm>
            <a:off x="714179" y="2228539"/>
            <a:ext cx="2991242" cy="4492935"/>
          </a:xfrm>
          <a:prstGeom prst="rect">
            <a:avLst/>
          </a:prstGeom>
        </p:spPr>
      </p:pic>
    </p:spTree>
    <p:extLst>
      <p:ext uri="{BB962C8B-B14F-4D97-AF65-F5344CB8AC3E}">
        <p14:creationId xmlns:p14="http://schemas.microsoft.com/office/powerpoint/2010/main" val="1321725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AC997-6CBC-2BC0-BE40-623175514EA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67E7896-171A-20BC-FA45-8F80A038A6D0}"/>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پانزدهم:آسانسورها و پلکان برقی</a:t>
            </a:r>
            <a:br>
              <a:rPr lang="fa-IR" sz="6000" dirty="0">
                <a:latin typeface="Estedad Bold" panose="02000803000000000000" pitchFamily="2" charset="-78"/>
                <a:cs typeface="B Zar" panose="00000400000000000000" pitchFamily="2" charset="-78"/>
              </a:rPr>
            </a:br>
            <a:r>
              <a:rPr lang="fa-IR" sz="3600" dirty="0">
                <a:latin typeface="Estedad Bold" panose="02000803000000000000" pitchFamily="2" charset="-78"/>
                <a:cs typeface="B Zar" panose="00000400000000000000" pitchFamily="2" charset="-78"/>
              </a:rPr>
              <a:t>الزامات اوليه انتخاب آسانسور</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08878BDD-F49E-5CA3-9D94-3190DD229BC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8D391F6-08EF-A65B-44FB-F54B0262F3B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5A5CD789-6DB0-3205-95AE-E3185E87859A}"/>
              </a:ext>
            </a:extLst>
          </p:cNvPr>
          <p:cNvSpPr>
            <a:spLocks noGrp="1"/>
          </p:cNvSpPr>
          <p:nvPr>
            <p:ph type="sldNum" sz="quarter" idx="12"/>
          </p:nvPr>
        </p:nvSpPr>
        <p:spPr/>
        <p:txBody>
          <a:bodyPr/>
          <a:lstStyle/>
          <a:p>
            <a:fld id="{2C18C1E5-FB55-42F5-BD6D-9CC153FCDBE6}" type="slidenum">
              <a:rPr lang="en-US" smtClean="0"/>
              <a:pPr/>
              <a:t>34</a:t>
            </a:fld>
            <a:endParaRPr lang="en-US" dirty="0"/>
          </a:p>
        </p:txBody>
      </p:sp>
      <p:graphicFrame>
        <p:nvGraphicFramePr>
          <p:cNvPr id="9" name="Content Placeholder 4" descr="timeline SmartArt graphic">
            <a:extLst>
              <a:ext uri="{FF2B5EF4-FFF2-40B4-BE49-F238E27FC236}">
                <a16:creationId xmlns:a16="http://schemas.microsoft.com/office/drawing/2014/main" id="{71FC24D8-4573-F3E5-3190-8A8C385080B1}"/>
              </a:ext>
            </a:extLst>
          </p:cNvPr>
          <p:cNvGraphicFramePr>
            <a:graphicFrameLocks noGrp="1"/>
          </p:cNvGraphicFramePr>
          <p:nvPr>
            <p:ph idx="1"/>
            <p:extLst>
              <p:ext uri="{D42A27DB-BD31-4B8C-83A1-F6EECF244321}">
                <p14:modId xmlns:p14="http://schemas.microsoft.com/office/powerpoint/2010/main" val="2368838884"/>
              </p:ext>
            </p:extLst>
          </p:nvPr>
        </p:nvGraphicFramePr>
        <p:xfrm>
          <a:off x="841374" y="2305050"/>
          <a:ext cx="10926555"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2960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87C97-6B03-9156-E40A-1A7A4788792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1B54580-B575-E6B7-5A3A-9B53946D85F4}"/>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پانزدهم:آسانسورها و پلکان برقی</a:t>
            </a:r>
            <a:br>
              <a:rPr lang="fa-IR" sz="6000" dirty="0">
                <a:latin typeface="Estedad Bold" panose="02000803000000000000" pitchFamily="2" charset="-78"/>
                <a:cs typeface="B Zar" panose="00000400000000000000" pitchFamily="2" charset="-78"/>
              </a:rPr>
            </a:br>
            <a:r>
              <a:rPr lang="fa-IR" sz="3600" dirty="0">
                <a:latin typeface="Estedad Bold" panose="02000803000000000000" pitchFamily="2" charset="-78"/>
                <a:cs typeface="B Zar" panose="00000400000000000000" pitchFamily="2" charset="-78"/>
              </a:rPr>
              <a:t>الزامات اوليه انتخاب آسانسور</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E5640A3B-15B9-A5CF-F3F2-AB135BB7343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84B481B3-4053-DF93-4E78-E97771B117A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E9774D1-0B9D-4D9A-CBEB-7507DF85AA7B}"/>
              </a:ext>
            </a:extLst>
          </p:cNvPr>
          <p:cNvSpPr>
            <a:spLocks noGrp="1"/>
          </p:cNvSpPr>
          <p:nvPr>
            <p:ph type="sldNum" sz="quarter" idx="12"/>
          </p:nvPr>
        </p:nvSpPr>
        <p:spPr/>
        <p:txBody>
          <a:bodyPr/>
          <a:lstStyle/>
          <a:p>
            <a:fld id="{2C18C1E5-FB55-42F5-BD6D-9CC153FCDBE6}" type="slidenum">
              <a:rPr lang="en-US" smtClean="0"/>
              <a:pPr/>
              <a:t>35</a:t>
            </a:fld>
            <a:endParaRPr lang="en-US" dirty="0"/>
          </a:p>
        </p:txBody>
      </p:sp>
      <p:graphicFrame>
        <p:nvGraphicFramePr>
          <p:cNvPr id="9" name="Content Placeholder 4" descr="timeline SmartArt graphic">
            <a:extLst>
              <a:ext uri="{FF2B5EF4-FFF2-40B4-BE49-F238E27FC236}">
                <a16:creationId xmlns:a16="http://schemas.microsoft.com/office/drawing/2014/main" id="{070873A8-D7F2-A006-414A-684949FC4A26}"/>
              </a:ext>
            </a:extLst>
          </p:cNvPr>
          <p:cNvGraphicFramePr>
            <a:graphicFrameLocks noGrp="1"/>
          </p:cNvGraphicFramePr>
          <p:nvPr>
            <p:ph idx="1"/>
            <p:extLst>
              <p:ext uri="{D42A27DB-BD31-4B8C-83A1-F6EECF244321}">
                <p14:modId xmlns:p14="http://schemas.microsoft.com/office/powerpoint/2010/main" val="226328556"/>
              </p:ext>
            </p:extLst>
          </p:nvPr>
        </p:nvGraphicFramePr>
        <p:xfrm>
          <a:off x="841374" y="2305050"/>
          <a:ext cx="10926555"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3511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FDE0-2BB2-29FB-797D-59545F17E580}"/>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C9862703-757C-B227-D813-AC4DF63BA1EB}"/>
              </a:ext>
            </a:extLst>
          </p:cNvPr>
          <p:cNvSpPr>
            <a:spLocks noGrp="1"/>
          </p:cNvSpPr>
          <p:nvPr>
            <p:ph type="title"/>
          </p:nvPr>
        </p:nvSpPr>
        <p:spPr>
          <a:xfrm>
            <a:off x="790161" y="518418"/>
            <a:ext cx="10611678" cy="1325563"/>
          </a:xfrm>
        </p:spPr>
        <p:txBody>
          <a:bodyPr>
            <a:normAutofit/>
          </a:bodyPr>
          <a:lstStyle/>
          <a:p>
            <a:r>
              <a:rPr lang="fa-IR" sz="6000" dirty="0">
                <a:latin typeface="Estedad Bold" panose="02000803000000000000" pitchFamily="2" charset="-78"/>
                <a:cs typeface="B Zar" panose="00000400000000000000" pitchFamily="2" charset="-78"/>
              </a:rPr>
              <a:t>مبحث شانزدهم:تأسیسات بهداشتی </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571C5D41-493E-8316-53F9-536A1F82D696}"/>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مبحث شانزدهم مقررات ملّی ساختمان بیانگر حداقل الزاماتی است در مورد تاسیسات بهداشتی که مواردي از قبیل: لوله کشی و ذخیره سازي آب مصرفی در ساختمان، لوله کشی فاضلاب بهداشتی، لوله کشی هواکش فاضلاب، لوازم بهداشتی، لوله کشی آب باران ساختمان، توزیع آب مصرفی در ساختمان، بست و تکیه گاه را بیان میکند</a:t>
            </a:r>
          </a:p>
        </p:txBody>
      </p:sp>
      <p:sp>
        <p:nvSpPr>
          <p:cNvPr id="7" name="Date Placeholder 6">
            <a:extLst>
              <a:ext uri="{FF2B5EF4-FFF2-40B4-BE49-F238E27FC236}">
                <a16:creationId xmlns:a16="http://schemas.microsoft.com/office/drawing/2014/main" id="{6468C5D1-B7BB-D3DF-760B-1C5956122D1F}"/>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5FB3AD89-298C-3665-4566-CE0F5355373A}"/>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F7738A29-B2F7-08B2-AA59-5F6AD807DDE9}"/>
              </a:ext>
            </a:extLst>
          </p:cNvPr>
          <p:cNvSpPr>
            <a:spLocks noGrp="1"/>
          </p:cNvSpPr>
          <p:nvPr>
            <p:ph type="sldNum" sz="quarter" idx="12"/>
          </p:nvPr>
        </p:nvSpPr>
        <p:spPr/>
        <p:txBody>
          <a:bodyPr/>
          <a:lstStyle/>
          <a:p>
            <a:fld id="{2C18C1E5-FB55-42F5-BD6D-9CC153FCDBE6}" type="slidenum">
              <a:rPr lang="en-US" smtClean="0"/>
              <a:pPr/>
              <a:t>36</a:t>
            </a:fld>
            <a:endParaRPr lang="en-US" dirty="0"/>
          </a:p>
        </p:txBody>
      </p:sp>
      <p:pic>
        <p:nvPicPr>
          <p:cNvPr id="2" name="Picture 1">
            <a:extLst>
              <a:ext uri="{FF2B5EF4-FFF2-40B4-BE49-F238E27FC236}">
                <a16:creationId xmlns:a16="http://schemas.microsoft.com/office/drawing/2014/main" id="{B4A280F4-01F2-BADD-D337-3B04C10D165C}"/>
              </a:ext>
            </a:extLst>
          </p:cNvPr>
          <p:cNvPicPr>
            <a:picLocks noChangeAspect="1"/>
          </p:cNvPicPr>
          <p:nvPr/>
        </p:nvPicPr>
        <p:blipFill>
          <a:blip r:embed="rId2"/>
          <a:stretch>
            <a:fillRect/>
          </a:stretch>
        </p:blipFill>
        <p:spPr>
          <a:xfrm>
            <a:off x="714179" y="2228539"/>
            <a:ext cx="2991242" cy="4492935"/>
          </a:xfrm>
          <a:prstGeom prst="rect">
            <a:avLst/>
          </a:prstGeom>
        </p:spPr>
      </p:pic>
      <p:pic>
        <p:nvPicPr>
          <p:cNvPr id="3" name="Picture 2">
            <a:extLst>
              <a:ext uri="{FF2B5EF4-FFF2-40B4-BE49-F238E27FC236}">
                <a16:creationId xmlns:a16="http://schemas.microsoft.com/office/drawing/2014/main" id="{ADBEB410-6887-6B3D-26E4-D2D37A4C22D6}"/>
              </a:ext>
            </a:extLst>
          </p:cNvPr>
          <p:cNvPicPr>
            <a:picLocks noChangeAspect="1"/>
          </p:cNvPicPr>
          <p:nvPr/>
        </p:nvPicPr>
        <p:blipFill>
          <a:blip r:embed="rId3"/>
          <a:stretch>
            <a:fillRect/>
          </a:stretch>
        </p:blipFill>
        <p:spPr>
          <a:xfrm>
            <a:off x="714178" y="2228538"/>
            <a:ext cx="3151761" cy="4492936"/>
          </a:xfrm>
          <a:prstGeom prst="rect">
            <a:avLst/>
          </a:prstGeom>
        </p:spPr>
      </p:pic>
    </p:spTree>
    <p:extLst>
      <p:ext uri="{BB962C8B-B14F-4D97-AF65-F5344CB8AC3E}">
        <p14:creationId xmlns:p14="http://schemas.microsoft.com/office/powerpoint/2010/main" val="3853565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19BE-7365-3803-294A-85930305789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0AF9B47-8E6B-4393-3CB2-94A9EAA24314}"/>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شانزدهم:تأسیسات بهداشتی </a:t>
            </a:r>
            <a:br>
              <a:rPr lang="fa-IR" sz="4900" dirty="0">
                <a:latin typeface="Estedad Bold" panose="02000803000000000000" pitchFamily="2" charset="-78"/>
                <a:cs typeface="B Zar" panose="00000400000000000000" pitchFamily="2" charset="-78"/>
              </a:rPr>
            </a:br>
            <a:r>
              <a:rPr lang="fa-IR" sz="3100" dirty="0">
                <a:latin typeface="Estedad Bold" panose="02000803000000000000" pitchFamily="2" charset="-78"/>
                <a:cs typeface="B Zar" panose="00000400000000000000" pitchFamily="2" charset="-78"/>
              </a:rPr>
              <a:t>الزامات جنس و ساخت لوازم بهداشتی </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1DF1FF51-1263-9762-E5B9-18D1DEE20D2E}"/>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F42E0AA-FCB3-A282-49B9-7ED516193585}"/>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23319027-2FC2-84F3-59A6-BFA45636B859}"/>
              </a:ext>
            </a:extLst>
          </p:cNvPr>
          <p:cNvSpPr>
            <a:spLocks noGrp="1"/>
          </p:cNvSpPr>
          <p:nvPr>
            <p:ph type="sldNum" sz="quarter" idx="12"/>
          </p:nvPr>
        </p:nvSpPr>
        <p:spPr/>
        <p:txBody>
          <a:bodyPr/>
          <a:lstStyle/>
          <a:p>
            <a:fld id="{2C18C1E5-FB55-42F5-BD6D-9CC153FCDBE6}" type="slidenum">
              <a:rPr lang="en-US" smtClean="0"/>
              <a:pPr/>
              <a:t>37</a:t>
            </a:fld>
            <a:endParaRPr lang="en-US" dirty="0"/>
          </a:p>
        </p:txBody>
      </p:sp>
      <p:graphicFrame>
        <p:nvGraphicFramePr>
          <p:cNvPr id="9" name="Content Placeholder 4" descr="timeline SmartArt graphic">
            <a:extLst>
              <a:ext uri="{FF2B5EF4-FFF2-40B4-BE49-F238E27FC236}">
                <a16:creationId xmlns:a16="http://schemas.microsoft.com/office/drawing/2014/main" id="{14E44367-B03A-6757-C6EC-02A34D8A936D}"/>
              </a:ext>
            </a:extLst>
          </p:cNvPr>
          <p:cNvGraphicFramePr>
            <a:graphicFrameLocks noGrp="1"/>
          </p:cNvGraphicFramePr>
          <p:nvPr>
            <p:ph idx="1"/>
            <p:extLst>
              <p:ext uri="{D42A27DB-BD31-4B8C-83A1-F6EECF244321}">
                <p14:modId xmlns:p14="http://schemas.microsoft.com/office/powerpoint/2010/main" val="2505355545"/>
              </p:ext>
            </p:extLst>
          </p:nvPr>
        </p:nvGraphicFramePr>
        <p:xfrm>
          <a:off x="841375" y="2305050"/>
          <a:ext cx="10515600" cy="3876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4213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12B9-FA2A-BC58-1E51-002726674390}"/>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25E6E43E-5A2F-DDDB-3C5D-3B3ED0F4E8DA}"/>
              </a:ext>
            </a:extLst>
          </p:cNvPr>
          <p:cNvSpPr>
            <a:spLocks noGrp="1"/>
          </p:cNvSpPr>
          <p:nvPr>
            <p:ph type="title"/>
          </p:nvPr>
        </p:nvSpPr>
        <p:spPr>
          <a:xfrm>
            <a:off x="790161" y="518418"/>
            <a:ext cx="10611678" cy="1325563"/>
          </a:xfrm>
        </p:spPr>
        <p:txBody>
          <a:bodyPr>
            <a:normAutofit/>
          </a:bodyPr>
          <a:lstStyle/>
          <a:p>
            <a:r>
              <a:rPr lang="fa-IR" sz="6000" dirty="0">
                <a:latin typeface="Estedad Bold" panose="02000803000000000000" pitchFamily="2" charset="-78"/>
                <a:cs typeface="B Zar" panose="00000400000000000000" pitchFamily="2" charset="-78"/>
              </a:rPr>
              <a:t>مبحث هفدهم:لوله کشی گاز طبیعی </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49DF2213-D08A-F27B-F07B-CC06F526FBAE}"/>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این مبحث حداقل ضوابط لوله کشی گاز طبیعی ساختمان هاي مسکونی، عمومی و خاص، مجتمع ها و شهرك هاي مسکونی، ساختمان ها، محوطه ها و شهرك هاي صنعتی را دربر میگیرد و با هدف طراحی، اجراي لوله کشی، نصب، راه اندازي و نگهداري وسایل گازسوز در ساختمان ها و محوطه ها است. </a:t>
            </a:r>
          </a:p>
        </p:txBody>
      </p:sp>
      <p:sp>
        <p:nvSpPr>
          <p:cNvPr id="7" name="Date Placeholder 6">
            <a:extLst>
              <a:ext uri="{FF2B5EF4-FFF2-40B4-BE49-F238E27FC236}">
                <a16:creationId xmlns:a16="http://schemas.microsoft.com/office/drawing/2014/main" id="{3BE0968A-0AA4-FBA6-D659-119D204A4429}"/>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0E7A6535-1B25-FF5D-9E13-7378BDA974A1}"/>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6A8D2996-1326-E7F2-F662-B4E59696709B}"/>
              </a:ext>
            </a:extLst>
          </p:cNvPr>
          <p:cNvSpPr>
            <a:spLocks noGrp="1"/>
          </p:cNvSpPr>
          <p:nvPr>
            <p:ph type="sldNum" sz="quarter" idx="12"/>
          </p:nvPr>
        </p:nvSpPr>
        <p:spPr/>
        <p:txBody>
          <a:bodyPr/>
          <a:lstStyle/>
          <a:p>
            <a:fld id="{2C18C1E5-FB55-42F5-BD6D-9CC153FCDBE6}" type="slidenum">
              <a:rPr lang="en-US" smtClean="0"/>
              <a:pPr/>
              <a:t>38</a:t>
            </a:fld>
            <a:endParaRPr lang="en-US" dirty="0"/>
          </a:p>
        </p:txBody>
      </p:sp>
      <p:pic>
        <p:nvPicPr>
          <p:cNvPr id="2" name="Picture 1">
            <a:extLst>
              <a:ext uri="{FF2B5EF4-FFF2-40B4-BE49-F238E27FC236}">
                <a16:creationId xmlns:a16="http://schemas.microsoft.com/office/drawing/2014/main" id="{F57B9041-7331-99BF-2CE1-CF29B49F0079}"/>
              </a:ext>
            </a:extLst>
          </p:cNvPr>
          <p:cNvPicPr>
            <a:picLocks noChangeAspect="1"/>
          </p:cNvPicPr>
          <p:nvPr/>
        </p:nvPicPr>
        <p:blipFill>
          <a:blip r:embed="rId2"/>
          <a:stretch>
            <a:fillRect/>
          </a:stretch>
        </p:blipFill>
        <p:spPr>
          <a:xfrm>
            <a:off x="714179" y="2228539"/>
            <a:ext cx="2991242" cy="4492935"/>
          </a:xfrm>
          <a:prstGeom prst="rect">
            <a:avLst/>
          </a:prstGeom>
        </p:spPr>
      </p:pic>
      <p:pic>
        <p:nvPicPr>
          <p:cNvPr id="4" name="Picture 3">
            <a:extLst>
              <a:ext uri="{FF2B5EF4-FFF2-40B4-BE49-F238E27FC236}">
                <a16:creationId xmlns:a16="http://schemas.microsoft.com/office/drawing/2014/main" id="{054B9659-79EC-12C3-4551-7D59580EEB09}"/>
              </a:ext>
            </a:extLst>
          </p:cNvPr>
          <p:cNvPicPr>
            <a:picLocks noChangeAspect="1"/>
          </p:cNvPicPr>
          <p:nvPr/>
        </p:nvPicPr>
        <p:blipFill>
          <a:blip r:embed="rId3"/>
          <a:stretch>
            <a:fillRect/>
          </a:stretch>
        </p:blipFill>
        <p:spPr>
          <a:xfrm>
            <a:off x="714179" y="2228538"/>
            <a:ext cx="3092511" cy="4492937"/>
          </a:xfrm>
          <a:prstGeom prst="rect">
            <a:avLst/>
          </a:prstGeom>
        </p:spPr>
      </p:pic>
    </p:spTree>
    <p:extLst>
      <p:ext uri="{BB962C8B-B14F-4D97-AF65-F5344CB8AC3E}">
        <p14:creationId xmlns:p14="http://schemas.microsoft.com/office/powerpoint/2010/main" val="952070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2DE63-9CB0-6D09-8B12-E85E07B3AA5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11C68C3-1428-F1DB-F73C-28CF7D3492B1}"/>
              </a:ext>
            </a:extLst>
          </p:cNvPr>
          <p:cNvSpPr>
            <a:spLocks noGrp="1"/>
          </p:cNvSpPr>
          <p:nvPr>
            <p:ph type="title"/>
          </p:nvPr>
        </p:nvSpPr>
        <p:spPr>
          <a:xfrm>
            <a:off x="670692" y="419829"/>
            <a:ext cx="7380003" cy="1645920"/>
          </a:xfrm>
        </p:spPr>
        <p:txBody>
          <a:bodyPr>
            <a:normAutofit fontScale="90000"/>
          </a:bodyPr>
          <a:lstStyle/>
          <a:p>
            <a:pPr algn="ctr"/>
            <a:r>
              <a:rPr lang="ar-SA" dirty="0"/>
              <a:t>مبحث هفدهم:لوله کشی گاز طبیعی</a:t>
            </a:r>
            <a:br>
              <a:rPr lang="fa-IR" dirty="0"/>
            </a:br>
            <a:r>
              <a:rPr lang="ar-SA" dirty="0"/>
              <a:t> </a:t>
            </a:r>
            <a:r>
              <a:rPr lang="fa-IR" sz="2700" dirty="0">
                <a:cs typeface="B Zar" panose="00000400000000000000" pitchFamily="2" charset="-78"/>
              </a:rPr>
              <a:t>الزامات اجرایی اجزای لوله کشی گاز</a:t>
            </a:r>
            <a:endParaRPr lang="en-US" dirty="0">
              <a:cs typeface="B Zar" panose="00000400000000000000" pitchFamily="2" charset="-78"/>
            </a:endParaRPr>
          </a:p>
        </p:txBody>
      </p:sp>
      <p:sp>
        <p:nvSpPr>
          <p:cNvPr id="7" name="Content Placeholder 6">
            <a:extLst>
              <a:ext uri="{FF2B5EF4-FFF2-40B4-BE49-F238E27FC236}">
                <a16:creationId xmlns:a16="http://schemas.microsoft.com/office/drawing/2014/main" id="{965F15E2-ECE8-FDE1-E948-A56BE4B90805}"/>
              </a:ext>
            </a:extLst>
          </p:cNvPr>
          <p:cNvSpPr>
            <a:spLocks noGrp="1"/>
          </p:cNvSpPr>
          <p:nvPr>
            <p:ph idx="1"/>
          </p:nvPr>
        </p:nvSpPr>
        <p:spPr>
          <a:xfrm>
            <a:off x="481847" y="2913604"/>
            <a:ext cx="7568847" cy="2829472"/>
          </a:xfrm>
        </p:spPr>
        <p:txBody>
          <a:bodyPr>
            <a:normAutofit fontScale="25000" lnSpcReduction="20000"/>
          </a:bodyPr>
          <a:lstStyle/>
          <a:p>
            <a:pPr algn="r"/>
            <a:r>
              <a:rPr lang="ar-SA" sz="8000" dirty="0">
                <a:cs typeface="B Zar" panose="00000400000000000000" pitchFamily="2" charset="-78"/>
              </a:rPr>
              <a:t>الف) لوله های مورد استفاده در لوله‌كشی گاز باید از جنس فولاد سیاه با درز یا بدون درز باشد.</a:t>
            </a:r>
          </a:p>
          <a:p>
            <a:pPr algn="r"/>
            <a:r>
              <a:rPr lang="ar-SA" sz="8000" dirty="0">
                <a:cs typeface="B Zar" panose="00000400000000000000" pitchFamily="2" charset="-78"/>
              </a:rPr>
              <a:t>ب) سطح بیرونی لوله ها باید صاف، هموار و سطح داخلی آن ها باید بدون عیب و نقص ظاهری و متناسب با فرآیند ساخت باشد. </a:t>
            </a:r>
          </a:p>
          <a:p>
            <a:pPr algn="r"/>
            <a:r>
              <a:rPr lang="ar-SA" sz="8000" dirty="0">
                <a:cs typeface="B Zar" panose="00000400000000000000" pitchFamily="2" charset="-78"/>
              </a:rPr>
              <a:t>پ) تمامی لوله های فولادی باید قبل از نصب با وسایل دستی یا ماشینی مانند سنباده و برس سیمی به طورکامل تمیزشود.</a:t>
            </a:r>
          </a:p>
          <a:p>
            <a:pPr algn="r"/>
            <a:r>
              <a:rPr lang="ar-SA" sz="8000" dirty="0">
                <a:cs typeface="B Zar" panose="00000400000000000000" pitchFamily="2" charset="-78"/>
              </a:rPr>
              <a:t> ت) تغییر مسیر لوله های فولادی باید با استفاده از اتصالات استاندارد انجام شود. </a:t>
            </a:r>
          </a:p>
          <a:p>
            <a:pPr algn="r"/>
            <a:r>
              <a:rPr lang="ar-SA" sz="8000" dirty="0">
                <a:cs typeface="B Zar" panose="00000400000000000000" pitchFamily="2" charset="-78"/>
              </a:rPr>
              <a:t>ث) خم کردن لوله فولادی در مسیر لوله کشی ممنوع است</a:t>
            </a:r>
          </a:p>
          <a:p>
            <a:pPr algn="r"/>
            <a:r>
              <a:rPr lang="en-US" sz="3400" dirty="0"/>
              <a:t>. </a:t>
            </a:r>
          </a:p>
          <a:p>
            <a:endParaRPr lang="en-US" dirty="0"/>
          </a:p>
        </p:txBody>
      </p:sp>
      <p:pic>
        <p:nvPicPr>
          <p:cNvPr id="13" name="Picture Placeholder 12">
            <a:extLst>
              <a:ext uri="{FF2B5EF4-FFF2-40B4-BE49-F238E27FC236}">
                <a16:creationId xmlns:a16="http://schemas.microsoft.com/office/drawing/2014/main" id="{0BA5EEC2-2399-7899-0C7A-3DBF739C2241}"/>
              </a:ext>
            </a:extLst>
          </p:cNvPr>
          <p:cNvPicPr>
            <a:picLocks noGrp="1" noChangeAspect="1"/>
          </p:cNvPicPr>
          <p:nvPr>
            <p:ph type="pic" sz="quarter" idx="15"/>
          </p:nvPr>
        </p:nvPicPr>
        <p:blipFill>
          <a:blip r:embed="rId2"/>
          <a:srcRect l="12204" r="12204"/>
          <a:stretch>
            <a:fillRect/>
          </a:stretch>
        </p:blipFill>
        <p:spPr>
          <a:xfrm>
            <a:off x="8263900" y="4328340"/>
            <a:ext cx="3911600" cy="2528887"/>
          </a:xfrm>
          <a:prstGeom prst="rect">
            <a:avLst/>
          </a:prstGeom>
        </p:spPr>
      </p:pic>
      <p:pic>
        <p:nvPicPr>
          <p:cNvPr id="18" name="Picture Placeholder 17">
            <a:extLst>
              <a:ext uri="{FF2B5EF4-FFF2-40B4-BE49-F238E27FC236}">
                <a16:creationId xmlns:a16="http://schemas.microsoft.com/office/drawing/2014/main" id="{D48EFE7F-8450-C910-4692-1444F9C79FB1}"/>
              </a:ext>
            </a:extLst>
          </p:cNvPr>
          <p:cNvPicPr>
            <a:picLocks noGrp="1" noChangeAspect="1"/>
          </p:cNvPicPr>
          <p:nvPr>
            <p:ph type="pic" sz="quarter" idx="14"/>
          </p:nvPr>
        </p:nvPicPr>
        <p:blipFill>
          <a:blip r:embed="rId3"/>
          <a:srcRect l="14381" r="14381"/>
          <a:stretch>
            <a:fillRect/>
          </a:stretch>
        </p:blipFill>
        <p:spPr>
          <a:prstGeom prst="rect">
            <a:avLst/>
          </a:prstGeom>
        </p:spPr>
      </p:pic>
    </p:spTree>
    <p:extLst>
      <p:ext uri="{BB962C8B-B14F-4D97-AF65-F5344CB8AC3E}">
        <p14:creationId xmlns:p14="http://schemas.microsoft.com/office/powerpoint/2010/main" val="589230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42487-D7A6-8A95-1D98-BF75CE2F088D}"/>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91877485-155E-C733-6D68-D3ADF50A5519}"/>
              </a:ext>
            </a:extLst>
          </p:cNvPr>
          <p:cNvSpPr>
            <a:spLocks noGrp="1"/>
          </p:cNvSpPr>
          <p:nvPr>
            <p:ph type="title"/>
          </p:nvPr>
        </p:nvSpPr>
        <p:spPr>
          <a:xfrm>
            <a:off x="790161" y="518418"/>
            <a:ext cx="10611678" cy="1325563"/>
          </a:xfrm>
        </p:spPr>
        <p:txBody>
          <a:bodyPr>
            <a:normAutofit/>
          </a:bodyPr>
          <a:lstStyle/>
          <a:p>
            <a:r>
              <a:rPr lang="fa-IR" sz="6000" dirty="0">
                <a:latin typeface="Estedad Bold" panose="02000803000000000000" pitchFamily="2" charset="-78"/>
                <a:cs typeface="B Zar" panose="00000400000000000000" pitchFamily="2" charset="-78"/>
              </a:rPr>
              <a:t>مبحث هجدهم:عایق بندي و تنظیم صدا</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15E2D601-3EF3-8B84-D45C-4E9636A318E0}"/>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در این مبحث نتایج تأمین شرایط آکوستیکی، آسایش صوتی و جلوگیري از اتلاف امکانات در زندگی ماشینی براي ساکنان شهرهاي بزرگ شرح داده شده است.</a:t>
            </a:r>
            <a:endParaRPr lang="fa-IR" dirty="0">
              <a:cs typeface="B Zar" panose="00000400000000000000" pitchFamily="2" charset="-78"/>
            </a:endParaRPr>
          </a:p>
          <a:p>
            <a:pPr marL="0" indent="0" algn="r">
              <a:lnSpc>
                <a:spcPct val="110000"/>
              </a:lnSpc>
              <a:buNone/>
            </a:pPr>
            <a:r>
              <a:rPr lang="ar-SA" dirty="0">
                <a:cs typeface="B Zar" panose="00000400000000000000" pitchFamily="2" charset="-78"/>
              </a:rPr>
              <a:t>تعیین حداکثر تراز معادل نوفه زمینه در یک فضا، حداقل شاخص کاهش صداي وزن یافته براي پوسته خارجی ساختمان، جدا کننده بین فضاهاي مختلف، حداکثر تراز کوبه اي معمول شده وزن یافته براي سقف بین طبقات و زمان واخنش بهینه براي فضاهاي مختلف با کاربري هاي متفاوت میشود. </a:t>
            </a:r>
          </a:p>
          <a:p>
            <a:pPr marL="0" indent="0" algn="r">
              <a:lnSpc>
                <a:spcPct val="110000"/>
              </a:lnSpc>
              <a:buNone/>
            </a:pPr>
            <a:endParaRPr lang="ar-SA" dirty="0">
              <a:cs typeface="B Zar" panose="00000400000000000000" pitchFamily="2" charset="-78"/>
            </a:endParaRPr>
          </a:p>
        </p:txBody>
      </p:sp>
      <p:sp>
        <p:nvSpPr>
          <p:cNvPr id="7" name="Date Placeholder 6">
            <a:extLst>
              <a:ext uri="{FF2B5EF4-FFF2-40B4-BE49-F238E27FC236}">
                <a16:creationId xmlns:a16="http://schemas.microsoft.com/office/drawing/2014/main" id="{BFDDE90B-0FD2-2A69-5F54-61BE129AEB86}"/>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16C48689-F7D0-93CA-1435-4885451FA5E4}"/>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EFAE31BF-DC30-26BC-4758-B953A7A11B4C}"/>
              </a:ext>
            </a:extLst>
          </p:cNvPr>
          <p:cNvSpPr>
            <a:spLocks noGrp="1"/>
          </p:cNvSpPr>
          <p:nvPr>
            <p:ph type="sldNum" sz="quarter" idx="12"/>
          </p:nvPr>
        </p:nvSpPr>
        <p:spPr/>
        <p:txBody>
          <a:bodyPr/>
          <a:lstStyle/>
          <a:p>
            <a:fld id="{2C18C1E5-FB55-42F5-BD6D-9CC153FCDBE6}" type="slidenum">
              <a:rPr lang="en-US" smtClean="0"/>
              <a:pPr/>
              <a:t>40</a:t>
            </a:fld>
            <a:endParaRPr lang="en-US" dirty="0"/>
          </a:p>
        </p:txBody>
      </p:sp>
      <p:pic>
        <p:nvPicPr>
          <p:cNvPr id="3" name="Picture 2">
            <a:extLst>
              <a:ext uri="{FF2B5EF4-FFF2-40B4-BE49-F238E27FC236}">
                <a16:creationId xmlns:a16="http://schemas.microsoft.com/office/drawing/2014/main" id="{92F3C2E2-7AC6-3EBB-F057-D2CE996ED02C}"/>
              </a:ext>
            </a:extLst>
          </p:cNvPr>
          <p:cNvPicPr>
            <a:picLocks noChangeAspect="1"/>
          </p:cNvPicPr>
          <p:nvPr/>
        </p:nvPicPr>
        <p:blipFill>
          <a:blip r:embed="rId2"/>
          <a:stretch>
            <a:fillRect/>
          </a:stretch>
        </p:blipFill>
        <p:spPr>
          <a:xfrm>
            <a:off x="645962" y="2193870"/>
            <a:ext cx="3164038" cy="4492935"/>
          </a:xfrm>
          <a:prstGeom prst="rect">
            <a:avLst/>
          </a:prstGeom>
        </p:spPr>
      </p:pic>
    </p:spTree>
    <p:extLst>
      <p:ext uri="{BB962C8B-B14F-4D97-AF65-F5344CB8AC3E}">
        <p14:creationId xmlns:p14="http://schemas.microsoft.com/office/powerpoint/2010/main" val="2139985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F81DE-C409-A39E-6860-D6800013D571}"/>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8B24D95B-A76B-DF9A-8680-30C47FDBCBED}"/>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هجدهم:عایق بندي و تنظیم صدا</a:t>
            </a:r>
            <a:br>
              <a:rPr lang="fa-IR" sz="6000" dirty="0">
                <a:latin typeface="Estedad Bold" panose="02000803000000000000" pitchFamily="2" charset="-78"/>
                <a:cs typeface="B Zar" panose="00000400000000000000" pitchFamily="2" charset="-78"/>
              </a:rPr>
            </a:br>
            <a:r>
              <a:rPr lang="fa-IR" sz="3100" dirty="0">
                <a:latin typeface="Estedad Bold" panose="02000803000000000000" pitchFamily="2" charset="-78"/>
                <a:cs typeface="B Zar" panose="00000400000000000000" pitchFamily="2" charset="-78"/>
              </a:rPr>
              <a:t>مقررات آکوستیکی انواع ساختمان ها</a:t>
            </a:r>
            <a:endParaRPr lang="en-US" sz="6000" dirty="0">
              <a:latin typeface="Estedad Bold" panose="02000803000000000000" pitchFamily="2" charset="-78"/>
              <a:cs typeface="B Zar" panose="00000400000000000000" pitchFamily="2" charset="-78"/>
            </a:endParaRPr>
          </a:p>
        </p:txBody>
      </p:sp>
      <p:sp>
        <p:nvSpPr>
          <p:cNvPr id="7" name="Date Placeholder 6">
            <a:extLst>
              <a:ext uri="{FF2B5EF4-FFF2-40B4-BE49-F238E27FC236}">
                <a16:creationId xmlns:a16="http://schemas.microsoft.com/office/drawing/2014/main" id="{3965A0AD-BD40-AF2A-363C-F3DF394F278A}"/>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DD866E6F-A39C-E935-4372-3F02693057BC}"/>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13F17023-6BA5-78BC-1B61-7CB4483B606F}"/>
              </a:ext>
            </a:extLst>
          </p:cNvPr>
          <p:cNvSpPr>
            <a:spLocks noGrp="1"/>
          </p:cNvSpPr>
          <p:nvPr>
            <p:ph type="sldNum" sz="quarter" idx="12"/>
          </p:nvPr>
        </p:nvSpPr>
        <p:spPr/>
        <p:txBody>
          <a:bodyPr/>
          <a:lstStyle/>
          <a:p>
            <a:fld id="{2C18C1E5-FB55-42F5-BD6D-9CC153FCDBE6}" type="slidenum">
              <a:rPr lang="en-US" smtClean="0"/>
              <a:pPr/>
              <a:t>41</a:t>
            </a:fld>
            <a:endParaRPr lang="en-US" dirty="0"/>
          </a:p>
        </p:txBody>
      </p:sp>
      <p:pic>
        <p:nvPicPr>
          <p:cNvPr id="2" name="Picture 1">
            <a:extLst>
              <a:ext uri="{FF2B5EF4-FFF2-40B4-BE49-F238E27FC236}">
                <a16:creationId xmlns:a16="http://schemas.microsoft.com/office/drawing/2014/main" id="{ECC84CCF-297D-BD53-27EE-5EFCD88FC008}"/>
              </a:ext>
            </a:extLst>
          </p:cNvPr>
          <p:cNvPicPr>
            <a:picLocks noChangeAspect="1"/>
          </p:cNvPicPr>
          <p:nvPr/>
        </p:nvPicPr>
        <p:blipFill>
          <a:blip r:embed="rId2"/>
          <a:stretch>
            <a:fillRect/>
          </a:stretch>
        </p:blipFill>
        <p:spPr>
          <a:xfrm>
            <a:off x="5029200" y="2256183"/>
            <a:ext cx="6777245" cy="4206875"/>
          </a:xfrm>
          <a:prstGeom prst="rect">
            <a:avLst/>
          </a:prstGeom>
        </p:spPr>
      </p:pic>
      <p:pic>
        <p:nvPicPr>
          <p:cNvPr id="5" name="Picture 4">
            <a:extLst>
              <a:ext uri="{FF2B5EF4-FFF2-40B4-BE49-F238E27FC236}">
                <a16:creationId xmlns:a16="http://schemas.microsoft.com/office/drawing/2014/main" id="{CA87DD2E-8C13-66E7-5CC7-96C1D942A8CF}"/>
              </a:ext>
            </a:extLst>
          </p:cNvPr>
          <p:cNvPicPr>
            <a:picLocks noChangeAspect="1"/>
          </p:cNvPicPr>
          <p:nvPr/>
        </p:nvPicPr>
        <p:blipFill>
          <a:blip r:embed="rId3"/>
          <a:stretch>
            <a:fillRect/>
          </a:stretch>
        </p:blipFill>
        <p:spPr>
          <a:xfrm>
            <a:off x="838200" y="2256183"/>
            <a:ext cx="3819525" cy="2162175"/>
          </a:xfrm>
          <a:prstGeom prst="rect">
            <a:avLst/>
          </a:prstGeom>
        </p:spPr>
      </p:pic>
      <p:pic>
        <p:nvPicPr>
          <p:cNvPr id="6" name="Picture 5">
            <a:extLst>
              <a:ext uri="{FF2B5EF4-FFF2-40B4-BE49-F238E27FC236}">
                <a16:creationId xmlns:a16="http://schemas.microsoft.com/office/drawing/2014/main" id="{34C0201C-A70C-7AB2-FC14-8D5E758020C1}"/>
              </a:ext>
            </a:extLst>
          </p:cNvPr>
          <p:cNvPicPr>
            <a:picLocks noChangeAspect="1"/>
          </p:cNvPicPr>
          <p:nvPr/>
        </p:nvPicPr>
        <p:blipFill>
          <a:blip r:embed="rId4"/>
          <a:stretch>
            <a:fillRect/>
          </a:stretch>
        </p:blipFill>
        <p:spPr>
          <a:xfrm>
            <a:off x="838200" y="4559300"/>
            <a:ext cx="3819525" cy="2162175"/>
          </a:xfrm>
          <a:prstGeom prst="rect">
            <a:avLst/>
          </a:prstGeom>
        </p:spPr>
      </p:pic>
    </p:spTree>
    <p:extLst>
      <p:ext uri="{BB962C8B-B14F-4D97-AF65-F5344CB8AC3E}">
        <p14:creationId xmlns:p14="http://schemas.microsoft.com/office/powerpoint/2010/main" val="6430166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FE103-D500-4BF8-32E0-2274C330A59E}"/>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64B8DB0A-CCE0-B1AE-0FAF-4FF020CB773E}"/>
              </a:ext>
            </a:extLst>
          </p:cNvPr>
          <p:cNvSpPr>
            <a:spLocks noGrp="1"/>
          </p:cNvSpPr>
          <p:nvPr>
            <p:ph type="title"/>
          </p:nvPr>
        </p:nvSpPr>
        <p:spPr>
          <a:xfrm>
            <a:off x="790161" y="518418"/>
            <a:ext cx="10611678" cy="1325563"/>
          </a:xfrm>
        </p:spPr>
        <p:txBody>
          <a:bodyPr>
            <a:normAutofit/>
          </a:bodyPr>
          <a:lstStyle/>
          <a:p>
            <a:r>
              <a:rPr lang="fa-IR" sz="6000" dirty="0">
                <a:latin typeface="Estedad Bold" panose="02000803000000000000" pitchFamily="2" charset="-78"/>
                <a:cs typeface="B Zar" panose="00000400000000000000" pitchFamily="2" charset="-78"/>
              </a:rPr>
              <a:t>مبحث نوزدهم:صرفه جویی در مصرف انرژي</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368CC139-5BC1-94E2-C957-703F0B51E4CB}"/>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در مبحث 19 مقررات ملّی ساختمان ضوابط مرتبط با صرفه جویی در مصرف انرژي در ساختمان تعیین میگردد. براي این منظور، روش هاي طرح، محاسبه و اصول کلی اجراي عایق کاري حرارتی پوستۀ خارجی، سیستم هاي تأسیسات گرمایی، سرمایی، تهویه، تهویه مطبوع، تأمین آب گرم مصرفی، و الزامات طراحی سیستم روشنایی الکتریکی در ساختمان ها، براي بهینه سازي مصرف انرژي مشخص میگردد. </a:t>
            </a:r>
          </a:p>
          <a:p>
            <a:pPr marL="0" indent="0" algn="r">
              <a:lnSpc>
                <a:spcPct val="110000"/>
              </a:lnSpc>
              <a:buNone/>
            </a:pPr>
            <a:endParaRPr lang="ar-SA" dirty="0">
              <a:cs typeface="B Zar" panose="00000400000000000000" pitchFamily="2" charset="-78"/>
            </a:endParaRPr>
          </a:p>
        </p:txBody>
      </p:sp>
      <p:sp>
        <p:nvSpPr>
          <p:cNvPr id="7" name="Date Placeholder 6">
            <a:extLst>
              <a:ext uri="{FF2B5EF4-FFF2-40B4-BE49-F238E27FC236}">
                <a16:creationId xmlns:a16="http://schemas.microsoft.com/office/drawing/2014/main" id="{F4AB4BB9-0563-D39B-E62E-E2F1AA6AC3BB}"/>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7491207E-CE06-BADD-7217-63C70627E3F1}"/>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DA00D16-EF1D-1E3D-72A7-5ADCFE0E8881}"/>
              </a:ext>
            </a:extLst>
          </p:cNvPr>
          <p:cNvSpPr>
            <a:spLocks noGrp="1"/>
          </p:cNvSpPr>
          <p:nvPr>
            <p:ph type="sldNum" sz="quarter" idx="12"/>
          </p:nvPr>
        </p:nvSpPr>
        <p:spPr/>
        <p:txBody>
          <a:bodyPr/>
          <a:lstStyle/>
          <a:p>
            <a:fld id="{2C18C1E5-FB55-42F5-BD6D-9CC153FCDBE6}" type="slidenum">
              <a:rPr lang="en-US" smtClean="0"/>
              <a:pPr/>
              <a:t>42</a:t>
            </a:fld>
            <a:endParaRPr lang="en-US" dirty="0"/>
          </a:p>
        </p:txBody>
      </p:sp>
      <p:pic>
        <p:nvPicPr>
          <p:cNvPr id="3" name="Picture 2">
            <a:extLst>
              <a:ext uri="{FF2B5EF4-FFF2-40B4-BE49-F238E27FC236}">
                <a16:creationId xmlns:a16="http://schemas.microsoft.com/office/drawing/2014/main" id="{B233F2F5-315F-3BA6-A739-45CC42075FED}"/>
              </a:ext>
            </a:extLst>
          </p:cNvPr>
          <p:cNvPicPr>
            <a:picLocks noChangeAspect="1"/>
          </p:cNvPicPr>
          <p:nvPr/>
        </p:nvPicPr>
        <p:blipFill>
          <a:blip r:embed="rId2"/>
          <a:stretch>
            <a:fillRect/>
          </a:stretch>
        </p:blipFill>
        <p:spPr>
          <a:xfrm>
            <a:off x="645962" y="2193870"/>
            <a:ext cx="3164038" cy="4492935"/>
          </a:xfrm>
          <a:prstGeom prst="rect">
            <a:avLst/>
          </a:prstGeom>
        </p:spPr>
      </p:pic>
      <p:pic>
        <p:nvPicPr>
          <p:cNvPr id="2" name="Picture 1">
            <a:extLst>
              <a:ext uri="{FF2B5EF4-FFF2-40B4-BE49-F238E27FC236}">
                <a16:creationId xmlns:a16="http://schemas.microsoft.com/office/drawing/2014/main" id="{E6247899-AF0F-9B67-9AEA-DEC4517DB974}"/>
              </a:ext>
            </a:extLst>
          </p:cNvPr>
          <p:cNvPicPr>
            <a:picLocks noChangeAspect="1"/>
          </p:cNvPicPr>
          <p:nvPr/>
        </p:nvPicPr>
        <p:blipFill>
          <a:blip r:embed="rId3"/>
          <a:stretch>
            <a:fillRect/>
          </a:stretch>
        </p:blipFill>
        <p:spPr>
          <a:xfrm>
            <a:off x="645962" y="2176368"/>
            <a:ext cx="3164038" cy="4510437"/>
          </a:xfrm>
          <a:prstGeom prst="rect">
            <a:avLst/>
          </a:prstGeom>
        </p:spPr>
      </p:pic>
    </p:spTree>
    <p:extLst>
      <p:ext uri="{BB962C8B-B14F-4D97-AF65-F5344CB8AC3E}">
        <p14:creationId xmlns:p14="http://schemas.microsoft.com/office/powerpoint/2010/main" val="23890744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E0846-9B5E-D14D-C7B4-51C052614C58}"/>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6BCEB68-6A54-5B01-0F69-F1D298529AEE}"/>
              </a:ext>
            </a:extLst>
          </p:cNvPr>
          <p:cNvSpPr>
            <a:spLocks noGrp="1"/>
          </p:cNvSpPr>
          <p:nvPr>
            <p:ph type="title"/>
          </p:nvPr>
        </p:nvSpPr>
        <p:spPr>
          <a:xfrm>
            <a:off x="790161" y="518418"/>
            <a:ext cx="10611678" cy="1325563"/>
          </a:xfrm>
        </p:spPr>
        <p:txBody>
          <a:bodyPr>
            <a:normAutofit/>
          </a:bodyPr>
          <a:lstStyle/>
          <a:p>
            <a:r>
              <a:rPr lang="fa-IR" sz="6000" dirty="0">
                <a:latin typeface="Estedad Bold" panose="02000803000000000000" pitchFamily="2" charset="-78"/>
                <a:cs typeface="B Zar" panose="00000400000000000000" pitchFamily="2" charset="-78"/>
              </a:rPr>
              <a:t>مبحث بیستم:علائم و تابلوها</a:t>
            </a:r>
            <a:endParaRPr lang="en-US" sz="66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7E0A53CB-D6D2-1738-E83F-73B05CECA135}"/>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مبحث بیستم مقررات ملّی ساختمان، مسئولین مؤسسات دولتی و عمومی و بخش خصوصی، کارفرمایان و مدیران کارگاه ها و ساختمان ها را ملزم می کند تا پیامرسانی در محیط زندگی مردم را به نحو مؤثر و مطلوب، توسط تابلوها و علائم، تأمین نمایند تا در محل هایی که احتمال خطري تهدید کننده سلامت و ایمنی افراد وجود دارد، علائم هشدار دهنده نصب کنند</a:t>
            </a:r>
          </a:p>
          <a:p>
            <a:pPr marL="0" indent="0" algn="r">
              <a:lnSpc>
                <a:spcPct val="110000"/>
              </a:lnSpc>
              <a:buNone/>
            </a:pPr>
            <a:endParaRPr lang="ar-SA" dirty="0">
              <a:cs typeface="B Zar" panose="00000400000000000000" pitchFamily="2" charset="-78"/>
            </a:endParaRPr>
          </a:p>
        </p:txBody>
      </p:sp>
      <p:sp>
        <p:nvSpPr>
          <p:cNvPr id="7" name="Date Placeholder 6">
            <a:extLst>
              <a:ext uri="{FF2B5EF4-FFF2-40B4-BE49-F238E27FC236}">
                <a16:creationId xmlns:a16="http://schemas.microsoft.com/office/drawing/2014/main" id="{798AF359-A701-D32B-B3A0-DA15C3B24E70}"/>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68FCD2F2-5138-5599-78CC-65F6090F700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95376287-24F2-02C0-F832-CB973C4D8F22}"/>
              </a:ext>
            </a:extLst>
          </p:cNvPr>
          <p:cNvSpPr>
            <a:spLocks noGrp="1"/>
          </p:cNvSpPr>
          <p:nvPr>
            <p:ph type="sldNum" sz="quarter" idx="12"/>
          </p:nvPr>
        </p:nvSpPr>
        <p:spPr/>
        <p:txBody>
          <a:bodyPr/>
          <a:lstStyle/>
          <a:p>
            <a:fld id="{2C18C1E5-FB55-42F5-BD6D-9CC153FCDBE6}" type="slidenum">
              <a:rPr lang="en-US" smtClean="0"/>
              <a:pPr/>
              <a:t>43</a:t>
            </a:fld>
            <a:endParaRPr lang="en-US" dirty="0"/>
          </a:p>
        </p:txBody>
      </p:sp>
      <p:pic>
        <p:nvPicPr>
          <p:cNvPr id="4" name="Picture 3">
            <a:extLst>
              <a:ext uri="{FF2B5EF4-FFF2-40B4-BE49-F238E27FC236}">
                <a16:creationId xmlns:a16="http://schemas.microsoft.com/office/drawing/2014/main" id="{86809E53-BBF4-0102-CB1C-8AEBD951FB08}"/>
              </a:ext>
            </a:extLst>
          </p:cNvPr>
          <p:cNvPicPr>
            <a:picLocks noChangeAspect="1"/>
          </p:cNvPicPr>
          <p:nvPr/>
        </p:nvPicPr>
        <p:blipFill>
          <a:blip r:embed="rId2"/>
          <a:stretch>
            <a:fillRect/>
          </a:stretch>
        </p:blipFill>
        <p:spPr>
          <a:xfrm>
            <a:off x="645961" y="2181091"/>
            <a:ext cx="3160725" cy="4505714"/>
          </a:xfrm>
          <a:prstGeom prst="rect">
            <a:avLst/>
          </a:prstGeom>
        </p:spPr>
      </p:pic>
    </p:spTree>
    <p:extLst>
      <p:ext uri="{BB962C8B-B14F-4D97-AF65-F5344CB8AC3E}">
        <p14:creationId xmlns:p14="http://schemas.microsoft.com/office/powerpoint/2010/main" val="14460473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31EA4-771D-896D-3AF6-46DE85E9FB8E}"/>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1838801F-4529-8E2C-CC7A-C5A2D7009016}"/>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بیستم:علائم و تابلوها</a:t>
            </a:r>
            <a:br>
              <a:rPr lang="fa-IR" sz="6000" dirty="0">
                <a:latin typeface="Estedad Bold" panose="02000803000000000000" pitchFamily="2" charset="-78"/>
                <a:cs typeface="B Zar" panose="00000400000000000000" pitchFamily="2" charset="-78"/>
              </a:rPr>
            </a:br>
            <a:r>
              <a:rPr lang="fa-IR" sz="3100" dirty="0">
                <a:latin typeface="Estedad Bold" panose="02000803000000000000" pitchFamily="2" charset="-78"/>
                <a:cs typeface="B Zar" panose="00000400000000000000" pitchFamily="2" charset="-78"/>
              </a:rPr>
              <a:t>تابلو های الزامی</a:t>
            </a:r>
            <a:endParaRPr lang="en-US" sz="6000" dirty="0">
              <a:latin typeface="Estedad Bold" panose="02000803000000000000" pitchFamily="2" charset="-78"/>
              <a:cs typeface="B Zar" panose="00000400000000000000" pitchFamily="2" charset="-78"/>
            </a:endParaRPr>
          </a:p>
        </p:txBody>
      </p:sp>
      <p:sp>
        <p:nvSpPr>
          <p:cNvPr id="7" name="Date Placeholder 6">
            <a:extLst>
              <a:ext uri="{FF2B5EF4-FFF2-40B4-BE49-F238E27FC236}">
                <a16:creationId xmlns:a16="http://schemas.microsoft.com/office/drawing/2014/main" id="{E9439F46-0AD2-5657-AAD9-59FC47C6C8D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BA3E5BB2-C18D-0A1D-103A-8B09DBA126CF}"/>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021E88D-A351-7187-F387-2436427631C1}"/>
              </a:ext>
            </a:extLst>
          </p:cNvPr>
          <p:cNvSpPr>
            <a:spLocks noGrp="1"/>
          </p:cNvSpPr>
          <p:nvPr>
            <p:ph type="sldNum" sz="quarter" idx="12"/>
          </p:nvPr>
        </p:nvSpPr>
        <p:spPr/>
        <p:txBody>
          <a:bodyPr/>
          <a:lstStyle/>
          <a:p>
            <a:fld id="{2C18C1E5-FB55-42F5-BD6D-9CC153FCDBE6}" type="slidenum">
              <a:rPr lang="en-US" smtClean="0"/>
              <a:pPr/>
              <a:t>44</a:t>
            </a:fld>
            <a:endParaRPr lang="en-US" dirty="0"/>
          </a:p>
        </p:txBody>
      </p:sp>
      <p:pic>
        <p:nvPicPr>
          <p:cNvPr id="3" name="Picture 2">
            <a:extLst>
              <a:ext uri="{FF2B5EF4-FFF2-40B4-BE49-F238E27FC236}">
                <a16:creationId xmlns:a16="http://schemas.microsoft.com/office/drawing/2014/main" id="{82B73678-ECFE-4BD6-9157-923C05DF553B}"/>
              </a:ext>
            </a:extLst>
          </p:cNvPr>
          <p:cNvPicPr>
            <a:picLocks noChangeAspect="1"/>
          </p:cNvPicPr>
          <p:nvPr/>
        </p:nvPicPr>
        <p:blipFill>
          <a:blip r:embed="rId2"/>
          <a:stretch>
            <a:fillRect/>
          </a:stretch>
        </p:blipFill>
        <p:spPr>
          <a:xfrm>
            <a:off x="5734877" y="2216426"/>
            <a:ext cx="6457123" cy="4428014"/>
          </a:xfrm>
          <a:prstGeom prst="rect">
            <a:avLst/>
          </a:prstGeom>
        </p:spPr>
      </p:pic>
      <p:pic>
        <p:nvPicPr>
          <p:cNvPr id="11" name="Picture 10">
            <a:extLst>
              <a:ext uri="{FF2B5EF4-FFF2-40B4-BE49-F238E27FC236}">
                <a16:creationId xmlns:a16="http://schemas.microsoft.com/office/drawing/2014/main" id="{5407705F-219E-3D46-DB92-E041B5CEDDBF}"/>
              </a:ext>
            </a:extLst>
          </p:cNvPr>
          <p:cNvPicPr>
            <a:picLocks noChangeAspect="1"/>
          </p:cNvPicPr>
          <p:nvPr/>
        </p:nvPicPr>
        <p:blipFill>
          <a:blip r:embed="rId3"/>
          <a:stretch>
            <a:fillRect/>
          </a:stretch>
        </p:blipFill>
        <p:spPr>
          <a:xfrm>
            <a:off x="384874" y="2216426"/>
            <a:ext cx="5233689" cy="4467771"/>
          </a:xfrm>
          <a:prstGeom prst="rect">
            <a:avLst/>
          </a:prstGeom>
        </p:spPr>
      </p:pic>
    </p:spTree>
    <p:extLst>
      <p:ext uri="{BB962C8B-B14F-4D97-AF65-F5344CB8AC3E}">
        <p14:creationId xmlns:p14="http://schemas.microsoft.com/office/powerpoint/2010/main" val="3200422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8EA11-9393-9C83-590A-E7F7D8E36F37}"/>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691B5E3-26DA-AE38-3774-EB8433CD9264}"/>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بیستم:علائم و تابلوها</a:t>
            </a:r>
            <a:br>
              <a:rPr lang="fa-IR" sz="6000" dirty="0">
                <a:latin typeface="Estedad Bold" panose="02000803000000000000" pitchFamily="2" charset="-78"/>
                <a:cs typeface="B Zar" panose="00000400000000000000" pitchFamily="2" charset="-78"/>
              </a:rPr>
            </a:br>
            <a:r>
              <a:rPr lang="fa-IR" sz="3100" dirty="0">
                <a:latin typeface="Estedad Bold" panose="02000803000000000000" pitchFamily="2" charset="-78"/>
                <a:cs typeface="B Zar" panose="00000400000000000000" pitchFamily="2" charset="-78"/>
              </a:rPr>
              <a:t>تابلو های الزامی</a:t>
            </a:r>
            <a:endParaRPr lang="en-US" sz="6000" dirty="0">
              <a:latin typeface="Estedad Bold" panose="02000803000000000000" pitchFamily="2" charset="-78"/>
              <a:cs typeface="B Zar" panose="00000400000000000000" pitchFamily="2" charset="-78"/>
            </a:endParaRPr>
          </a:p>
        </p:txBody>
      </p:sp>
      <p:sp>
        <p:nvSpPr>
          <p:cNvPr id="9" name="Slide Number Placeholder 8">
            <a:extLst>
              <a:ext uri="{FF2B5EF4-FFF2-40B4-BE49-F238E27FC236}">
                <a16:creationId xmlns:a16="http://schemas.microsoft.com/office/drawing/2014/main" id="{2DAF69D4-8470-1AA1-B8F7-404CDEE63EE5}"/>
              </a:ext>
            </a:extLst>
          </p:cNvPr>
          <p:cNvSpPr>
            <a:spLocks noGrp="1"/>
          </p:cNvSpPr>
          <p:nvPr>
            <p:ph type="sldNum" sz="quarter" idx="12"/>
          </p:nvPr>
        </p:nvSpPr>
        <p:spPr/>
        <p:txBody>
          <a:bodyPr/>
          <a:lstStyle/>
          <a:p>
            <a:fld id="{2C18C1E5-FB55-42F5-BD6D-9CC153FCDBE6}" type="slidenum">
              <a:rPr lang="en-US" smtClean="0"/>
              <a:pPr/>
              <a:t>45</a:t>
            </a:fld>
            <a:endParaRPr lang="en-US" dirty="0"/>
          </a:p>
        </p:txBody>
      </p:sp>
      <p:pic>
        <p:nvPicPr>
          <p:cNvPr id="2" name="Picture 1">
            <a:extLst>
              <a:ext uri="{FF2B5EF4-FFF2-40B4-BE49-F238E27FC236}">
                <a16:creationId xmlns:a16="http://schemas.microsoft.com/office/drawing/2014/main" id="{7B680C38-C117-0BF0-1CEE-419F06998DAF}"/>
              </a:ext>
            </a:extLst>
          </p:cNvPr>
          <p:cNvPicPr>
            <a:picLocks noChangeAspect="1"/>
          </p:cNvPicPr>
          <p:nvPr/>
        </p:nvPicPr>
        <p:blipFill>
          <a:blip r:embed="rId2"/>
          <a:stretch>
            <a:fillRect/>
          </a:stretch>
        </p:blipFill>
        <p:spPr>
          <a:xfrm>
            <a:off x="5178288" y="2216426"/>
            <a:ext cx="6818244" cy="4621696"/>
          </a:xfrm>
          <a:prstGeom prst="rect">
            <a:avLst/>
          </a:prstGeom>
        </p:spPr>
      </p:pic>
      <p:pic>
        <p:nvPicPr>
          <p:cNvPr id="4" name="Picture 3">
            <a:extLst>
              <a:ext uri="{FF2B5EF4-FFF2-40B4-BE49-F238E27FC236}">
                <a16:creationId xmlns:a16="http://schemas.microsoft.com/office/drawing/2014/main" id="{BBCD84ED-9AB8-9371-F99F-5495123CA6BF}"/>
              </a:ext>
            </a:extLst>
          </p:cNvPr>
          <p:cNvPicPr>
            <a:picLocks noChangeAspect="1"/>
          </p:cNvPicPr>
          <p:nvPr/>
        </p:nvPicPr>
        <p:blipFill>
          <a:blip r:embed="rId3"/>
          <a:stretch>
            <a:fillRect/>
          </a:stretch>
        </p:blipFill>
        <p:spPr>
          <a:xfrm>
            <a:off x="325092" y="2792896"/>
            <a:ext cx="4646542" cy="3071443"/>
          </a:xfrm>
          <a:prstGeom prst="rect">
            <a:avLst/>
          </a:prstGeom>
        </p:spPr>
      </p:pic>
    </p:spTree>
    <p:extLst>
      <p:ext uri="{BB962C8B-B14F-4D97-AF65-F5344CB8AC3E}">
        <p14:creationId xmlns:p14="http://schemas.microsoft.com/office/powerpoint/2010/main" val="15676044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1809F-9A37-CD1C-92F3-5DF14889FD47}"/>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78476EA-E48E-D2F5-C121-5EACC76A4F21}"/>
              </a:ext>
            </a:extLst>
          </p:cNvPr>
          <p:cNvSpPr>
            <a:spLocks noGrp="1"/>
          </p:cNvSpPr>
          <p:nvPr>
            <p:ph type="title"/>
          </p:nvPr>
        </p:nvSpPr>
        <p:spPr>
          <a:xfrm>
            <a:off x="790161" y="518418"/>
            <a:ext cx="10611678" cy="1325563"/>
          </a:xfrm>
        </p:spPr>
        <p:txBody>
          <a:bodyPr>
            <a:normAutofit/>
          </a:bodyPr>
          <a:lstStyle/>
          <a:p>
            <a:r>
              <a:rPr lang="fa-IR" sz="5400" dirty="0">
                <a:latin typeface="Estedad Bold" panose="02000803000000000000" pitchFamily="2" charset="-78"/>
                <a:cs typeface="B Zar" panose="00000400000000000000" pitchFamily="2" charset="-78"/>
              </a:rPr>
              <a:t>مبحث بیست و یکم:پدافند غیر عامل</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37423774-1658-C647-F618-8F50A0A352FE}"/>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این مبحث به اقدامات غیرمسلحانه اي که به کارگیري آن ها موجب افزایش بازدارندگی، کاهش آسیب پذیري، ارتقاء پایداري ملّی، تداوم فعالیت هاي ضروري و تسهیل مدیریت بحران در برابر تهدیدات و اقدامات نظامی دشمن میشود، می پردازد. </a:t>
            </a:r>
          </a:p>
          <a:p>
            <a:pPr marL="0" indent="0" algn="r">
              <a:lnSpc>
                <a:spcPct val="110000"/>
              </a:lnSpc>
              <a:buNone/>
            </a:pPr>
            <a:endParaRPr lang="ar-SA" dirty="0">
              <a:cs typeface="B Zar" panose="00000400000000000000" pitchFamily="2" charset="-78"/>
            </a:endParaRPr>
          </a:p>
        </p:txBody>
      </p:sp>
      <p:sp>
        <p:nvSpPr>
          <p:cNvPr id="7" name="Date Placeholder 6">
            <a:extLst>
              <a:ext uri="{FF2B5EF4-FFF2-40B4-BE49-F238E27FC236}">
                <a16:creationId xmlns:a16="http://schemas.microsoft.com/office/drawing/2014/main" id="{DAA55565-0470-C730-65DF-FA6DB6E05926}"/>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9ED4DE98-8E0C-D089-3613-50E924CB152F}"/>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CA6F1F5-07E2-419F-5933-D9569211716F}"/>
              </a:ext>
            </a:extLst>
          </p:cNvPr>
          <p:cNvSpPr>
            <a:spLocks noGrp="1"/>
          </p:cNvSpPr>
          <p:nvPr>
            <p:ph type="sldNum" sz="quarter" idx="12"/>
          </p:nvPr>
        </p:nvSpPr>
        <p:spPr/>
        <p:txBody>
          <a:bodyPr/>
          <a:lstStyle/>
          <a:p>
            <a:fld id="{2C18C1E5-FB55-42F5-BD6D-9CC153FCDBE6}" type="slidenum">
              <a:rPr lang="en-US" smtClean="0"/>
              <a:pPr/>
              <a:t>46</a:t>
            </a:fld>
            <a:endParaRPr lang="en-US" dirty="0"/>
          </a:p>
        </p:txBody>
      </p:sp>
      <p:pic>
        <p:nvPicPr>
          <p:cNvPr id="2" name="Picture 1">
            <a:extLst>
              <a:ext uri="{FF2B5EF4-FFF2-40B4-BE49-F238E27FC236}">
                <a16:creationId xmlns:a16="http://schemas.microsoft.com/office/drawing/2014/main" id="{38403138-E7C1-1702-5759-68DBAD28A7DD}"/>
              </a:ext>
            </a:extLst>
          </p:cNvPr>
          <p:cNvPicPr>
            <a:picLocks noChangeAspect="1"/>
          </p:cNvPicPr>
          <p:nvPr/>
        </p:nvPicPr>
        <p:blipFill>
          <a:blip r:embed="rId2"/>
          <a:stretch>
            <a:fillRect/>
          </a:stretch>
        </p:blipFill>
        <p:spPr>
          <a:xfrm>
            <a:off x="745002" y="2166730"/>
            <a:ext cx="3293598" cy="4554745"/>
          </a:xfrm>
          <a:prstGeom prst="rect">
            <a:avLst/>
          </a:prstGeom>
        </p:spPr>
      </p:pic>
    </p:spTree>
    <p:extLst>
      <p:ext uri="{BB962C8B-B14F-4D97-AF65-F5344CB8AC3E}">
        <p14:creationId xmlns:p14="http://schemas.microsoft.com/office/powerpoint/2010/main" val="7748645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BFEC-010A-AD7C-4D4C-7C29C7A8285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9D34E1F-2C8E-2F5B-9B07-AAACDCB3D019}"/>
              </a:ext>
            </a:extLst>
          </p:cNvPr>
          <p:cNvSpPr>
            <a:spLocks noGrp="1"/>
          </p:cNvSpPr>
          <p:nvPr>
            <p:ph type="title"/>
          </p:nvPr>
        </p:nvSpPr>
        <p:spPr>
          <a:xfrm>
            <a:off x="838200" y="676275"/>
            <a:ext cx="10515600" cy="1325880"/>
          </a:xfrm>
        </p:spPr>
        <p:txBody>
          <a:bodyPr>
            <a:normAutofit fontScale="90000"/>
          </a:bodyPr>
          <a:lstStyle/>
          <a:p>
            <a:r>
              <a:rPr kumimoji="0" lang="fa-IR" sz="5400" b="0" i="0" u="none" strike="noStrike" kern="1200" cap="none" spc="0" normalizeH="0" baseline="0" noProof="0" dirty="0">
                <a:ln>
                  <a:noFill/>
                </a:ln>
                <a:solidFill>
                  <a:prstClr val="black"/>
                </a:solidFill>
                <a:effectLst/>
                <a:uLnTx/>
                <a:uFillTx/>
                <a:latin typeface="Estedad Bold" panose="02000803000000000000" pitchFamily="2" charset="-78"/>
                <a:ea typeface="+mj-ea"/>
                <a:cs typeface="B Zar" panose="00000400000000000000" pitchFamily="2" charset="-78"/>
              </a:rPr>
              <a:t>مبحث بیست و یکم:پدافند غیر عامل</a:t>
            </a:r>
            <a:br>
              <a:rPr lang="fa-IR" sz="4900" dirty="0">
                <a:latin typeface="Estedad Bold" panose="02000803000000000000" pitchFamily="2" charset="-78"/>
                <a:cs typeface="B Zar" panose="00000400000000000000" pitchFamily="2" charset="-78"/>
              </a:rPr>
            </a:br>
            <a:r>
              <a:rPr lang="fa-IR" sz="3100" dirty="0">
                <a:latin typeface="Estedad Bold" panose="02000803000000000000" pitchFamily="2" charset="-78"/>
                <a:cs typeface="B Zar" panose="00000400000000000000" pitchFamily="2" charset="-78"/>
              </a:rPr>
              <a:t>ملاحظات تاسیسات برقی</a:t>
            </a:r>
            <a:br>
              <a:rPr lang="fa-IR" sz="3100" dirty="0">
                <a:latin typeface="Estedad Bold" panose="02000803000000000000" pitchFamily="2" charset="-78"/>
                <a:cs typeface="B Zar" panose="00000400000000000000" pitchFamily="2" charset="-78"/>
              </a:rPr>
            </a:b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CE68D4B5-F433-1DB4-BAD0-04BA484CB337}"/>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8585D46D-D0F8-DC4C-F145-D3C959FD964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1989F51-009C-3436-E202-D013D935A556}"/>
              </a:ext>
            </a:extLst>
          </p:cNvPr>
          <p:cNvSpPr>
            <a:spLocks noGrp="1"/>
          </p:cNvSpPr>
          <p:nvPr>
            <p:ph type="sldNum" sz="quarter" idx="12"/>
          </p:nvPr>
        </p:nvSpPr>
        <p:spPr/>
        <p:txBody>
          <a:bodyPr/>
          <a:lstStyle/>
          <a:p>
            <a:fld id="{2C18C1E5-FB55-42F5-BD6D-9CC153FCDBE6}" type="slidenum">
              <a:rPr lang="en-US" smtClean="0"/>
              <a:pPr/>
              <a:t>47</a:t>
            </a:fld>
            <a:endParaRPr lang="en-US" dirty="0"/>
          </a:p>
        </p:txBody>
      </p:sp>
      <p:graphicFrame>
        <p:nvGraphicFramePr>
          <p:cNvPr id="9" name="Content Placeholder 4" descr="timeline SmartArt graphic">
            <a:extLst>
              <a:ext uri="{FF2B5EF4-FFF2-40B4-BE49-F238E27FC236}">
                <a16:creationId xmlns:a16="http://schemas.microsoft.com/office/drawing/2014/main" id="{F1817B0C-7FFA-C98E-3C46-0B532731AB1E}"/>
              </a:ext>
            </a:extLst>
          </p:cNvPr>
          <p:cNvGraphicFramePr>
            <a:graphicFrameLocks noGrp="1"/>
          </p:cNvGraphicFramePr>
          <p:nvPr>
            <p:ph idx="1"/>
            <p:extLst>
              <p:ext uri="{D42A27DB-BD31-4B8C-83A1-F6EECF244321}">
                <p14:modId xmlns:p14="http://schemas.microsoft.com/office/powerpoint/2010/main" val="1043120025"/>
              </p:ext>
            </p:extLst>
          </p:nvPr>
        </p:nvGraphicFramePr>
        <p:xfrm>
          <a:off x="308113" y="2305050"/>
          <a:ext cx="11499574" cy="4051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13165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E7198-E05F-8FB8-4C24-6CA571055002}"/>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B48FEE4A-2AC4-41ED-BA79-B4BA0B9783DA}"/>
              </a:ext>
            </a:extLst>
          </p:cNvPr>
          <p:cNvSpPr>
            <a:spLocks noGrp="1"/>
          </p:cNvSpPr>
          <p:nvPr>
            <p:ph type="title"/>
          </p:nvPr>
        </p:nvSpPr>
        <p:spPr>
          <a:xfrm>
            <a:off x="790161" y="518418"/>
            <a:ext cx="10611678" cy="1325563"/>
          </a:xfrm>
        </p:spPr>
        <p:txBody>
          <a:bodyPr>
            <a:normAutofit fontScale="90000"/>
          </a:bodyPr>
          <a:lstStyle/>
          <a:p>
            <a:r>
              <a:rPr lang="fa-IR" sz="5400" dirty="0">
                <a:latin typeface="Estedad Bold" panose="02000803000000000000" pitchFamily="2" charset="-78"/>
                <a:cs typeface="B Zar" panose="00000400000000000000" pitchFamily="2" charset="-78"/>
              </a:rPr>
              <a:t>مبحث بیست و دوم:مراقبت و نگهداري از ساختمان ها </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C4354071-79D1-C482-E5B6-F78108770B77}"/>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هدف اين مبحث تعيين حداقل الزاماتي است كه در طول عمر مفيد ساختمان براي نگهداري از آن جهت تأمين ايمني، بهداشت، آسايش ساكنين، بهره دهي مناسب و جلوگيري از به هدر رفتن سرمايه، بايد رعايت شوند. براي اين منظور بايد بازديدهاي ادواري مورد نياز در كليه بخش هاي معماري، سازه، تأسيسات برقي و تأسيسات مكانيكي ساختمان به عمل آيد.</a:t>
            </a:r>
          </a:p>
          <a:p>
            <a:pPr marL="0" indent="0" algn="r">
              <a:lnSpc>
                <a:spcPct val="110000"/>
              </a:lnSpc>
              <a:buNone/>
            </a:pPr>
            <a:endParaRPr lang="ar-SA" dirty="0">
              <a:cs typeface="B Zar" panose="00000400000000000000" pitchFamily="2" charset="-78"/>
            </a:endParaRPr>
          </a:p>
        </p:txBody>
      </p:sp>
      <p:sp>
        <p:nvSpPr>
          <p:cNvPr id="7" name="Date Placeholder 6">
            <a:extLst>
              <a:ext uri="{FF2B5EF4-FFF2-40B4-BE49-F238E27FC236}">
                <a16:creationId xmlns:a16="http://schemas.microsoft.com/office/drawing/2014/main" id="{A0DDD3DC-30C6-EAA0-4C86-3F138C50F5BB}"/>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AF65A69F-37FB-9FF5-0F34-A92ACB88784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4B8E106-82D1-046C-E8AC-81F5F26F781F}"/>
              </a:ext>
            </a:extLst>
          </p:cNvPr>
          <p:cNvSpPr>
            <a:spLocks noGrp="1"/>
          </p:cNvSpPr>
          <p:nvPr>
            <p:ph type="sldNum" sz="quarter" idx="12"/>
          </p:nvPr>
        </p:nvSpPr>
        <p:spPr/>
        <p:txBody>
          <a:bodyPr/>
          <a:lstStyle/>
          <a:p>
            <a:fld id="{2C18C1E5-FB55-42F5-BD6D-9CC153FCDBE6}" type="slidenum">
              <a:rPr lang="en-US" smtClean="0"/>
              <a:pPr/>
              <a:t>48</a:t>
            </a:fld>
            <a:endParaRPr lang="en-US" dirty="0"/>
          </a:p>
        </p:txBody>
      </p:sp>
      <p:pic>
        <p:nvPicPr>
          <p:cNvPr id="2" name="Picture 1">
            <a:extLst>
              <a:ext uri="{FF2B5EF4-FFF2-40B4-BE49-F238E27FC236}">
                <a16:creationId xmlns:a16="http://schemas.microsoft.com/office/drawing/2014/main" id="{9498B74F-D18D-9FEA-F11C-BD4BA8FA69C8}"/>
              </a:ext>
            </a:extLst>
          </p:cNvPr>
          <p:cNvPicPr>
            <a:picLocks noChangeAspect="1"/>
          </p:cNvPicPr>
          <p:nvPr/>
        </p:nvPicPr>
        <p:blipFill>
          <a:blip r:embed="rId2"/>
          <a:stretch>
            <a:fillRect/>
          </a:stretch>
        </p:blipFill>
        <p:spPr>
          <a:xfrm>
            <a:off x="745002" y="2166730"/>
            <a:ext cx="3293598" cy="4554745"/>
          </a:xfrm>
          <a:prstGeom prst="rect">
            <a:avLst/>
          </a:prstGeom>
        </p:spPr>
      </p:pic>
      <p:pic>
        <p:nvPicPr>
          <p:cNvPr id="3" name="Picture 2">
            <a:extLst>
              <a:ext uri="{FF2B5EF4-FFF2-40B4-BE49-F238E27FC236}">
                <a16:creationId xmlns:a16="http://schemas.microsoft.com/office/drawing/2014/main" id="{B8E3BE0A-C386-4D62-E434-C3FE5B1A2540}"/>
              </a:ext>
            </a:extLst>
          </p:cNvPr>
          <p:cNvPicPr>
            <a:picLocks noChangeAspect="1"/>
          </p:cNvPicPr>
          <p:nvPr/>
        </p:nvPicPr>
        <p:blipFill>
          <a:blip r:embed="rId3"/>
          <a:stretch>
            <a:fillRect/>
          </a:stretch>
        </p:blipFill>
        <p:spPr>
          <a:xfrm>
            <a:off x="745002" y="2166730"/>
            <a:ext cx="3293598" cy="4554745"/>
          </a:xfrm>
          <a:prstGeom prst="rect">
            <a:avLst/>
          </a:prstGeom>
        </p:spPr>
      </p:pic>
    </p:spTree>
    <p:extLst>
      <p:ext uri="{BB962C8B-B14F-4D97-AF65-F5344CB8AC3E}">
        <p14:creationId xmlns:p14="http://schemas.microsoft.com/office/powerpoint/2010/main" val="23341209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CA99C-01C4-0A9B-1988-4F145F16361B}"/>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F74FEDB5-777E-AD97-C104-70DD7FB5AC5C}"/>
              </a:ext>
            </a:extLst>
          </p:cNvPr>
          <p:cNvSpPr>
            <a:spLocks noGrp="1"/>
          </p:cNvSpPr>
          <p:nvPr>
            <p:ph type="title"/>
          </p:nvPr>
        </p:nvSpPr>
        <p:spPr>
          <a:xfrm>
            <a:off x="790161" y="518418"/>
            <a:ext cx="10611678" cy="1325563"/>
          </a:xfrm>
        </p:spPr>
        <p:txBody>
          <a:bodyPr>
            <a:normAutofit/>
          </a:bodyPr>
          <a:lstStyle/>
          <a:p>
            <a:r>
              <a:rPr lang="fa-IR" sz="5400" dirty="0">
                <a:latin typeface="Estedad Bold" panose="02000803000000000000" pitchFamily="2" charset="-78"/>
                <a:cs typeface="B Zar" panose="00000400000000000000" pitchFamily="2" charset="-78"/>
              </a:rPr>
              <a:t>مبحث بیست و سوم:الزامات ترافیکی ساختمان</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EE2A870F-3F5D-7488-6103-522C8EFEEFF6}"/>
              </a:ext>
            </a:extLst>
          </p:cNvPr>
          <p:cNvSpPr>
            <a:spLocks noGrp="1"/>
          </p:cNvSpPr>
          <p:nvPr>
            <p:ph sz="quarter" idx="14"/>
          </p:nvPr>
        </p:nvSpPr>
        <p:spPr>
          <a:xfrm>
            <a:off x="4581939" y="2767563"/>
            <a:ext cx="7134909" cy="3345551"/>
          </a:xfrm>
        </p:spPr>
        <p:txBody>
          <a:bodyPr>
            <a:normAutofit/>
          </a:bodyPr>
          <a:lstStyle/>
          <a:p>
            <a:pPr marL="0" indent="0" algn="r">
              <a:lnSpc>
                <a:spcPct val="110000"/>
              </a:lnSpc>
              <a:buNone/>
            </a:pPr>
            <a:r>
              <a:rPr lang="ar-SA" dirty="0">
                <a:cs typeface="B Zar" panose="00000400000000000000" pitchFamily="2" charset="-78"/>
              </a:rPr>
              <a:t>هدف از تدوین این مبحث تعیین ضوابط و مقررات ترافیکی مرتبط با ساختمان ها و شبکه معابر بلافصل اطراف ساختمان و در ورودی و خروجی محوطه های عبور و مرور وسایل نقلیه موتوری و عابرین و دوچرخه سواران است</a:t>
            </a:r>
          </a:p>
          <a:p>
            <a:pPr marL="0" indent="0" algn="r">
              <a:lnSpc>
                <a:spcPct val="110000"/>
              </a:lnSpc>
              <a:buNone/>
            </a:pPr>
            <a:endParaRPr lang="ar-SA" dirty="0">
              <a:cs typeface="B Zar" panose="00000400000000000000" pitchFamily="2" charset="-78"/>
            </a:endParaRPr>
          </a:p>
        </p:txBody>
      </p:sp>
      <p:sp>
        <p:nvSpPr>
          <p:cNvPr id="7" name="Date Placeholder 6">
            <a:extLst>
              <a:ext uri="{FF2B5EF4-FFF2-40B4-BE49-F238E27FC236}">
                <a16:creationId xmlns:a16="http://schemas.microsoft.com/office/drawing/2014/main" id="{5518AD4B-D254-7F52-912D-C9DB40413BFA}"/>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D3ABF456-69CD-BC66-CE24-478B7895BFC1}"/>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397F18BC-3908-E055-1A20-D1BC0FA8C5B4}"/>
              </a:ext>
            </a:extLst>
          </p:cNvPr>
          <p:cNvSpPr>
            <a:spLocks noGrp="1"/>
          </p:cNvSpPr>
          <p:nvPr>
            <p:ph type="sldNum" sz="quarter" idx="12"/>
          </p:nvPr>
        </p:nvSpPr>
        <p:spPr/>
        <p:txBody>
          <a:bodyPr/>
          <a:lstStyle/>
          <a:p>
            <a:fld id="{2C18C1E5-FB55-42F5-BD6D-9CC153FCDBE6}" type="slidenum">
              <a:rPr lang="en-US" smtClean="0"/>
              <a:pPr/>
              <a:t>49</a:t>
            </a:fld>
            <a:endParaRPr lang="en-US" dirty="0"/>
          </a:p>
        </p:txBody>
      </p:sp>
      <p:pic>
        <p:nvPicPr>
          <p:cNvPr id="2" name="Picture 1">
            <a:extLst>
              <a:ext uri="{FF2B5EF4-FFF2-40B4-BE49-F238E27FC236}">
                <a16:creationId xmlns:a16="http://schemas.microsoft.com/office/drawing/2014/main" id="{A3AAF18A-888F-301E-21A7-C3F24C3E72AA}"/>
              </a:ext>
            </a:extLst>
          </p:cNvPr>
          <p:cNvPicPr>
            <a:picLocks noChangeAspect="1"/>
          </p:cNvPicPr>
          <p:nvPr/>
        </p:nvPicPr>
        <p:blipFill>
          <a:blip r:embed="rId2"/>
          <a:stretch>
            <a:fillRect/>
          </a:stretch>
        </p:blipFill>
        <p:spPr>
          <a:xfrm>
            <a:off x="745002" y="2166730"/>
            <a:ext cx="3293598" cy="4554745"/>
          </a:xfrm>
          <a:prstGeom prst="rect">
            <a:avLst/>
          </a:prstGeom>
        </p:spPr>
      </p:pic>
      <p:pic>
        <p:nvPicPr>
          <p:cNvPr id="3" name="Picture 2">
            <a:extLst>
              <a:ext uri="{FF2B5EF4-FFF2-40B4-BE49-F238E27FC236}">
                <a16:creationId xmlns:a16="http://schemas.microsoft.com/office/drawing/2014/main" id="{F305D8CC-1E52-3076-EEBF-D6066BDE9D73}"/>
              </a:ext>
            </a:extLst>
          </p:cNvPr>
          <p:cNvPicPr>
            <a:picLocks noChangeAspect="1"/>
          </p:cNvPicPr>
          <p:nvPr/>
        </p:nvPicPr>
        <p:blipFill>
          <a:blip r:embed="rId3"/>
          <a:stretch>
            <a:fillRect/>
          </a:stretch>
        </p:blipFill>
        <p:spPr>
          <a:xfrm>
            <a:off x="745002" y="2166730"/>
            <a:ext cx="3293598" cy="4554745"/>
          </a:xfrm>
          <a:prstGeom prst="rect">
            <a:avLst/>
          </a:prstGeom>
        </p:spPr>
      </p:pic>
      <p:pic>
        <p:nvPicPr>
          <p:cNvPr id="4" name="Picture 3">
            <a:extLst>
              <a:ext uri="{FF2B5EF4-FFF2-40B4-BE49-F238E27FC236}">
                <a16:creationId xmlns:a16="http://schemas.microsoft.com/office/drawing/2014/main" id="{42915CE0-EC44-4339-DC76-70CBE0EBCA7D}"/>
              </a:ext>
            </a:extLst>
          </p:cNvPr>
          <p:cNvPicPr>
            <a:picLocks noChangeAspect="1"/>
          </p:cNvPicPr>
          <p:nvPr/>
        </p:nvPicPr>
        <p:blipFill>
          <a:blip r:embed="rId4"/>
          <a:stretch>
            <a:fillRect/>
          </a:stretch>
        </p:blipFill>
        <p:spPr>
          <a:xfrm>
            <a:off x="745001" y="2186922"/>
            <a:ext cx="3293598" cy="4534553"/>
          </a:xfrm>
          <a:prstGeom prst="rect">
            <a:avLst/>
          </a:prstGeom>
        </p:spPr>
      </p:pic>
    </p:spTree>
    <p:extLst>
      <p:ext uri="{BB962C8B-B14F-4D97-AF65-F5344CB8AC3E}">
        <p14:creationId xmlns:p14="http://schemas.microsoft.com/office/powerpoint/2010/main" val="14770966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423BB-EDF8-711F-BECD-3287147D0D4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F5B2F21-2256-5EA9-7102-65F7FC8E5384}"/>
              </a:ext>
            </a:extLst>
          </p:cNvPr>
          <p:cNvSpPr>
            <a:spLocks noGrp="1"/>
          </p:cNvSpPr>
          <p:nvPr>
            <p:ph type="title"/>
          </p:nvPr>
        </p:nvSpPr>
        <p:spPr/>
        <p:txBody>
          <a:bodyPr>
            <a:normAutofit fontScale="90000"/>
          </a:bodyPr>
          <a:lstStyle/>
          <a:p>
            <a:r>
              <a:rPr lang="fa-IR" sz="6000" dirty="0">
                <a:latin typeface="Estedad Bold" panose="02000803000000000000" pitchFamily="2" charset="-78"/>
                <a:cs typeface="B Zar" panose="00000400000000000000" pitchFamily="2" charset="-78"/>
              </a:rPr>
              <a:t>مبحث بیست و سوم:الزامات ترافیکی ساختمان</a:t>
            </a:r>
            <a:br>
              <a:rPr lang="fa-IR" sz="4900" dirty="0">
                <a:latin typeface="Estedad Bold" panose="02000803000000000000" pitchFamily="2" charset="-78"/>
                <a:cs typeface="B Zar" panose="00000400000000000000" pitchFamily="2" charset="-78"/>
              </a:rPr>
            </a:br>
            <a:r>
              <a:rPr lang="fa-IR" sz="3100" dirty="0">
                <a:latin typeface="Estedad Bold" panose="02000803000000000000" pitchFamily="2" charset="-78"/>
                <a:cs typeface="B Zar" panose="00000400000000000000" pitchFamily="2" charset="-78"/>
              </a:rPr>
              <a:t>الزامات مدیریت ترافیک حین ساخت</a:t>
            </a:r>
            <a:endParaRPr lang="en-US" sz="5400" dirty="0">
              <a:cs typeface="B Zar" panose="00000400000000000000" pitchFamily="2" charset="-78"/>
            </a:endParaRPr>
          </a:p>
        </p:txBody>
      </p:sp>
      <p:sp>
        <p:nvSpPr>
          <p:cNvPr id="4" name="Date Placeholder 3">
            <a:extLst>
              <a:ext uri="{FF2B5EF4-FFF2-40B4-BE49-F238E27FC236}">
                <a16:creationId xmlns:a16="http://schemas.microsoft.com/office/drawing/2014/main" id="{7CDA8C83-7997-D847-033A-76511E20883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8B7442CC-45B2-6429-088E-366C87E9E736}"/>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356EFCFB-996B-781D-3A20-8FFE937D6043}"/>
              </a:ext>
            </a:extLst>
          </p:cNvPr>
          <p:cNvSpPr>
            <a:spLocks noGrp="1"/>
          </p:cNvSpPr>
          <p:nvPr>
            <p:ph type="sldNum" sz="quarter" idx="12"/>
          </p:nvPr>
        </p:nvSpPr>
        <p:spPr/>
        <p:txBody>
          <a:bodyPr/>
          <a:lstStyle/>
          <a:p>
            <a:fld id="{2C18C1E5-FB55-42F5-BD6D-9CC153FCDBE6}" type="slidenum">
              <a:rPr lang="en-US" smtClean="0"/>
              <a:pPr/>
              <a:t>50</a:t>
            </a:fld>
            <a:endParaRPr lang="en-US" dirty="0"/>
          </a:p>
        </p:txBody>
      </p:sp>
      <p:graphicFrame>
        <p:nvGraphicFramePr>
          <p:cNvPr id="9" name="Content Placeholder 4" descr="timeline SmartArt graphic">
            <a:extLst>
              <a:ext uri="{FF2B5EF4-FFF2-40B4-BE49-F238E27FC236}">
                <a16:creationId xmlns:a16="http://schemas.microsoft.com/office/drawing/2014/main" id="{07E3EA37-0A32-896C-51B0-D7F6433427F5}"/>
              </a:ext>
            </a:extLst>
          </p:cNvPr>
          <p:cNvGraphicFramePr>
            <a:graphicFrameLocks noGrp="1"/>
          </p:cNvGraphicFramePr>
          <p:nvPr>
            <p:ph idx="1"/>
            <p:extLst>
              <p:ext uri="{D42A27DB-BD31-4B8C-83A1-F6EECF244321}">
                <p14:modId xmlns:p14="http://schemas.microsoft.com/office/powerpoint/2010/main" val="2589566736"/>
              </p:ext>
            </p:extLst>
          </p:nvPr>
        </p:nvGraphicFramePr>
        <p:xfrm>
          <a:off x="324816" y="2168524"/>
          <a:ext cx="11028984" cy="4187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3959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36CA-86CF-0628-2EA7-8BB7F9AE8E54}"/>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597A6278-8F9C-E20E-D7F4-0B0AF6B70E05}"/>
              </a:ext>
            </a:extLst>
          </p:cNvPr>
          <p:cNvSpPr>
            <a:spLocks noGrp="1"/>
          </p:cNvSpPr>
          <p:nvPr>
            <p:ph type="title"/>
          </p:nvPr>
        </p:nvSpPr>
        <p:spPr>
          <a:xfrm>
            <a:off x="790161" y="518418"/>
            <a:ext cx="10611678" cy="1325563"/>
          </a:xfrm>
        </p:spPr>
        <p:txBody>
          <a:bodyPr>
            <a:normAutofit/>
          </a:bodyPr>
          <a:lstStyle/>
          <a:p>
            <a:r>
              <a:rPr lang="fa-IR" sz="5400" dirty="0">
                <a:latin typeface="Estedad Bold" panose="02000803000000000000" pitchFamily="2" charset="-78"/>
                <a:cs typeface="B Zar" panose="00000400000000000000" pitchFamily="2" charset="-78"/>
              </a:rPr>
              <a:t>سوالات</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E39D041F-5898-A2C3-BB71-E102AA021AEE}"/>
              </a:ext>
            </a:extLst>
          </p:cNvPr>
          <p:cNvSpPr>
            <a:spLocks noGrp="1"/>
          </p:cNvSpPr>
          <p:nvPr>
            <p:ph sz="quarter" idx="14"/>
          </p:nvPr>
        </p:nvSpPr>
        <p:spPr>
          <a:xfrm>
            <a:off x="258417" y="2767563"/>
            <a:ext cx="11458431" cy="3345551"/>
          </a:xfrm>
        </p:spPr>
        <p:txBody>
          <a:bodyPr>
            <a:normAutofit fontScale="85000" lnSpcReduction="20000"/>
          </a:bodyPr>
          <a:lstStyle/>
          <a:p>
            <a:pPr marL="0" indent="0" algn="r">
              <a:lnSpc>
                <a:spcPct val="110000"/>
              </a:lnSpc>
              <a:buNone/>
            </a:pPr>
            <a:r>
              <a:rPr lang="fa-IR" dirty="0">
                <a:cs typeface="B Zar" panose="00000400000000000000" pitchFamily="2" charset="-78"/>
              </a:rPr>
              <a:t>1. چه تعداد مبحث مقرارت ملی ساختمان داریم 5 تا شو نام ببرید ؟</a:t>
            </a:r>
          </a:p>
          <a:p>
            <a:pPr marL="0" indent="0" algn="r">
              <a:lnSpc>
                <a:spcPct val="110000"/>
              </a:lnSpc>
              <a:buNone/>
            </a:pPr>
            <a:r>
              <a:rPr lang="fa-IR" dirty="0">
                <a:cs typeface="B Zar" panose="00000400000000000000" pitchFamily="2" charset="-78"/>
              </a:rPr>
              <a:t>23 تا مبحث وجود دارد</a:t>
            </a:r>
          </a:p>
          <a:p>
            <a:pPr marL="0" indent="0" algn="r">
              <a:lnSpc>
                <a:spcPct val="110000"/>
              </a:lnSpc>
              <a:buNone/>
            </a:pPr>
            <a:r>
              <a:rPr lang="fa-IR" dirty="0">
                <a:cs typeface="B Zar" panose="00000400000000000000" pitchFamily="2" charset="-78"/>
              </a:rPr>
              <a:t>.تعاریف </a:t>
            </a:r>
          </a:p>
          <a:p>
            <a:pPr marL="0" indent="0" algn="r">
              <a:lnSpc>
                <a:spcPct val="110000"/>
              </a:lnSpc>
              <a:buNone/>
            </a:pPr>
            <a:r>
              <a:rPr lang="fa-IR" dirty="0">
                <a:cs typeface="B Zar" panose="00000400000000000000" pitchFamily="2" charset="-78"/>
              </a:rPr>
              <a:t>.نظامات اداری </a:t>
            </a:r>
          </a:p>
          <a:p>
            <a:pPr marL="0" indent="0" algn="r">
              <a:lnSpc>
                <a:spcPct val="110000"/>
              </a:lnSpc>
              <a:buNone/>
            </a:pPr>
            <a:r>
              <a:rPr lang="fa-IR" dirty="0">
                <a:cs typeface="B Zar" panose="00000400000000000000" pitchFamily="2" charset="-78"/>
              </a:rPr>
              <a:t>.حفظ ساختمان در مقابل حریق</a:t>
            </a:r>
          </a:p>
          <a:p>
            <a:pPr marL="0" indent="0" algn="r">
              <a:lnSpc>
                <a:spcPct val="110000"/>
              </a:lnSpc>
              <a:buNone/>
            </a:pPr>
            <a:r>
              <a:rPr lang="fa-IR" dirty="0">
                <a:cs typeface="B Zar" panose="00000400000000000000" pitchFamily="2" charset="-78"/>
              </a:rPr>
              <a:t>.الزامات عمومی ساختمان</a:t>
            </a:r>
          </a:p>
          <a:p>
            <a:pPr marL="0" indent="0" algn="r">
              <a:lnSpc>
                <a:spcPct val="110000"/>
              </a:lnSpc>
              <a:buNone/>
            </a:pPr>
            <a:r>
              <a:rPr lang="fa-IR" dirty="0">
                <a:cs typeface="B Zar" panose="00000400000000000000" pitchFamily="2" charset="-78"/>
              </a:rPr>
              <a:t>. مصالح و فراورده های ساختمانی</a:t>
            </a:r>
          </a:p>
          <a:p>
            <a:pPr marL="0" indent="0" algn="r">
              <a:lnSpc>
                <a:spcPct val="110000"/>
              </a:lnSpc>
              <a:buNone/>
            </a:pPr>
            <a:r>
              <a:rPr lang="fa-IR" dirty="0">
                <a:cs typeface="B Zar" panose="00000400000000000000" pitchFamily="2" charset="-78"/>
              </a:rPr>
              <a:t> </a:t>
            </a:r>
          </a:p>
        </p:txBody>
      </p:sp>
      <p:sp>
        <p:nvSpPr>
          <p:cNvPr id="7" name="Date Placeholder 6">
            <a:extLst>
              <a:ext uri="{FF2B5EF4-FFF2-40B4-BE49-F238E27FC236}">
                <a16:creationId xmlns:a16="http://schemas.microsoft.com/office/drawing/2014/main" id="{3BED8CEC-10F8-DFFA-DBA5-D519245944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D80C7549-1378-5DC9-DEAA-6E3A85BD3ADC}"/>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EAA04AE-1844-F135-54E3-BEBBF4B7207D}"/>
              </a:ext>
            </a:extLst>
          </p:cNvPr>
          <p:cNvSpPr>
            <a:spLocks noGrp="1"/>
          </p:cNvSpPr>
          <p:nvPr>
            <p:ph type="sldNum" sz="quarter" idx="12"/>
          </p:nvPr>
        </p:nvSpPr>
        <p:spPr/>
        <p:txBody>
          <a:bodyPr/>
          <a:lstStyle/>
          <a:p>
            <a:fld id="{2C18C1E5-FB55-42F5-BD6D-9CC153FCDBE6}" type="slidenum">
              <a:rPr lang="en-US" smtClean="0"/>
              <a:pPr/>
              <a:t>51</a:t>
            </a:fld>
            <a:endParaRPr lang="en-US" dirty="0"/>
          </a:p>
        </p:txBody>
      </p:sp>
    </p:spTree>
    <p:extLst>
      <p:ext uri="{BB962C8B-B14F-4D97-AF65-F5344CB8AC3E}">
        <p14:creationId xmlns:p14="http://schemas.microsoft.com/office/powerpoint/2010/main" val="4591809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0F3D9-9786-75E9-DC84-4C1D3F6C160E}"/>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57B49744-3939-3EE0-C21D-7BCD0B1E738E}"/>
              </a:ext>
            </a:extLst>
          </p:cNvPr>
          <p:cNvSpPr>
            <a:spLocks noGrp="1"/>
          </p:cNvSpPr>
          <p:nvPr>
            <p:ph type="title"/>
          </p:nvPr>
        </p:nvSpPr>
        <p:spPr>
          <a:xfrm>
            <a:off x="790161" y="518418"/>
            <a:ext cx="10611678" cy="1325563"/>
          </a:xfrm>
        </p:spPr>
        <p:txBody>
          <a:bodyPr>
            <a:normAutofit/>
          </a:bodyPr>
          <a:lstStyle/>
          <a:p>
            <a:r>
              <a:rPr lang="fa-IR" sz="5400" dirty="0">
                <a:latin typeface="Estedad Bold" panose="02000803000000000000" pitchFamily="2" charset="-78"/>
                <a:cs typeface="B Zar" panose="00000400000000000000" pitchFamily="2" charset="-78"/>
              </a:rPr>
              <a:t>سوالات</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366B92F4-64B9-4A39-BED8-DBB8B91D00E5}"/>
              </a:ext>
            </a:extLst>
          </p:cNvPr>
          <p:cNvSpPr>
            <a:spLocks noGrp="1"/>
          </p:cNvSpPr>
          <p:nvPr>
            <p:ph sz="quarter" idx="14"/>
          </p:nvPr>
        </p:nvSpPr>
        <p:spPr>
          <a:xfrm>
            <a:off x="258417" y="2767563"/>
            <a:ext cx="11458431" cy="3345551"/>
          </a:xfrm>
        </p:spPr>
        <p:txBody>
          <a:bodyPr>
            <a:normAutofit/>
          </a:bodyPr>
          <a:lstStyle/>
          <a:p>
            <a:pPr marL="0" indent="0" algn="r">
              <a:lnSpc>
                <a:spcPct val="110000"/>
              </a:lnSpc>
              <a:buNone/>
            </a:pPr>
            <a:r>
              <a:rPr lang="fa-IR" dirty="0">
                <a:cs typeface="B Zar" panose="00000400000000000000" pitchFamily="2" charset="-78"/>
              </a:rPr>
              <a:t>2. پایه های نظام مهندسی رو نام برده و ظرفیت اشتغال ان هارا در سال نام برده؟</a:t>
            </a:r>
          </a:p>
          <a:p>
            <a:pPr marL="0" indent="0" algn="r">
              <a:lnSpc>
                <a:spcPct val="110000"/>
              </a:lnSpc>
              <a:buNone/>
            </a:pPr>
            <a:r>
              <a:rPr lang="fa-IR" dirty="0">
                <a:cs typeface="B Zar" panose="00000400000000000000" pitchFamily="2" charset="-78"/>
              </a:rPr>
              <a:t>.پایه مهندسی3 و ظرفیت اشتغال8000 متر مربع</a:t>
            </a:r>
          </a:p>
          <a:p>
            <a:pPr marL="0" indent="0" algn="r">
              <a:lnSpc>
                <a:spcPct val="110000"/>
              </a:lnSpc>
              <a:buNone/>
            </a:pPr>
            <a:r>
              <a:rPr lang="fa-IR" dirty="0">
                <a:cs typeface="B Zar" panose="00000400000000000000" pitchFamily="2" charset="-78"/>
              </a:rPr>
              <a:t>.پایه مهندسی 2 و ظرفیت اشتغال 12000 متر مربع</a:t>
            </a:r>
          </a:p>
          <a:p>
            <a:pPr marL="0" indent="0" algn="r">
              <a:lnSpc>
                <a:spcPct val="110000"/>
              </a:lnSpc>
              <a:buNone/>
            </a:pPr>
            <a:r>
              <a:rPr lang="fa-IR" dirty="0">
                <a:cs typeface="B Zar" panose="00000400000000000000" pitchFamily="2" charset="-78"/>
              </a:rPr>
              <a:t>.پایه مهندسی 1 و ظرفیت اشتغال 16000 متر مربع</a:t>
            </a:r>
          </a:p>
          <a:p>
            <a:pPr marL="0" indent="0" algn="r">
              <a:lnSpc>
                <a:spcPct val="110000"/>
              </a:lnSpc>
              <a:buNone/>
            </a:pPr>
            <a:r>
              <a:rPr lang="fa-IR" dirty="0">
                <a:cs typeface="B Zar" panose="00000400000000000000" pitchFamily="2" charset="-78"/>
              </a:rPr>
              <a:t>.ارشد و ظرفیت اشتغال20000متر مربع  </a:t>
            </a:r>
          </a:p>
        </p:txBody>
      </p:sp>
      <p:sp>
        <p:nvSpPr>
          <p:cNvPr id="7" name="Date Placeholder 6">
            <a:extLst>
              <a:ext uri="{FF2B5EF4-FFF2-40B4-BE49-F238E27FC236}">
                <a16:creationId xmlns:a16="http://schemas.microsoft.com/office/drawing/2014/main" id="{B5F1D13B-B432-6A51-7A07-7642F5CFFA82}"/>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049D0607-81E5-6A82-C744-7CA1EA08F115}"/>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0E85BB14-9EC5-16A7-A472-5B9B2DABE83D}"/>
              </a:ext>
            </a:extLst>
          </p:cNvPr>
          <p:cNvSpPr>
            <a:spLocks noGrp="1"/>
          </p:cNvSpPr>
          <p:nvPr>
            <p:ph type="sldNum" sz="quarter" idx="12"/>
          </p:nvPr>
        </p:nvSpPr>
        <p:spPr/>
        <p:txBody>
          <a:bodyPr/>
          <a:lstStyle/>
          <a:p>
            <a:fld id="{2C18C1E5-FB55-42F5-BD6D-9CC153FCDBE6}" type="slidenum">
              <a:rPr lang="en-US" smtClean="0"/>
              <a:pPr/>
              <a:t>52</a:t>
            </a:fld>
            <a:endParaRPr lang="en-US" dirty="0"/>
          </a:p>
        </p:txBody>
      </p:sp>
    </p:spTree>
    <p:extLst>
      <p:ext uri="{BB962C8B-B14F-4D97-AF65-F5344CB8AC3E}">
        <p14:creationId xmlns:p14="http://schemas.microsoft.com/office/powerpoint/2010/main" val="42215620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41492-44E0-5F98-1ADB-0463D24DEEC1}"/>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E963F1A4-7FE9-CC74-C905-FECF5B5B3279}"/>
              </a:ext>
            </a:extLst>
          </p:cNvPr>
          <p:cNvSpPr>
            <a:spLocks noGrp="1"/>
          </p:cNvSpPr>
          <p:nvPr>
            <p:ph type="title"/>
          </p:nvPr>
        </p:nvSpPr>
        <p:spPr>
          <a:xfrm>
            <a:off x="790161" y="518418"/>
            <a:ext cx="10611678" cy="1325563"/>
          </a:xfrm>
        </p:spPr>
        <p:txBody>
          <a:bodyPr>
            <a:normAutofit/>
          </a:bodyPr>
          <a:lstStyle/>
          <a:p>
            <a:r>
              <a:rPr lang="fa-IR" sz="5400" dirty="0">
                <a:latin typeface="Estedad Bold" panose="02000803000000000000" pitchFamily="2" charset="-78"/>
                <a:cs typeface="B Zar" panose="00000400000000000000" pitchFamily="2" charset="-78"/>
              </a:rPr>
              <a:t>سوالات</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DE71DC65-CE1E-87CB-6409-D9E67C8BBF2C}"/>
              </a:ext>
            </a:extLst>
          </p:cNvPr>
          <p:cNvSpPr>
            <a:spLocks noGrp="1"/>
          </p:cNvSpPr>
          <p:nvPr>
            <p:ph sz="quarter" idx="14"/>
          </p:nvPr>
        </p:nvSpPr>
        <p:spPr>
          <a:xfrm>
            <a:off x="366784" y="2499206"/>
            <a:ext cx="11458431" cy="3345551"/>
          </a:xfrm>
        </p:spPr>
        <p:txBody>
          <a:bodyPr>
            <a:normAutofit/>
          </a:bodyPr>
          <a:lstStyle/>
          <a:p>
            <a:pPr marL="0" indent="0" algn="r">
              <a:lnSpc>
                <a:spcPct val="110000"/>
              </a:lnSpc>
              <a:buNone/>
            </a:pPr>
            <a:r>
              <a:rPr lang="fa-IR" dirty="0">
                <a:cs typeface="B Zar" panose="00000400000000000000" pitchFamily="2" charset="-78"/>
              </a:rPr>
              <a:t>3</a:t>
            </a:r>
            <a:r>
              <a:rPr lang="fa-IR" sz="3200" dirty="0">
                <a:cs typeface="B Zar" panose="00000400000000000000" pitchFamily="2" charset="-78"/>
              </a:rPr>
              <a:t>. تمهیدات لازم برای حفظ ساختمان در مقابل حریق؟  </a:t>
            </a:r>
            <a:endParaRPr lang="fa-IR" dirty="0">
              <a:cs typeface="B Zar" panose="00000400000000000000" pitchFamily="2" charset="-78"/>
            </a:endParaRPr>
          </a:p>
          <a:p>
            <a:pPr marL="0" indent="0" algn="r">
              <a:lnSpc>
                <a:spcPct val="110000"/>
              </a:lnSpc>
              <a:buNone/>
            </a:pPr>
            <a:r>
              <a:rPr lang="fa-IR" dirty="0">
                <a:cs typeface="B Zar" panose="00000400000000000000" pitchFamily="2" charset="-78"/>
              </a:rPr>
              <a:t>. برای ساخت هر نوع سازه‌ای احتیاج به نقشه است این نقشه توسط  فارغ‌التحصیل رشته معماری طراحی می‌شود </a:t>
            </a:r>
          </a:p>
          <a:p>
            <a:pPr marL="0" indent="0" algn="r">
              <a:lnSpc>
                <a:spcPct val="110000"/>
              </a:lnSpc>
              <a:buNone/>
            </a:pPr>
            <a:r>
              <a:rPr lang="fa-IR" dirty="0">
                <a:cs typeface="B Zar" panose="00000400000000000000" pitchFamily="2" charset="-78"/>
              </a:rPr>
              <a:t>. فردی است فارغ‌التحصیل رشته‌های عمران، معماری، مهندسیِ برق، مکانیک، شهرسازی، ترافیک ونقشه برداری که آزمون  نظام مهندسی را زیر نظرِ” وزارت راه و شهرسازی همچنین معاونت ساختمان و مسکن” گذرانده‌اند و صلاحیت نظارت را دریافت کرده‌اند</a:t>
            </a:r>
          </a:p>
          <a:p>
            <a:pPr marL="0" indent="0" algn="r">
              <a:lnSpc>
                <a:spcPct val="110000"/>
              </a:lnSpc>
              <a:buNone/>
            </a:pPr>
            <a:r>
              <a:rPr lang="fa-IR" dirty="0">
                <a:cs typeface="B Zar" panose="00000400000000000000" pitchFamily="2" charset="-78"/>
              </a:rPr>
              <a:t>. جلوگیري از گسترش آتش و دود در ساختمان و سرایت حریق از یک ساختمان به ساختمان دیگر</a:t>
            </a:r>
          </a:p>
        </p:txBody>
      </p:sp>
      <p:sp>
        <p:nvSpPr>
          <p:cNvPr id="7" name="Date Placeholder 6">
            <a:extLst>
              <a:ext uri="{FF2B5EF4-FFF2-40B4-BE49-F238E27FC236}">
                <a16:creationId xmlns:a16="http://schemas.microsoft.com/office/drawing/2014/main" id="{75ED89FC-8BA7-02D1-08DD-C5227B83B2E1}"/>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2C1A540D-C15B-1677-3803-96D1E40720C8}"/>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EBA1515B-CBB2-7287-360B-2C2EAB188611}"/>
              </a:ext>
            </a:extLst>
          </p:cNvPr>
          <p:cNvSpPr>
            <a:spLocks noGrp="1"/>
          </p:cNvSpPr>
          <p:nvPr>
            <p:ph type="sldNum" sz="quarter" idx="12"/>
          </p:nvPr>
        </p:nvSpPr>
        <p:spPr/>
        <p:txBody>
          <a:bodyPr/>
          <a:lstStyle/>
          <a:p>
            <a:fld id="{2C18C1E5-FB55-42F5-BD6D-9CC153FCDBE6}" type="slidenum">
              <a:rPr lang="en-US" smtClean="0"/>
              <a:pPr/>
              <a:t>53</a:t>
            </a:fld>
            <a:endParaRPr lang="en-US" dirty="0"/>
          </a:p>
        </p:txBody>
      </p:sp>
    </p:spTree>
    <p:extLst>
      <p:ext uri="{BB962C8B-B14F-4D97-AF65-F5344CB8AC3E}">
        <p14:creationId xmlns:p14="http://schemas.microsoft.com/office/powerpoint/2010/main" val="26810533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E0DB8-BEB0-B4CD-2E1D-F2A78BB18C2F}"/>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A59E179D-13CB-A173-C9A5-DD1B1FE595CC}"/>
              </a:ext>
            </a:extLst>
          </p:cNvPr>
          <p:cNvSpPr>
            <a:spLocks noGrp="1"/>
          </p:cNvSpPr>
          <p:nvPr>
            <p:ph type="title"/>
          </p:nvPr>
        </p:nvSpPr>
        <p:spPr>
          <a:xfrm>
            <a:off x="790161" y="518418"/>
            <a:ext cx="10611678" cy="1325563"/>
          </a:xfrm>
        </p:spPr>
        <p:txBody>
          <a:bodyPr>
            <a:normAutofit/>
          </a:bodyPr>
          <a:lstStyle/>
          <a:p>
            <a:r>
              <a:rPr lang="fa-IR" sz="5400" dirty="0">
                <a:latin typeface="Estedad Bold" panose="02000803000000000000" pitchFamily="2" charset="-78"/>
                <a:cs typeface="B Zar" panose="00000400000000000000" pitchFamily="2" charset="-78"/>
              </a:rPr>
              <a:t>سوالات</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9CE51F02-6090-BBBA-1A55-4D73F388865A}"/>
              </a:ext>
            </a:extLst>
          </p:cNvPr>
          <p:cNvSpPr>
            <a:spLocks noGrp="1"/>
          </p:cNvSpPr>
          <p:nvPr>
            <p:ph sz="quarter" idx="14"/>
          </p:nvPr>
        </p:nvSpPr>
        <p:spPr>
          <a:xfrm>
            <a:off x="366784" y="2558841"/>
            <a:ext cx="11458431" cy="3345551"/>
          </a:xfrm>
        </p:spPr>
        <p:txBody>
          <a:bodyPr>
            <a:normAutofit/>
          </a:bodyPr>
          <a:lstStyle/>
          <a:p>
            <a:pPr marL="0" indent="0" algn="r">
              <a:lnSpc>
                <a:spcPct val="110000"/>
              </a:lnSpc>
              <a:buNone/>
            </a:pPr>
            <a:r>
              <a:rPr lang="fa-IR" dirty="0">
                <a:cs typeface="B Zar" panose="00000400000000000000" pitchFamily="2" charset="-78"/>
              </a:rPr>
              <a:t>4</a:t>
            </a:r>
            <a:r>
              <a:rPr lang="fa-IR" sz="3200" dirty="0">
                <a:cs typeface="B Zar" panose="00000400000000000000" pitchFamily="2" charset="-78"/>
              </a:rPr>
              <a:t>. الزامات سازه ایی طرح و اجرای ساختمان های فولادی  ؟  </a:t>
            </a:r>
          </a:p>
          <a:p>
            <a:pPr marL="0" indent="0" algn="r">
              <a:lnSpc>
                <a:spcPct val="110000"/>
              </a:lnSpc>
              <a:buNone/>
            </a:pPr>
            <a:r>
              <a:rPr lang="fa-IR" sz="2800" dirty="0">
                <a:cs typeface="B Zar" panose="00000400000000000000" pitchFamily="2" charset="-78"/>
              </a:rPr>
              <a:t>. الزامات عمومی</a:t>
            </a:r>
          </a:p>
          <a:p>
            <a:pPr marL="0" indent="0" algn="r">
              <a:lnSpc>
                <a:spcPct val="110000"/>
              </a:lnSpc>
              <a:buNone/>
            </a:pPr>
            <a:r>
              <a:rPr lang="fa-IR" sz="2800" dirty="0">
                <a:cs typeface="B Zar" panose="00000400000000000000" pitchFamily="2" charset="-78"/>
              </a:rPr>
              <a:t>. الزامات تحلیل و طراحی </a:t>
            </a:r>
          </a:p>
          <a:p>
            <a:pPr marL="0" indent="0" algn="r">
              <a:lnSpc>
                <a:spcPct val="110000"/>
              </a:lnSpc>
              <a:buNone/>
            </a:pPr>
            <a:r>
              <a:rPr lang="fa-IR" sz="2800" dirty="0">
                <a:cs typeface="B Zar" panose="00000400000000000000" pitchFamily="2" charset="-78"/>
              </a:rPr>
              <a:t>. الزامات ساخت و نصب و کنترل</a:t>
            </a:r>
          </a:p>
          <a:p>
            <a:pPr marL="0" indent="0" algn="r">
              <a:lnSpc>
                <a:spcPct val="110000"/>
              </a:lnSpc>
              <a:buNone/>
            </a:pPr>
            <a:r>
              <a:rPr lang="fa-IR" sz="2800" dirty="0">
                <a:cs typeface="B Zar" panose="00000400000000000000" pitchFamily="2" charset="-78"/>
              </a:rPr>
              <a:t>. الزامات طراحی لرزه ای</a:t>
            </a:r>
            <a:endParaRPr lang="fa-IR" sz="2000" dirty="0">
              <a:cs typeface="B Zar" panose="00000400000000000000" pitchFamily="2" charset="-78"/>
            </a:endParaRPr>
          </a:p>
        </p:txBody>
      </p:sp>
      <p:sp>
        <p:nvSpPr>
          <p:cNvPr id="7" name="Date Placeholder 6">
            <a:extLst>
              <a:ext uri="{FF2B5EF4-FFF2-40B4-BE49-F238E27FC236}">
                <a16:creationId xmlns:a16="http://schemas.microsoft.com/office/drawing/2014/main" id="{6B9CF221-C575-57D3-90D1-47F3FAB86A06}"/>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B31DD293-76BB-4E54-51C2-8A04189658EF}"/>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15E16E55-925F-ED04-046F-889E131F1F45}"/>
              </a:ext>
            </a:extLst>
          </p:cNvPr>
          <p:cNvSpPr>
            <a:spLocks noGrp="1"/>
          </p:cNvSpPr>
          <p:nvPr>
            <p:ph type="sldNum" sz="quarter" idx="12"/>
          </p:nvPr>
        </p:nvSpPr>
        <p:spPr/>
        <p:txBody>
          <a:bodyPr/>
          <a:lstStyle/>
          <a:p>
            <a:fld id="{2C18C1E5-FB55-42F5-BD6D-9CC153FCDBE6}" type="slidenum">
              <a:rPr lang="en-US" smtClean="0"/>
              <a:pPr/>
              <a:t>54</a:t>
            </a:fld>
            <a:endParaRPr lang="en-US" dirty="0"/>
          </a:p>
        </p:txBody>
      </p:sp>
    </p:spTree>
    <p:extLst>
      <p:ext uri="{BB962C8B-B14F-4D97-AF65-F5344CB8AC3E}">
        <p14:creationId xmlns:p14="http://schemas.microsoft.com/office/powerpoint/2010/main" val="7244855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D9563-3E3D-CC05-17D8-62A78EDB095D}"/>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713FAA19-642B-AB84-EA92-1F5A775C91C5}"/>
              </a:ext>
            </a:extLst>
          </p:cNvPr>
          <p:cNvSpPr>
            <a:spLocks noGrp="1"/>
          </p:cNvSpPr>
          <p:nvPr>
            <p:ph type="title"/>
          </p:nvPr>
        </p:nvSpPr>
        <p:spPr>
          <a:xfrm>
            <a:off x="790161" y="518418"/>
            <a:ext cx="10611678" cy="1325563"/>
          </a:xfrm>
        </p:spPr>
        <p:txBody>
          <a:bodyPr>
            <a:normAutofit/>
          </a:bodyPr>
          <a:lstStyle/>
          <a:p>
            <a:r>
              <a:rPr lang="fa-IR" sz="5400" dirty="0">
                <a:latin typeface="Estedad Bold" panose="02000803000000000000" pitchFamily="2" charset="-78"/>
                <a:cs typeface="B Zar" panose="00000400000000000000" pitchFamily="2" charset="-78"/>
              </a:rPr>
              <a:t>سوالات</a:t>
            </a:r>
            <a:endParaRPr lang="en-US" sz="6000" dirty="0">
              <a:latin typeface="Estedad Bold" panose="02000803000000000000" pitchFamily="2" charset="-78"/>
              <a:cs typeface="B Zar" panose="00000400000000000000" pitchFamily="2" charset="-78"/>
            </a:endParaRPr>
          </a:p>
        </p:txBody>
      </p:sp>
      <p:sp>
        <p:nvSpPr>
          <p:cNvPr id="11" name="Content Placeholder 10">
            <a:extLst>
              <a:ext uri="{FF2B5EF4-FFF2-40B4-BE49-F238E27FC236}">
                <a16:creationId xmlns:a16="http://schemas.microsoft.com/office/drawing/2014/main" id="{081B2199-876C-4926-7937-AC0294B7FFF5}"/>
              </a:ext>
            </a:extLst>
          </p:cNvPr>
          <p:cNvSpPr>
            <a:spLocks noGrp="1"/>
          </p:cNvSpPr>
          <p:nvPr>
            <p:ph sz="quarter" idx="14"/>
          </p:nvPr>
        </p:nvSpPr>
        <p:spPr>
          <a:xfrm>
            <a:off x="366784" y="2558841"/>
            <a:ext cx="11458431" cy="3345551"/>
          </a:xfrm>
        </p:spPr>
        <p:txBody>
          <a:bodyPr>
            <a:normAutofit/>
          </a:bodyPr>
          <a:lstStyle/>
          <a:p>
            <a:pPr marL="0" indent="0" algn="r">
              <a:lnSpc>
                <a:spcPct val="110000"/>
              </a:lnSpc>
              <a:buNone/>
            </a:pPr>
            <a:r>
              <a:rPr lang="fa-IR" sz="3200">
                <a:cs typeface="B Zar" panose="00000400000000000000" pitchFamily="2" charset="-78"/>
              </a:rPr>
              <a:t>5. </a:t>
            </a:r>
            <a:r>
              <a:rPr lang="fa-IR" sz="3200" dirty="0">
                <a:cs typeface="B Zar" panose="00000400000000000000" pitchFamily="2" charset="-78"/>
              </a:rPr>
              <a:t>الزامات جنس و ساخت لوازم بهداشتی ؟</a:t>
            </a:r>
          </a:p>
          <a:p>
            <a:pPr marL="0" indent="0" algn="r">
              <a:lnSpc>
                <a:spcPct val="110000"/>
              </a:lnSpc>
              <a:buNone/>
            </a:pPr>
            <a:r>
              <a:rPr lang="fa-IR" sz="2000" dirty="0">
                <a:cs typeface="B Zar" panose="00000400000000000000" pitchFamily="2" charset="-78"/>
              </a:rPr>
              <a:t>. لوازم بهداشتي بايد از مصالح چگال، بادوام و نفوذ ناپذير در برابر آب ساخته شود.</a:t>
            </a:r>
          </a:p>
          <a:p>
            <a:pPr marL="0" indent="0" algn="r">
              <a:lnSpc>
                <a:spcPct val="110000"/>
              </a:lnSpc>
              <a:buNone/>
            </a:pPr>
            <a:r>
              <a:rPr lang="fa-IR" sz="2000" dirty="0">
                <a:cs typeface="B Zar" panose="00000400000000000000" pitchFamily="2" charset="-78"/>
              </a:rPr>
              <a:t>. سطوح داخلي و خـارجي لـوازم بهداشـتي بايـد صـاف و بـدون منفـذ باشـد و پـس از نصـب، قسمتهايي از اين سطوح بي جهت پنهان نشود و يا توكار قرار نگيرد.</a:t>
            </a:r>
          </a:p>
          <a:p>
            <a:pPr marL="0" indent="0" algn="r">
              <a:lnSpc>
                <a:spcPct val="110000"/>
              </a:lnSpc>
              <a:buNone/>
            </a:pPr>
            <a:r>
              <a:rPr lang="fa-IR" sz="2000" dirty="0">
                <a:cs typeface="B Zar" panose="00000400000000000000" pitchFamily="2" charset="-78"/>
              </a:rPr>
              <a:t>. لوازم بهداشتي چيني بايد مقاوم در برابر مواد شوينده اسيدي باشد.</a:t>
            </a:r>
          </a:p>
          <a:p>
            <a:pPr marL="0" indent="0" algn="r">
              <a:lnSpc>
                <a:spcPct val="110000"/>
              </a:lnSpc>
              <a:buNone/>
            </a:pPr>
            <a:r>
              <a:rPr lang="fa-IR" sz="2000" dirty="0">
                <a:cs typeface="B Zar" panose="00000400000000000000" pitchFamily="2" charset="-78"/>
              </a:rPr>
              <a:t>. استفاده از لوازم بهداشتي كار كرده و دست دوم، آسيب ديده و معيوب مجاز نيست. </a:t>
            </a:r>
          </a:p>
        </p:txBody>
      </p:sp>
      <p:sp>
        <p:nvSpPr>
          <p:cNvPr id="7" name="Date Placeholder 6">
            <a:extLst>
              <a:ext uri="{FF2B5EF4-FFF2-40B4-BE49-F238E27FC236}">
                <a16:creationId xmlns:a16="http://schemas.microsoft.com/office/drawing/2014/main" id="{49A136DE-9294-408B-27B9-3538C9410E72}"/>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775A0D74-C449-0CE0-B90F-5DF27BC0FDA9}"/>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F8A84D12-4794-3146-B25D-0B426F741157}"/>
              </a:ext>
            </a:extLst>
          </p:cNvPr>
          <p:cNvSpPr>
            <a:spLocks noGrp="1"/>
          </p:cNvSpPr>
          <p:nvPr>
            <p:ph type="sldNum" sz="quarter" idx="12"/>
          </p:nvPr>
        </p:nvSpPr>
        <p:spPr/>
        <p:txBody>
          <a:bodyPr/>
          <a:lstStyle/>
          <a:p>
            <a:fld id="{2C18C1E5-FB55-42F5-BD6D-9CC153FCDBE6}" type="slidenum">
              <a:rPr lang="en-US" smtClean="0"/>
              <a:pPr/>
              <a:t>55</a:t>
            </a:fld>
            <a:endParaRPr lang="en-US" dirty="0"/>
          </a:p>
        </p:txBody>
      </p:sp>
    </p:spTree>
    <p:extLst>
      <p:ext uri="{BB962C8B-B14F-4D97-AF65-F5344CB8AC3E}">
        <p14:creationId xmlns:p14="http://schemas.microsoft.com/office/powerpoint/2010/main" val="8824604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3F4F-A16A-4B8B-9227-2EB4EFA020AA}"/>
              </a:ext>
            </a:extLst>
          </p:cNvPr>
          <p:cNvSpPr>
            <a:spLocks noGrp="1"/>
          </p:cNvSpPr>
          <p:nvPr>
            <p:ph type="title"/>
          </p:nvPr>
        </p:nvSpPr>
        <p:spPr>
          <a:xfrm>
            <a:off x="2066544" y="1721855"/>
            <a:ext cx="8055864" cy="2075688"/>
          </a:xfrm>
        </p:spPr>
        <p:txBody>
          <a:bodyPr/>
          <a:lstStyle/>
          <a:p>
            <a:r>
              <a:rPr lang="fa-IR" dirty="0">
                <a:cs typeface="B Zar" panose="00000400000000000000" pitchFamily="2" charset="-78"/>
              </a:rPr>
              <a:t>با تشکر از توجه شما</a:t>
            </a:r>
            <a:endParaRPr lang="en-US" dirty="0">
              <a:cs typeface="B Zar" panose="00000400000000000000" pitchFamily="2" charset="-78"/>
            </a:endParaRPr>
          </a:p>
        </p:txBody>
      </p:sp>
      <p:sp>
        <p:nvSpPr>
          <p:cNvPr id="3" name="Text Placeholder 2">
            <a:extLst>
              <a:ext uri="{FF2B5EF4-FFF2-40B4-BE49-F238E27FC236}">
                <a16:creationId xmlns:a16="http://schemas.microsoft.com/office/drawing/2014/main" id="{4BF9879B-7534-4AE1-813D-DDCAD3281B73}"/>
              </a:ext>
            </a:extLst>
          </p:cNvPr>
          <p:cNvSpPr>
            <a:spLocks noGrp="1"/>
          </p:cNvSpPr>
          <p:nvPr>
            <p:ph type="body" sz="quarter" idx="13"/>
          </p:nvPr>
        </p:nvSpPr>
        <p:spPr/>
        <p:txBody>
          <a:bodyPr>
            <a:normAutofit fontScale="77500" lnSpcReduction="20000"/>
          </a:bodyPr>
          <a:lstStyle/>
          <a:p>
            <a:r>
              <a:rPr lang="fa-IR" sz="3200" dirty="0">
                <a:solidFill>
                  <a:schemeClr val="bg1"/>
                </a:solidFill>
                <a:cs typeface="B Zar" panose="00000400000000000000" pitchFamily="2" charset="-78"/>
              </a:rPr>
              <a:t>زهرا پاک سرشت</a:t>
            </a:r>
          </a:p>
          <a:p>
            <a:r>
              <a:rPr lang="fa-IR" dirty="0">
                <a:cs typeface="B Zar" panose="00000400000000000000" pitchFamily="2" charset="-78"/>
              </a:rPr>
              <a:t>پاییز 1403</a:t>
            </a:r>
            <a:endParaRPr lang="en-US" sz="3200" dirty="0">
              <a:solidFill>
                <a:schemeClr val="bg1"/>
              </a:solidFill>
              <a:cs typeface="B Zar" panose="00000400000000000000" pitchFamily="2" charset="-78"/>
            </a:endParaRPr>
          </a:p>
          <a:p>
            <a:endParaRPr lang="en-US" dirty="0"/>
          </a:p>
        </p:txBody>
      </p:sp>
    </p:spTree>
    <p:extLst>
      <p:ext uri="{BB962C8B-B14F-4D97-AF65-F5344CB8AC3E}">
        <p14:creationId xmlns:p14="http://schemas.microsoft.com/office/powerpoint/2010/main" val="2201432123"/>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30">
      <a:majorFont>
        <a:latin typeface="The Serif Hand Black"/>
        <a:ea typeface=""/>
        <a:cs typeface=""/>
      </a:majorFont>
      <a:minorFont>
        <a:latin typeface="The Hand Blac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A8DA88-2D67-4B30-8205-C52078711284}">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D2896BB-5566-4403-84AA-2FD10D9622B9}">
  <ds:schemaRefs>
    <ds:schemaRef ds:uri="http://schemas.microsoft.com/sharepoint/v3/contenttype/forms"/>
  </ds:schemaRefs>
</ds:datastoreItem>
</file>

<file path=customXml/itemProps3.xml><?xml version="1.0" encoding="utf-8"?>
<ds:datastoreItem xmlns:ds="http://schemas.openxmlformats.org/officeDocument/2006/customXml" ds:itemID="{9CFB608F-E2ED-4AA5-B472-3C2C89444F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639</TotalTime>
  <Words>3790</Words>
  <Application>Microsoft Office PowerPoint</Application>
  <PresentationFormat>Widescreen</PresentationFormat>
  <Paragraphs>396</Paragraphs>
  <Slides>56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B Zar</vt:lpstr>
      <vt:lpstr>Calibri</vt:lpstr>
      <vt:lpstr>Estedad Bold</vt:lpstr>
      <vt:lpstr>The Hand Black</vt:lpstr>
      <vt:lpstr>The Serif Hand Black</vt:lpstr>
      <vt:lpstr>SketchyVTI</vt:lpstr>
      <vt:lpstr>مباحث مقرارت ملی ساختمان</vt:lpstr>
      <vt:lpstr>لیست فهرست  مباحث مقرارت ملی ساختمان</vt:lpstr>
      <vt:lpstr>لیست فهرست  مباحث مقرارت ملی ساختمان</vt:lpstr>
      <vt:lpstr>مقرارت ملی ساختمان</vt:lpstr>
      <vt:lpstr>مبحث اول : تعاریف</vt:lpstr>
      <vt:lpstr>مبحث دوم : نظامات اداری</vt:lpstr>
      <vt:lpstr>مبحث دوم : نظامات اداری</vt:lpstr>
      <vt:lpstr>مبحث دوم : نظامات اداری پایه ی مهندسی</vt:lpstr>
      <vt:lpstr>مبحث سوم : حفظ ساختمان در مقابل حریق</vt:lpstr>
      <vt:lpstr>مبحث سوم : حفظ ساختمان در مقابل حریق اصول طراحی واجرای ایمن</vt:lpstr>
      <vt:lpstr>ضوابط محافظت فضا های فرعی حادثه خیز</vt:lpstr>
      <vt:lpstr>ضوابط درجه بندی مقات در برار اتش برای اجزای ساختمان</vt:lpstr>
      <vt:lpstr>مبحث چهارم : الزامات عمومی ساختمان</vt:lpstr>
      <vt:lpstr>جدول تصرف بندی فظاها</vt:lpstr>
      <vt:lpstr>جدول تصرف بندی فظاها</vt:lpstr>
      <vt:lpstr>مبحث پنجم : مصالح و فراورده های ساختمانی</vt:lpstr>
      <vt:lpstr>انواع گچ های ساختمانی</vt:lpstr>
      <vt:lpstr>مبحث ششم : بار های وارد بر ساختمان</vt:lpstr>
      <vt:lpstr>مبحث هفتم : ژئوتکنیک و مهندسی پی</vt:lpstr>
      <vt:lpstr>مبحث هشتم : طرح و اجرای ساختمان ها با مصالح بنایی </vt:lpstr>
      <vt:lpstr>مبحث هشتم : طرح و اجرای ساختمان ها با مصالح بنایی الزامات سازه ایی</vt:lpstr>
      <vt:lpstr>مبحث نهم: طرح واجرای ساختمان های بتن آرمه </vt:lpstr>
      <vt:lpstr>مبحث نهم: طرح واجرای ساختمان های بتن آرمه بتن</vt:lpstr>
      <vt:lpstr>مبحث دهم:طرح و اجرای ساختمان های فولادی </vt:lpstr>
      <vt:lpstr>مبحث دهم:طرح و اجرای ساختمان های فولادی الزامات سازه ایی</vt:lpstr>
      <vt:lpstr>مبحث یازدهم:طرح و اجرای صنعتی ساختمان ها </vt:lpstr>
      <vt:lpstr>مبحث دوازدهم:ایمنی و حفاظت کار در حین اجرا </vt:lpstr>
      <vt:lpstr>مبحث دوازدهم:ایمنی و حفاظت کار در حین اجرا</vt:lpstr>
      <vt:lpstr>مبحث سیزدهم:طرح و اجرای تاسیسات برقی ساختمان ها </vt:lpstr>
      <vt:lpstr>مبحث سیزدهم:طرح و اجرای تاسیسات برقی ساختمان ها اصول اساسی در تاسیسات برق (حفاظت در برابر تماس مستقیم) </vt:lpstr>
      <vt:lpstr>مبحث چهاردهم:تاسیسات مکانیکی </vt:lpstr>
      <vt:lpstr>مبحث چهاردهم:تاسیسات مکانیکی تخليه هواي آشپزخانه خانگی </vt:lpstr>
      <vt:lpstr>مبحث پانزدهم:آسانسورها و پلکان برقی</vt:lpstr>
      <vt:lpstr>مبحث پانزدهم:آسانسورها و پلکان برقی الزامات اوليه انتخاب آسانسور</vt:lpstr>
      <vt:lpstr>مبحث پانزدهم:آسانسورها و پلکان برقی الزامات اوليه انتخاب آسانسور</vt:lpstr>
      <vt:lpstr>مبحث شانزدهم:تأسیسات بهداشتی </vt:lpstr>
      <vt:lpstr>مبحث شانزدهم:تأسیسات بهداشتی  الزامات جنس و ساخت لوازم بهداشتی </vt:lpstr>
      <vt:lpstr>مبحث هفدهم:لوله کشی گاز طبیعی </vt:lpstr>
      <vt:lpstr>مبحث هفدهم:لوله کشی گاز طبیعی  الزامات اجرایی اجزای لوله کشی گاز</vt:lpstr>
      <vt:lpstr>مبحث هجدهم:عایق بندي و تنظیم صدا</vt:lpstr>
      <vt:lpstr>مبحث هجدهم:عایق بندي و تنظیم صدا مقررات آکوستیکی انواع ساختمان ها</vt:lpstr>
      <vt:lpstr>مبحث نوزدهم:صرفه جویی در مصرف انرژي</vt:lpstr>
      <vt:lpstr>مبحث بیستم:علائم و تابلوها</vt:lpstr>
      <vt:lpstr>مبحث بیستم:علائم و تابلوها تابلو های الزامی</vt:lpstr>
      <vt:lpstr>مبحث بیستم:علائم و تابلوها تابلو های الزامی</vt:lpstr>
      <vt:lpstr>مبحث بیست و یکم:پدافند غیر عامل</vt:lpstr>
      <vt:lpstr>مبحث بیست و یکم:پدافند غیر عامل ملاحظات تاسیسات برقی </vt:lpstr>
      <vt:lpstr>مبحث بیست و دوم:مراقبت و نگهداري از ساختمان ها </vt:lpstr>
      <vt:lpstr>مبحث بیست و سوم:الزامات ترافیکی ساختمان</vt:lpstr>
      <vt:lpstr>مبحث بیست و سوم:الزامات ترافیکی ساختمان الزامات مدیریت ترافیک حین ساخت</vt:lpstr>
      <vt:lpstr>سوالات</vt:lpstr>
      <vt:lpstr>سوالات</vt:lpstr>
      <vt:lpstr>سوالات</vt:lpstr>
      <vt:lpstr>سوالات</vt:lpstr>
      <vt:lpstr>سوالات</vt:lpstr>
      <vt:lpstr>با تشکر از توجه شما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zahra</dc:creator>
  <cp:lastModifiedBy>zahra</cp:lastModifiedBy>
  <cp:revision>4</cp:revision>
  <dcterms:created xsi:type="dcterms:W3CDTF">2024-11-29T14:46:47Z</dcterms:created>
  <dcterms:modified xsi:type="dcterms:W3CDTF">2024-12-21T08:38:16Z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