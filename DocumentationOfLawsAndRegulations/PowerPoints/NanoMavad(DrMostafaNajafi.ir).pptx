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557" r:id="rId3"/>
    <p:sldId id="640" r:id="rId4"/>
    <p:sldId id="284" r:id="rId5"/>
    <p:sldId id="511" r:id="rId6"/>
    <p:sldId id="641" r:id="rId7"/>
    <p:sldId id="612" r:id="rId8"/>
    <p:sldId id="517" r:id="rId9"/>
    <p:sldId id="605" r:id="rId10"/>
    <p:sldId id="512" r:id="rId11"/>
    <p:sldId id="543" r:id="rId12"/>
    <p:sldId id="609" r:id="rId13"/>
    <p:sldId id="552" r:id="rId14"/>
    <p:sldId id="544" r:id="rId15"/>
    <p:sldId id="606" r:id="rId16"/>
    <p:sldId id="556" r:id="rId17"/>
    <p:sldId id="545" r:id="rId18"/>
    <p:sldId id="546" r:id="rId19"/>
    <p:sldId id="547" r:id="rId20"/>
    <p:sldId id="608" r:id="rId21"/>
    <p:sldId id="611" r:id="rId22"/>
    <p:sldId id="610" r:id="rId23"/>
    <p:sldId id="548" r:id="rId24"/>
    <p:sldId id="597" r:id="rId25"/>
    <p:sldId id="613" r:id="rId26"/>
    <p:sldId id="614" r:id="rId27"/>
    <p:sldId id="615" r:id="rId28"/>
    <p:sldId id="616" r:id="rId29"/>
    <p:sldId id="617" r:id="rId30"/>
    <p:sldId id="618" r:id="rId31"/>
    <p:sldId id="619" r:id="rId32"/>
    <p:sldId id="620" r:id="rId33"/>
    <p:sldId id="621" r:id="rId34"/>
    <p:sldId id="622" r:id="rId35"/>
    <p:sldId id="623" r:id="rId36"/>
    <p:sldId id="624" r:id="rId37"/>
    <p:sldId id="625" r:id="rId38"/>
    <p:sldId id="637" r:id="rId39"/>
    <p:sldId id="638" r:id="rId40"/>
    <p:sldId id="639" r:id="rId41"/>
    <p:sldId id="308" r:id="rId42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783A"/>
    <a:srgbClr val="08732B"/>
    <a:srgbClr val="FFE14F"/>
    <a:srgbClr val="A9ADAD"/>
    <a:srgbClr val="FFFF4F"/>
    <a:srgbClr val="E3DFE0"/>
    <a:srgbClr val="002210"/>
    <a:srgbClr val="FFFF46"/>
    <a:srgbClr val="FFF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28" autoAdjust="0"/>
    <p:restoredTop sz="94917" autoAdjust="0"/>
  </p:normalViewPr>
  <p:slideViewPr>
    <p:cSldViewPr snapToGrid="0" snapToObjects="1">
      <p:cViewPr varScale="1">
        <p:scale>
          <a:sx n="64" d="100"/>
          <a:sy n="64" d="100"/>
        </p:scale>
        <p:origin x="164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D9D3B-9B3A-43E7-8B69-BED3257709E5}" type="datetimeFigureOut">
              <a:rPr lang="en-US" smtClean="0"/>
              <a:t>8/27/2017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3B5B3-82EB-4647-900F-31F559F77F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923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9BB7572-4B15-40BA-A4E8-3281F19A462B}" type="datetimeFigureOut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8777886-81B6-4513-BAF5-F3BCE68509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250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77886-81B6-4513-BAF5-F3BCE685099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87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77886-81B6-4513-BAF5-F3BCE685099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53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77886-81B6-4513-BAF5-F3BCE685099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972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&amp;T Power Point 6_A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4" y="0"/>
            <a:ext cx="91425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0156"/>
            <a:ext cx="7772400" cy="1277925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5A02-1645-4A12-98F9-AD640A7E6482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2829-1E96-469F-A850-EA1834E57443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6024-40BA-46BF-9753-ABF03654F919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BEE3-39F2-4DAB-A66D-6A24C7FE8F54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25D9-3D39-47F9-BF53-F85AD19388F8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BA184-C501-4D3A-A7C3-C77D3FFD1ADB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53E7-37B1-4268-8500-62535F925907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47D6-5A48-45C2-965A-BC3C289CCD25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E5F40-126D-4097-8935-74D77AFFB059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4850-8E27-4260-8D73-18E08E393289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&amp;T Power Point 3_B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" y="0"/>
            <a:ext cx="9142571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65176"/>
            <a:ext cx="8229600" cy="652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72106"/>
            <a:ext cx="8229600" cy="4154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921D8-3519-4B8A-B611-5CC0137ED5AB}" type="datetime1">
              <a:rPr lang="en-US" smtClean="0"/>
              <a:pPr/>
              <a:t>8/27/2017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DB29-A21D-6A46-9E78-685ADF5E897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gif"/><Relationship Id="rId5" Type="http://schemas.openxmlformats.org/officeDocument/2006/relationships/image" Target="../media/image48.gif"/><Relationship Id="rId4" Type="http://schemas.openxmlformats.org/officeDocument/2006/relationships/image" Target="../media/image4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20240" y="82452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le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840" y="6004575"/>
            <a:ext cx="776623" cy="6197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Leaf-Co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87" y="4724400"/>
            <a:ext cx="1245329" cy="857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583" y="2963741"/>
            <a:ext cx="9036424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a-IR" sz="6000" b="1" dirty="0">
                <a:solidFill>
                  <a:srgbClr val="00783A"/>
                </a:solidFill>
                <a:cs typeface="B Mitra" panose="00000400000000000000" pitchFamily="2" charset="-78"/>
              </a:rPr>
              <a:t>ﮐﺎرﺑﺮد ﻧﺎﻧﻮ ﻣﻮادﻫﺎ </a:t>
            </a:r>
            <a:r>
              <a:rPr lang="fa-IR" sz="2800" b="1" dirty="0">
                <a:solidFill>
                  <a:srgbClr val="00783A"/>
                </a:solidFill>
                <a:cs typeface="B Mitra" panose="00000400000000000000" pitchFamily="2" charset="-78"/>
              </a:rPr>
              <a:t>(تاکید روی محصولات داخلی)</a:t>
            </a:r>
            <a:endParaRPr lang="en-US" sz="2800" b="1" dirty="0">
              <a:solidFill>
                <a:srgbClr val="00783A"/>
              </a:solidFill>
              <a:cs typeface="B Mitra" panose="00000400000000000000" pitchFamily="2" charset="-78"/>
            </a:endParaRPr>
          </a:p>
          <a:p>
            <a:pPr algn="ctr"/>
            <a:endParaRPr lang="en-US" sz="2400" b="1" dirty="0">
              <a:solidFill>
                <a:srgbClr val="00783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95" y="4417316"/>
            <a:ext cx="9144000" cy="13716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4802" y="4554476"/>
            <a:ext cx="9147195" cy="2303524"/>
          </a:xfrm>
          <a:prstGeom prst="rect">
            <a:avLst/>
          </a:prstGeom>
          <a:gradFill>
            <a:gsLst>
              <a:gs pos="0">
                <a:srgbClr val="DDEBCF"/>
              </a:gs>
              <a:gs pos="0">
                <a:srgbClr val="00783A"/>
              </a:gs>
              <a:gs pos="100000">
                <a:srgbClr val="156B13"/>
              </a:gs>
            </a:gsLst>
            <a:lin ang="16200000" scaled="0"/>
          </a:gradFill>
          <a:ln>
            <a:solidFill>
              <a:srgbClr val="FFF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83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1462" y="5459186"/>
            <a:ext cx="2065230" cy="584775"/>
          </a:xfrm>
          <a:prstGeom prst="rect">
            <a:avLst/>
          </a:prstGeom>
          <a:solidFill>
            <a:srgbClr val="08732B"/>
          </a:solidFill>
        </p:spPr>
        <p:txBody>
          <a:bodyPr wrap="square" rtlCol="0">
            <a:spAutoFit/>
          </a:bodyPr>
          <a:lstStyle/>
          <a:p>
            <a:pPr algn="ctr"/>
            <a:r>
              <a:rPr lang="fa-IR" sz="3200" b="1" dirty="0">
                <a:solidFill>
                  <a:schemeClr val="bg1"/>
                </a:solidFill>
                <a:cs typeface="B Mitra" panose="00000400000000000000" pitchFamily="2" charset="-78"/>
              </a:rPr>
              <a:t>مهدی آرزومندی</a:t>
            </a:r>
            <a:endParaRPr 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8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0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10530" y="1570383"/>
            <a:ext cx="8617570" cy="1207325"/>
            <a:chOff x="310530" y="1570383"/>
            <a:chExt cx="8617570" cy="120732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23695" t="24300" r="27500" b="63998"/>
            <a:stretch/>
          </p:blipFill>
          <p:spPr>
            <a:xfrm>
              <a:off x="310530" y="1570383"/>
              <a:ext cx="8617570" cy="1162307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310530" y="2469931"/>
              <a:ext cx="3851567" cy="307777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endParaRPr lang="en-US" sz="1400" dirty="0">
                <a:solidFill>
                  <a:srgbClr val="007A3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نانو چیست؟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50309C-BC1C-4E50-ACEA-BF99C7D138E2}"/>
              </a:ext>
            </a:extLst>
          </p:cNvPr>
          <p:cNvCxnSpPr/>
          <p:nvPr/>
        </p:nvCxnSpPr>
        <p:spPr>
          <a:xfrm flipH="1">
            <a:off x="5764696" y="1928191"/>
            <a:ext cx="30612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1B8B0E-2016-4E4B-B3A9-0552040C8715}"/>
              </a:ext>
            </a:extLst>
          </p:cNvPr>
          <p:cNvCxnSpPr/>
          <p:nvPr/>
        </p:nvCxnSpPr>
        <p:spPr>
          <a:xfrm flipH="1">
            <a:off x="5035827" y="2189921"/>
            <a:ext cx="30612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4079E0-03AF-4DF4-8C92-BF4CAC6D5C2F}"/>
              </a:ext>
            </a:extLst>
          </p:cNvPr>
          <p:cNvCxnSpPr>
            <a:cxnSpLocks/>
          </p:cNvCxnSpPr>
          <p:nvPr/>
        </p:nvCxnSpPr>
        <p:spPr>
          <a:xfrm flipH="1">
            <a:off x="2395330" y="2469931"/>
            <a:ext cx="39789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489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6045200"/>
            <a:ext cx="9131300" cy="447675"/>
            <a:chOff x="0" y="6045200"/>
            <a:chExt cx="9131300" cy="447675"/>
          </a:xfrm>
        </p:grpSpPr>
        <p:sp>
          <p:nvSpPr>
            <p:cNvPr id="7" name="Action Button: Back or Previous 6">
              <a:hlinkClick r:id="" action="ppaction://hlinkshowjump?jump=previousslide" highlightClick="1"/>
            </p:cNvPr>
            <p:cNvSpPr/>
            <p:nvPr/>
          </p:nvSpPr>
          <p:spPr>
            <a:xfrm>
              <a:off x="0" y="6045200"/>
              <a:ext cx="482600" cy="447675"/>
            </a:xfrm>
            <a:prstGeom prst="actionButtonBackPrevious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E1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Action Button: Forward or Next 7">
              <a:hlinkClick r:id="" action="ppaction://hlinkshowjump?jump=nextslide" highlightClick="1"/>
            </p:cNvPr>
            <p:cNvSpPr/>
            <p:nvPr/>
          </p:nvSpPr>
          <p:spPr>
            <a:xfrm>
              <a:off x="8648700" y="6045200"/>
              <a:ext cx="482600" cy="447675"/>
            </a:xfrm>
            <a:prstGeom prst="actionButtonForwardNex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FF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7609" t="19275" r="61522" b="53671"/>
          <a:stretch/>
        </p:blipFill>
        <p:spPr>
          <a:xfrm>
            <a:off x="2168117" y="2696789"/>
            <a:ext cx="2552970" cy="357416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رنگ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A376129-F538-4A85-B7F8-117CEA995C52}"/>
              </a:ext>
            </a:extLst>
          </p:cNvPr>
          <p:cNvGrpSpPr/>
          <p:nvPr/>
        </p:nvGrpSpPr>
        <p:grpSpPr>
          <a:xfrm>
            <a:off x="1997765" y="1560444"/>
            <a:ext cx="6714435" cy="1341782"/>
            <a:chOff x="785191" y="1560444"/>
            <a:chExt cx="7927009" cy="159848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4"/>
            <a:srcRect l="44457" t="37825" r="25108" b="51264"/>
            <a:stretch/>
          </p:blipFill>
          <p:spPr>
            <a:xfrm>
              <a:off x="785191" y="1560444"/>
              <a:ext cx="7927009" cy="1598484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F74B1C3-79EC-450A-B1AD-2AE1C36E966E}"/>
                </a:ext>
              </a:extLst>
            </p:cNvPr>
            <p:cNvSpPr/>
            <p:nvPr/>
          </p:nvSpPr>
          <p:spPr>
            <a:xfrm>
              <a:off x="785191" y="2693505"/>
              <a:ext cx="3727174" cy="441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1721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6045200"/>
            <a:ext cx="9131300" cy="447675"/>
            <a:chOff x="0" y="6045200"/>
            <a:chExt cx="9131300" cy="447675"/>
          </a:xfrm>
        </p:grpSpPr>
        <p:sp>
          <p:nvSpPr>
            <p:cNvPr id="7" name="Action Button: Back or Previous 6">
              <a:hlinkClick r:id="" action="ppaction://hlinkshowjump?jump=previousslide" highlightClick="1"/>
            </p:cNvPr>
            <p:cNvSpPr/>
            <p:nvPr/>
          </p:nvSpPr>
          <p:spPr>
            <a:xfrm>
              <a:off x="0" y="6045200"/>
              <a:ext cx="482600" cy="447675"/>
            </a:xfrm>
            <a:prstGeom prst="actionButtonBackPrevious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E1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Action Button: Forward or Next 7">
              <a:hlinkClick r:id="" action="ppaction://hlinkshowjump?jump=nextslide" highlightClick="1"/>
            </p:cNvPr>
            <p:cNvSpPr/>
            <p:nvPr/>
          </p:nvSpPr>
          <p:spPr>
            <a:xfrm>
              <a:off x="8648700" y="6045200"/>
              <a:ext cx="482600" cy="447675"/>
            </a:xfrm>
            <a:prstGeom prst="actionButtonForwardNex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FF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7826" t="42464" r="55761" b="37826"/>
          <a:stretch/>
        </p:blipFill>
        <p:spPr>
          <a:xfrm>
            <a:off x="2425148" y="3436104"/>
            <a:ext cx="3862487" cy="2609096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رنگ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4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253E88FC-F691-4E8B-8DDD-D911D1DF50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457" t="56127" r="25108" b="34928"/>
          <a:stretch/>
        </p:blipFill>
        <p:spPr>
          <a:xfrm>
            <a:off x="2332664" y="1535651"/>
            <a:ext cx="6533040" cy="10800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6045200"/>
            <a:ext cx="9131300" cy="447675"/>
            <a:chOff x="0" y="6045200"/>
            <a:chExt cx="9131300" cy="447675"/>
          </a:xfrm>
        </p:grpSpPr>
        <p:sp>
          <p:nvSpPr>
            <p:cNvPr id="6" name="Action Button: Back or Previous 5">
              <a:hlinkClick r:id="" action="ppaction://hlinkshowjump?jump=previousslide" highlightClick="1"/>
            </p:cNvPr>
            <p:cNvSpPr/>
            <p:nvPr/>
          </p:nvSpPr>
          <p:spPr>
            <a:xfrm>
              <a:off x="0" y="6045200"/>
              <a:ext cx="482600" cy="447675"/>
            </a:xfrm>
            <a:prstGeom prst="actionButtonBackPrevious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E1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Action Button: Forward or Next 6">
              <a:hlinkClick r:id="" action="ppaction://hlinkshowjump?jump=nextslide" highlightClick="1"/>
            </p:cNvPr>
            <p:cNvSpPr/>
            <p:nvPr/>
          </p:nvSpPr>
          <p:spPr>
            <a:xfrm>
              <a:off x="8648700" y="6045200"/>
              <a:ext cx="482600" cy="447675"/>
            </a:xfrm>
            <a:prstGeom prst="actionButtonForwardNex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FF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61924" t="32222" r="27717" b="64446"/>
          <a:stretch/>
        </p:blipFill>
        <p:spPr>
          <a:xfrm>
            <a:off x="6547679" y="1540566"/>
            <a:ext cx="2417417" cy="4373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4022" t="34927" r="60109" b="44010"/>
          <a:stretch/>
        </p:blipFill>
        <p:spPr>
          <a:xfrm>
            <a:off x="1461051" y="3273117"/>
            <a:ext cx="3713066" cy="2772083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رنگ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1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3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5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8151570-4D70-42BA-A912-CDF626DB3F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000" t="47924" r="27717" b="43623"/>
          <a:stretch/>
        </p:blipFill>
        <p:spPr>
          <a:xfrm>
            <a:off x="1461051" y="2032130"/>
            <a:ext cx="7504045" cy="110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0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6045200"/>
            <a:ext cx="9131300" cy="447675"/>
            <a:chOff x="0" y="6045200"/>
            <a:chExt cx="9131300" cy="447675"/>
          </a:xfrm>
        </p:grpSpPr>
        <p:sp>
          <p:nvSpPr>
            <p:cNvPr id="6" name="Action Button: Back or Previous 5">
              <a:hlinkClick r:id="" action="ppaction://hlinkshowjump?jump=previousslide" highlightClick="1"/>
            </p:cNvPr>
            <p:cNvSpPr/>
            <p:nvPr/>
          </p:nvSpPr>
          <p:spPr>
            <a:xfrm>
              <a:off x="0" y="6045200"/>
              <a:ext cx="482600" cy="447675"/>
            </a:xfrm>
            <a:prstGeom prst="actionButtonBackPrevious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E1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Action Button: Forward or Next 6">
              <a:hlinkClick r:id="" action="ppaction://hlinkshowjump?jump=nextslide" highlightClick="1"/>
            </p:cNvPr>
            <p:cNvSpPr/>
            <p:nvPr/>
          </p:nvSpPr>
          <p:spPr>
            <a:xfrm>
              <a:off x="8648700" y="6045200"/>
              <a:ext cx="482600" cy="447675"/>
            </a:xfrm>
            <a:prstGeom prst="actionButtonForwardNex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FF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رنگ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1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3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6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0ABE2B43-52BD-46C5-84F7-6FAF36BBD6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333" t="19662" r="27935" b="77259"/>
          <a:stretch/>
        </p:blipFill>
        <p:spPr>
          <a:xfrm>
            <a:off x="3373782" y="1387088"/>
            <a:ext cx="5512759" cy="4605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F3CA84-00A2-49C0-A9FA-BAD0619A73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955" t="22898" r="27935" b="59717"/>
          <a:stretch/>
        </p:blipFill>
        <p:spPr>
          <a:xfrm>
            <a:off x="546100" y="3727056"/>
            <a:ext cx="4542183" cy="279034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1058AE0-9B77-497B-B80E-3C81B3F9FC55}"/>
              </a:ext>
            </a:extLst>
          </p:cNvPr>
          <p:cNvGrpSpPr/>
          <p:nvPr/>
        </p:nvGrpSpPr>
        <p:grpSpPr>
          <a:xfrm>
            <a:off x="3441447" y="2127678"/>
            <a:ext cx="5377427" cy="1643531"/>
            <a:chOff x="3441447" y="2127678"/>
            <a:chExt cx="5377427" cy="1643531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23804" t="22361" r="46303" b="61398"/>
            <a:stretch/>
          </p:blipFill>
          <p:spPr>
            <a:xfrm>
              <a:off x="3441447" y="2127678"/>
              <a:ext cx="5377427" cy="1643531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08BA6D-0A65-49E9-B7D7-1A2A6A543501}"/>
                </a:ext>
              </a:extLst>
            </p:cNvPr>
            <p:cNvSpPr/>
            <p:nvPr/>
          </p:nvSpPr>
          <p:spPr>
            <a:xfrm>
              <a:off x="3441447" y="3478696"/>
              <a:ext cx="2303370" cy="2925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9858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6045200"/>
            <a:ext cx="9131300" cy="447675"/>
            <a:chOff x="0" y="6045200"/>
            <a:chExt cx="9131300" cy="447675"/>
          </a:xfrm>
        </p:grpSpPr>
        <p:sp>
          <p:nvSpPr>
            <p:cNvPr id="6" name="Action Button: Back or Previous 5">
              <a:hlinkClick r:id="" action="ppaction://hlinkshowjump?jump=previousslide" highlightClick="1"/>
            </p:cNvPr>
            <p:cNvSpPr/>
            <p:nvPr/>
          </p:nvSpPr>
          <p:spPr>
            <a:xfrm>
              <a:off x="0" y="6045200"/>
              <a:ext cx="482600" cy="447675"/>
            </a:xfrm>
            <a:prstGeom prst="actionButtonBackPrevious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E1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Action Button: Forward or Next 6">
              <a:hlinkClick r:id="" action="ppaction://hlinkshowjump?jump=nextslide" highlightClick="1"/>
            </p:cNvPr>
            <p:cNvSpPr/>
            <p:nvPr/>
          </p:nvSpPr>
          <p:spPr>
            <a:xfrm>
              <a:off x="8648700" y="6045200"/>
              <a:ext cx="482600" cy="447675"/>
            </a:xfrm>
            <a:prstGeom prst="actionButtonForwardNex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FF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رنگ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1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3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7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0ABE2B43-52BD-46C5-84F7-6FAF36BBD6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333" t="19662" r="27935" b="77259"/>
          <a:stretch/>
        </p:blipFill>
        <p:spPr>
          <a:xfrm>
            <a:off x="3532809" y="1355488"/>
            <a:ext cx="5512759" cy="46051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58ABD4D-1267-44CA-B009-FBD6509DD3C7}"/>
              </a:ext>
            </a:extLst>
          </p:cNvPr>
          <p:cNvGrpSpPr/>
          <p:nvPr/>
        </p:nvGrpSpPr>
        <p:grpSpPr>
          <a:xfrm>
            <a:off x="208267" y="1865925"/>
            <a:ext cx="8681733" cy="529405"/>
            <a:chOff x="218433" y="2164099"/>
            <a:chExt cx="8681733" cy="52940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8867E72-11A7-4A34-8E4E-4FC62C7CCE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804" t="40773" r="27935" b="53995"/>
            <a:stretch/>
          </p:blipFill>
          <p:spPr>
            <a:xfrm>
              <a:off x="218433" y="2164099"/>
              <a:ext cx="8681733" cy="52940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7300177-8311-4CEA-8303-7708B47BB29E}"/>
                </a:ext>
              </a:extLst>
            </p:cNvPr>
            <p:cNvSpPr/>
            <p:nvPr/>
          </p:nvSpPr>
          <p:spPr>
            <a:xfrm>
              <a:off x="218433" y="2395330"/>
              <a:ext cx="5148697" cy="2981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2D53ACC-2763-488A-B9DB-9C170B3197AD}"/>
                </a:ext>
              </a:extLst>
            </p:cNvPr>
            <p:cNvSpPr/>
            <p:nvPr/>
          </p:nvSpPr>
          <p:spPr>
            <a:xfrm>
              <a:off x="7156173" y="2164099"/>
              <a:ext cx="1730368" cy="231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F0256A11-4B1C-4FD2-8CD5-08741B69742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7935" t="32415" r="46196" b="20822"/>
          <a:stretch/>
        </p:blipFill>
        <p:spPr>
          <a:xfrm>
            <a:off x="2074517" y="2844800"/>
            <a:ext cx="4572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24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6045200"/>
            <a:ext cx="9131300" cy="447675"/>
            <a:chOff x="0" y="6045200"/>
            <a:chExt cx="9131300" cy="447675"/>
          </a:xfrm>
        </p:grpSpPr>
        <p:sp>
          <p:nvSpPr>
            <p:cNvPr id="7" name="Action Button: Back or Previous 6">
              <a:hlinkClick r:id="" action="ppaction://hlinkshowjump?jump=previousslide" highlightClick="1"/>
            </p:cNvPr>
            <p:cNvSpPr/>
            <p:nvPr/>
          </p:nvSpPr>
          <p:spPr>
            <a:xfrm>
              <a:off x="0" y="6045200"/>
              <a:ext cx="482600" cy="447675"/>
            </a:xfrm>
            <a:prstGeom prst="actionButtonBackPrevious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E1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Action Button: Forward or Next 7">
              <a:hlinkClick r:id="" action="ppaction://hlinkshowjump?jump=nextslide" highlightClick="1"/>
            </p:cNvPr>
            <p:cNvSpPr/>
            <p:nvPr/>
          </p:nvSpPr>
          <p:spPr>
            <a:xfrm>
              <a:off x="8648700" y="6045200"/>
              <a:ext cx="482600" cy="447675"/>
            </a:xfrm>
            <a:prstGeom prst="actionButtonForwardNex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FF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8370" t="24493" r="27717" b="64093"/>
          <a:stretch/>
        </p:blipFill>
        <p:spPr>
          <a:xfrm>
            <a:off x="2320060" y="1410003"/>
            <a:ext cx="6569940" cy="1243745"/>
          </a:xfrm>
          <a:prstGeom prst="rect">
            <a:avLst/>
          </a:prstGeom>
        </p:spPr>
      </p:pic>
      <p:pic>
        <p:nvPicPr>
          <p:cNvPr id="5" name="Picture 4"/>
          <p:cNvPicPr preferRelativeResize="0">
            <a:picLocks/>
          </p:cNvPicPr>
          <p:nvPr/>
        </p:nvPicPr>
        <p:blipFill rotWithShape="1">
          <a:blip r:embed="rId2"/>
          <a:srcRect l="24131" t="27778" r="62065" b="53865"/>
          <a:stretch/>
        </p:blipFill>
        <p:spPr>
          <a:xfrm>
            <a:off x="2640353" y="3302000"/>
            <a:ext cx="4114800" cy="274320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رنگ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2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4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1319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6045200"/>
            <a:ext cx="9131300" cy="447675"/>
            <a:chOff x="0" y="6045200"/>
            <a:chExt cx="9131300" cy="447675"/>
          </a:xfrm>
        </p:grpSpPr>
        <p:sp>
          <p:nvSpPr>
            <p:cNvPr id="10" name="Action Button: Back or Previous 9">
              <a:hlinkClick r:id="" action="ppaction://hlinkshowjump?jump=previousslide" highlightClick="1"/>
            </p:cNvPr>
            <p:cNvSpPr/>
            <p:nvPr/>
          </p:nvSpPr>
          <p:spPr>
            <a:xfrm>
              <a:off x="0" y="6045200"/>
              <a:ext cx="482600" cy="447675"/>
            </a:xfrm>
            <a:prstGeom prst="actionButtonBackPrevious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E1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Action Button: Forward or Next 10">
              <a:hlinkClick r:id="" action="ppaction://hlinkshowjump?jump=nextslide" highlightClick="1"/>
            </p:cNvPr>
            <p:cNvSpPr/>
            <p:nvPr/>
          </p:nvSpPr>
          <p:spPr>
            <a:xfrm>
              <a:off x="8648700" y="6045200"/>
              <a:ext cx="482600" cy="447675"/>
            </a:xfrm>
            <a:prstGeom prst="actionButtonForwardNex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FF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4023" t="14638" r="28042" b="74290"/>
          <a:stretch/>
        </p:blipFill>
        <p:spPr>
          <a:xfrm>
            <a:off x="539862" y="1610138"/>
            <a:ext cx="8108838" cy="1053549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شیشه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3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5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9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C58F9E4-4D17-4E88-A883-3E60CEBE7B16}"/>
              </a:ext>
            </a:extLst>
          </p:cNvPr>
          <p:cNvGrpSpPr/>
          <p:nvPr/>
        </p:nvGrpSpPr>
        <p:grpSpPr>
          <a:xfrm>
            <a:off x="603362" y="2912164"/>
            <a:ext cx="8108838" cy="725557"/>
            <a:chOff x="539862" y="2663686"/>
            <a:chExt cx="8108838" cy="72555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1930AA6-3341-47DA-A16F-4C873930C6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4023" t="25710" r="28042" b="66665"/>
            <a:stretch/>
          </p:blipFill>
          <p:spPr>
            <a:xfrm>
              <a:off x="539862" y="2663686"/>
              <a:ext cx="8108838" cy="725557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BC917C-3DB0-4BFB-8C5F-74E5A89610EE}"/>
                </a:ext>
              </a:extLst>
            </p:cNvPr>
            <p:cNvSpPr/>
            <p:nvPr/>
          </p:nvSpPr>
          <p:spPr>
            <a:xfrm>
              <a:off x="626165" y="3170583"/>
              <a:ext cx="6202018" cy="2186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295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1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3" name="Action Button: Back or Previous 12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Action Button: Forward or Next 13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10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52300" y="1603684"/>
            <a:ext cx="8534282" cy="1164643"/>
            <a:chOff x="352300" y="1603684"/>
            <a:chExt cx="8534282" cy="116464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l="23804" t="20434" r="27950" b="76088"/>
            <a:stretch/>
          </p:blipFill>
          <p:spPr>
            <a:xfrm>
              <a:off x="352300" y="1603684"/>
              <a:ext cx="8131300" cy="32975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/>
            <a:srcRect l="27243" t="61787" r="24891" b="28938"/>
            <a:stretch/>
          </p:blipFill>
          <p:spPr>
            <a:xfrm>
              <a:off x="406517" y="1843988"/>
              <a:ext cx="8480065" cy="924339"/>
            </a:xfrm>
            <a:prstGeom prst="rect">
              <a:avLst/>
            </a:prstGeom>
          </p:spPr>
        </p:pic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9022" t="33768" r="36739" b="45942"/>
          <a:stretch/>
        </p:blipFill>
        <p:spPr>
          <a:xfrm>
            <a:off x="1779350" y="3164372"/>
            <a:ext cx="5277199" cy="2484783"/>
          </a:xfrm>
          <a:prstGeom prst="rect">
            <a:avLst/>
          </a:prstGeom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شیشه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63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6045200"/>
            <a:ext cx="9131300" cy="447675"/>
            <a:chOff x="0" y="6045200"/>
            <a:chExt cx="9131300" cy="447675"/>
          </a:xfrm>
        </p:grpSpPr>
        <p:sp>
          <p:nvSpPr>
            <p:cNvPr id="6" name="Action Button: Back or Previous 5">
              <a:hlinkClick r:id="" action="ppaction://hlinkshowjump?jump=previousslide" highlightClick="1"/>
            </p:cNvPr>
            <p:cNvSpPr/>
            <p:nvPr/>
          </p:nvSpPr>
          <p:spPr>
            <a:xfrm>
              <a:off x="0" y="6045200"/>
              <a:ext cx="482600" cy="447675"/>
            </a:xfrm>
            <a:prstGeom prst="actionButtonBackPrevious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E1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Action Button: Forward or Next 6">
              <a:hlinkClick r:id="" action="ppaction://hlinkshowjump?jump=nextslide" highlightClick="1"/>
            </p:cNvPr>
            <p:cNvSpPr/>
            <p:nvPr/>
          </p:nvSpPr>
          <p:spPr>
            <a:xfrm>
              <a:off x="8648700" y="6045200"/>
              <a:ext cx="482600" cy="447675"/>
            </a:xfrm>
            <a:prstGeom prst="actionButtonForwardNex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ln>
              <a:solidFill>
                <a:srgbClr val="FFFF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7246" t="59018" r="59928" b="26103"/>
          <a:stretch/>
        </p:blipFill>
        <p:spPr>
          <a:xfrm>
            <a:off x="3363413" y="4346023"/>
            <a:ext cx="3289980" cy="2146852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شیشه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2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4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11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EE445A8-9D89-4F8F-9F49-62D4FA0027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326" t="69012" r="25000" b="23140"/>
          <a:stretch/>
        </p:blipFill>
        <p:spPr>
          <a:xfrm>
            <a:off x="1485416" y="2637344"/>
            <a:ext cx="7280594" cy="92696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F0866C4-A623-412B-99CE-E463E514DBE5}"/>
              </a:ext>
            </a:extLst>
          </p:cNvPr>
          <p:cNvGrpSpPr/>
          <p:nvPr/>
        </p:nvGrpSpPr>
        <p:grpSpPr>
          <a:xfrm>
            <a:off x="1431606" y="1376560"/>
            <a:ext cx="7280594" cy="939257"/>
            <a:chOff x="1431606" y="1376560"/>
            <a:chExt cx="7280594" cy="93925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l="40326" t="55990" r="25000" b="36058"/>
            <a:stretch/>
          </p:blipFill>
          <p:spPr>
            <a:xfrm>
              <a:off x="1431606" y="1376560"/>
              <a:ext cx="7280594" cy="939257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59F5A11-9D20-4BA8-8E64-22192BFABCF2}"/>
                </a:ext>
              </a:extLst>
            </p:cNvPr>
            <p:cNvSpPr/>
            <p:nvPr/>
          </p:nvSpPr>
          <p:spPr>
            <a:xfrm>
              <a:off x="1485416" y="2017850"/>
              <a:ext cx="2470358" cy="2979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5565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9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1" name="Action Button: Back or Previous 10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ction Button: Forward or Next 11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12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0115" t="29106" r="24712" b="46168"/>
          <a:stretch/>
        </p:blipFill>
        <p:spPr>
          <a:xfrm>
            <a:off x="1405997" y="1359719"/>
            <a:ext cx="7522103" cy="29744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7138" t="31964" r="59602" b="49485"/>
          <a:stretch/>
        </p:blipFill>
        <p:spPr>
          <a:xfrm>
            <a:off x="3373822" y="4194773"/>
            <a:ext cx="2920504" cy="2298102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شیشه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647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6086475"/>
            <a:ext cx="9144000" cy="812800"/>
            <a:chOff x="0" y="6045200"/>
            <a:chExt cx="9144000" cy="812800"/>
          </a:xfrm>
        </p:grpSpPr>
        <p:grpSp>
          <p:nvGrpSpPr>
            <p:cNvPr id="8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0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13</a:t>
              </a:r>
            </a:p>
          </p:txBody>
        </p:sp>
      </p:grpSp>
      <p:sp>
        <p:nvSpPr>
          <p:cNvPr id="19" name="Title 1"/>
          <p:cNvSpPr txBox="1">
            <a:spLocks/>
          </p:cNvSpPr>
          <p:nvPr/>
        </p:nvSpPr>
        <p:spPr>
          <a:xfrm>
            <a:off x="4533900" y="3476598"/>
            <a:ext cx="82296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0345" t="54649" r="24483" b="22873"/>
          <a:stretch/>
        </p:blipFill>
        <p:spPr>
          <a:xfrm>
            <a:off x="917197" y="1378451"/>
            <a:ext cx="7972803" cy="2866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7643" t="59351" r="60058" b="27267"/>
          <a:stretch/>
        </p:blipFill>
        <p:spPr>
          <a:xfrm>
            <a:off x="2871215" y="4468328"/>
            <a:ext cx="3325370" cy="2035276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شیشه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403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9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1" name="Action Button: Back or Previous 10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ction Button: Forward or Next 11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14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3908" t="34565" r="39885" b="59655"/>
          <a:stretch/>
        </p:blipFill>
        <p:spPr>
          <a:xfrm>
            <a:off x="896310" y="1502042"/>
            <a:ext cx="7815890" cy="701838"/>
          </a:xfrm>
          <a:prstGeom prst="rect">
            <a:avLst/>
          </a:prstGeom>
        </p:spPr>
      </p:pic>
      <p:pic>
        <p:nvPicPr>
          <p:cNvPr id="4" name="Picture 3"/>
          <p:cNvPicPr preferRelativeResize="0">
            <a:picLocks/>
          </p:cNvPicPr>
          <p:nvPr/>
        </p:nvPicPr>
        <p:blipFill rotWithShape="1">
          <a:blip r:embed="rId2"/>
          <a:srcRect l="60172" t="24304" r="27874" b="60575"/>
          <a:stretch/>
        </p:blipFill>
        <p:spPr>
          <a:xfrm>
            <a:off x="2273300" y="2844800"/>
            <a:ext cx="4572000" cy="3200400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عایق صوتی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936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8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0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15</a:t>
              </a:r>
            </a:p>
          </p:txBody>
        </p:sp>
      </p:grpSp>
      <p:pic>
        <p:nvPicPr>
          <p:cNvPr id="13" name="Picture 12"/>
          <p:cNvPicPr preferRelativeResize="0">
            <a:picLocks/>
          </p:cNvPicPr>
          <p:nvPr/>
        </p:nvPicPr>
        <p:blipFill rotWithShape="1">
          <a:blip r:embed="rId2"/>
          <a:srcRect l="24195" t="45147" r="58218" b="36871"/>
          <a:stretch/>
        </p:blipFill>
        <p:spPr>
          <a:xfrm>
            <a:off x="2292350" y="2844800"/>
            <a:ext cx="4572000" cy="3200400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عایق رطوبتی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5C88A5-7DAE-4C29-86AC-3AEDDA80E23D}"/>
              </a:ext>
            </a:extLst>
          </p:cNvPr>
          <p:cNvGrpSpPr/>
          <p:nvPr/>
        </p:nvGrpSpPr>
        <p:grpSpPr>
          <a:xfrm>
            <a:off x="1771547" y="1490825"/>
            <a:ext cx="6763406" cy="1417869"/>
            <a:chOff x="1771547" y="1490825"/>
            <a:chExt cx="6763406" cy="1417869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2"/>
            <a:srcRect l="42070" t="52944" r="27585" b="35747"/>
            <a:stretch/>
          </p:blipFill>
          <p:spPr>
            <a:xfrm>
              <a:off x="1771547" y="1490825"/>
              <a:ext cx="6763406" cy="1417869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75D84F0-9D81-4D73-8108-3CEBB146E5F6}"/>
                </a:ext>
              </a:extLst>
            </p:cNvPr>
            <p:cNvSpPr/>
            <p:nvPr/>
          </p:nvSpPr>
          <p:spPr>
            <a:xfrm>
              <a:off x="5874026" y="1490825"/>
              <a:ext cx="2660927" cy="3677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6152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0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2" name="Action Button: Back or Previous 11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Action Button: Forward or Next 12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16</a:t>
              </a:r>
            </a:p>
          </p:txBody>
        </p:sp>
      </p:grpSp>
      <p:sp>
        <p:nvSpPr>
          <p:cNvPr id="14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بتن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35E92B-56FD-4BA9-A074-6C7DCF7F51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82" t="30866" r="50818" b="45523"/>
          <a:stretch/>
        </p:blipFill>
        <p:spPr>
          <a:xfrm>
            <a:off x="2060920" y="3053680"/>
            <a:ext cx="5045560" cy="299152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D2E96F5-A7FE-438F-A79B-D69EECB058C6}"/>
              </a:ext>
            </a:extLst>
          </p:cNvPr>
          <p:cNvGrpSpPr/>
          <p:nvPr/>
        </p:nvGrpSpPr>
        <p:grpSpPr>
          <a:xfrm>
            <a:off x="2406964" y="1420196"/>
            <a:ext cx="4601779" cy="1429408"/>
            <a:chOff x="4046921" y="1311899"/>
            <a:chExt cx="4601779" cy="142940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l="49328" t="27471" r="24943" b="58321"/>
            <a:stretch/>
          </p:blipFill>
          <p:spPr>
            <a:xfrm>
              <a:off x="4046921" y="1311899"/>
              <a:ext cx="4601779" cy="1429408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F034B6D-D27C-42CC-8830-25AD39482088}"/>
                </a:ext>
              </a:extLst>
            </p:cNvPr>
            <p:cNvSpPr/>
            <p:nvPr/>
          </p:nvSpPr>
          <p:spPr>
            <a:xfrm>
              <a:off x="4046921" y="2454965"/>
              <a:ext cx="3477001" cy="2863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575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9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1" name="Action Button: Back or Previous 10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ction Button: Forward or Next 11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17</a:t>
              </a:r>
            </a:p>
          </p:txBody>
        </p:sp>
      </p:grpSp>
      <p:sp>
        <p:nvSpPr>
          <p:cNvPr id="14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بتن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6EE021-C7DE-4168-84F3-CDCC8E4C7B07}"/>
              </a:ext>
            </a:extLst>
          </p:cNvPr>
          <p:cNvGrpSpPr/>
          <p:nvPr/>
        </p:nvGrpSpPr>
        <p:grpSpPr>
          <a:xfrm>
            <a:off x="270333" y="1710214"/>
            <a:ext cx="8694991" cy="1836512"/>
            <a:chOff x="270333" y="1710214"/>
            <a:chExt cx="8694991" cy="183651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870444-BFA4-43C1-B5A1-848D2618E1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4371" t="62005" r="24712" b="35053"/>
            <a:stretch/>
          </p:blipFill>
          <p:spPr>
            <a:xfrm>
              <a:off x="3637053" y="1710214"/>
              <a:ext cx="1961550" cy="297375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1D71FB7-472E-4E27-B45F-168923FEC59F}"/>
                </a:ext>
              </a:extLst>
            </p:cNvPr>
            <p:cNvGrpSpPr/>
            <p:nvPr/>
          </p:nvGrpSpPr>
          <p:grpSpPr>
            <a:xfrm>
              <a:off x="270333" y="2156276"/>
              <a:ext cx="8694991" cy="1390450"/>
              <a:chOff x="270333" y="1461051"/>
              <a:chExt cx="8694991" cy="1390450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 rotWithShape="1">
              <a:blip r:embed="rId2"/>
              <a:srcRect l="26897" t="77470" r="24712" b="8773"/>
              <a:stretch/>
            </p:blipFill>
            <p:spPr>
              <a:xfrm>
                <a:off x="270333" y="1461052"/>
                <a:ext cx="8694991" cy="1390449"/>
              </a:xfrm>
              <a:prstGeom prst="rect">
                <a:avLst/>
              </a:prstGeom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17DBD93-3949-42C2-9FB0-97ACA5761DE1}"/>
                  </a:ext>
                </a:extLst>
              </p:cNvPr>
              <p:cNvSpPr/>
              <p:nvPr/>
            </p:nvSpPr>
            <p:spPr>
              <a:xfrm>
                <a:off x="8348870" y="1461051"/>
                <a:ext cx="616454" cy="2833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9838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9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1" name="Action Button: Back or Previous 10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ction Button: Forward or Next 11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18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8038" t="26041" r="24712" b="71281"/>
          <a:stretch/>
        </p:blipFill>
        <p:spPr>
          <a:xfrm>
            <a:off x="3548018" y="1859059"/>
            <a:ext cx="2341716" cy="486576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لوله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EA9227-F4F7-4ED0-BC54-B6CF30C8F50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l="27658" t="29686" r="51272" b="47417"/>
          <a:stretch/>
        </p:blipFill>
        <p:spPr>
          <a:xfrm>
            <a:off x="2459935" y="2844800"/>
            <a:ext cx="4572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47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9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1" name="Action Button: Back or Previous 10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ction Button: Forward or Next 11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19</a:t>
              </a:r>
            </a:p>
          </p:txBody>
        </p:sp>
      </p:grpSp>
      <p:sp>
        <p:nvSpPr>
          <p:cNvPr id="13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لوله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28B522-CA6C-4DC7-9FF2-FC25C2E3523A}"/>
              </a:ext>
            </a:extLst>
          </p:cNvPr>
          <p:cNvGrpSpPr/>
          <p:nvPr/>
        </p:nvGrpSpPr>
        <p:grpSpPr>
          <a:xfrm>
            <a:off x="2072864" y="1484311"/>
            <a:ext cx="5341727" cy="4604131"/>
            <a:chOff x="2072864" y="1484311"/>
            <a:chExt cx="5341727" cy="4604131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23913" t="59647" r="47206" b="27170"/>
            <a:stretch/>
          </p:blipFill>
          <p:spPr>
            <a:xfrm>
              <a:off x="2072864" y="1994752"/>
              <a:ext cx="5341727" cy="13716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528F03-FAE5-4413-9D1E-B92E51F81C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2937" t="59998" r="28324" b="15068"/>
            <a:stretch/>
          </p:blipFill>
          <p:spPr>
            <a:xfrm>
              <a:off x="2845354" y="3494329"/>
              <a:ext cx="3465991" cy="259411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FEEDCAB-AFD7-42FB-93D1-4AD72C0CF2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8400" t="48647" r="27500" b="47677"/>
            <a:stretch/>
          </p:blipFill>
          <p:spPr>
            <a:xfrm>
              <a:off x="3439770" y="1484311"/>
              <a:ext cx="2607913" cy="382464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633FB1F-EE4E-451E-A1BB-3865C11387B9}"/>
                </a:ext>
              </a:extLst>
            </p:cNvPr>
            <p:cNvSpPr/>
            <p:nvPr/>
          </p:nvSpPr>
          <p:spPr>
            <a:xfrm>
              <a:off x="2072864" y="3061252"/>
              <a:ext cx="2320232" cy="305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4560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9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1" name="Action Button: Back or Previous 10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ction Button: Forward or Next 11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20</a:t>
              </a:r>
            </a:p>
          </p:txBody>
        </p:sp>
      </p:grpSp>
      <p:sp>
        <p:nvSpPr>
          <p:cNvPr id="13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b="1" dirty="0">
                <a:solidFill>
                  <a:srgbClr val="00783A"/>
                </a:solidFill>
                <a:cs typeface="B Mitra" panose="00000400000000000000" pitchFamily="2" charset="-78"/>
              </a:rPr>
              <a:t>کفپوش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ADBA7B-EEEE-4E76-A21F-2522F44FDA8A}"/>
              </a:ext>
            </a:extLst>
          </p:cNvPr>
          <p:cNvGrpSpPr/>
          <p:nvPr/>
        </p:nvGrpSpPr>
        <p:grpSpPr>
          <a:xfrm>
            <a:off x="1199713" y="1356151"/>
            <a:ext cx="7225308" cy="4689049"/>
            <a:chOff x="1199713" y="1356151"/>
            <a:chExt cx="7225308" cy="4689049"/>
          </a:xfrm>
        </p:grpSpPr>
        <p:pic>
          <p:nvPicPr>
            <p:cNvPr id="5" name="Picture 4"/>
            <p:cNvPicPr preferRelativeResize="0">
              <a:picLocks/>
            </p:cNvPicPr>
            <p:nvPr/>
          </p:nvPicPr>
          <p:blipFill rotWithShape="1">
            <a:blip r:embed="rId2"/>
            <a:srcRect l="24456" t="28744" r="61631" b="54444"/>
            <a:stretch/>
          </p:blipFill>
          <p:spPr>
            <a:xfrm>
              <a:off x="2100812" y="2844800"/>
              <a:ext cx="4572000" cy="32004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E46CA1-F88B-41F3-818E-1F4B8F60E4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9021" t="40565" r="27936" b="53671"/>
            <a:stretch/>
          </p:blipFill>
          <p:spPr>
            <a:xfrm>
              <a:off x="1199713" y="1982134"/>
              <a:ext cx="7225308" cy="70899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1E8C6A0-475F-4CAA-A3E9-2799BD6727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3112" t="24107" r="27936" b="71745"/>
            <a:stretch/>
          </p:blipFill>
          <p:spPr>
            <a:xfrm>
              <a:off x="3702600" y="1356151"/>
              <a:ext cx="1957457" cy="5102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7459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9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1" name="Action Button: Back or Previous 10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ction Button: Forward or Next 11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21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9680" t="31796" r="41915" b="28109"/>
          <a:stretch/>
        </p:blipFill>
        <p:spPr>
          <a:xfrm>
            <a:off x="-4711970" y="7600861"/>
            <a:ext cx="5194570" cy="41245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2447" t="28827" r="45319" b="36620"/>
          <a:stretch/>
        </p:blipFill>
        <p:spPr>
          <a:xfrm>
            <a:off x="-9231786" y="7722100"/>
            <a:ext cx="4066162" cy="35545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0319" t="64129" r="33085" b="20216"/>
          <a:stretch/>
        </p:blipFill>
        <p:spPr>
          <a:xfrm>
            <a:off x="622570" y="7938649"/>
            <a:ext cx="8521430" cy="16104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22989" t="24814" r="27816" b="15313"/>
          <a:stretch/>
        </p:blipFill>
        <p:spPr>
          <a:xfrm>
            <a:off x="1070190" y="1465809"/>
            <a:ext cx="7016320" cy="4803228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118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9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1" name="Action Button: Back or Previous 10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ction Button: Forward or Next 11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22</a:t>
              </a:r>
            </a:p>
          </p:txBody>
        </p:sp>
      </p:grpSp>
      <p:pic>
        <p:nvPicPr>
          <p:cNvPr id="6" name="Picture 5"/>
          <p:cNvPicPr preferRelativeResize="0">
            <a:picLocks/>
          </p:cNvPicPr>
          <p:nvPr/>
        </p:nvPicPr>
        <p:blipFill rotWithShape="1">
          <a:blip r:embed="rId2"/>
          <a:srcRect l="28478" t="26425" r="32065" b="27778"/>
          <a:stretch/>
        </p:blipFill>
        <p:spPr>
          <a:xfrm>
            <a:off x="1237364" y="1602409"/>
            <a:ext cx="6400800" cy="4572000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284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9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1" name="Action Button: Back or Previous 10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ction Button: Forward or Next 11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23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0543" t="11160" r="29348" b="39758"/>
          <a:stretch/>
        </p:blipFill>
        <p:spPr>
          <a:xfrm>
            <a:off x="955869" y="1523310"/>
            <a:ext cx="7219562" cy="4969565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185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 preferRelativeResize="0">
            <a:picLocks/>
          </p:cNvPicPr>
          <p:nvPr/>
        </p:nvPicPr>
        <p:blipFill rotWithShape="1">
          <a:blip r:embed="rId2"/>
          <a:srcRect l="31087" t="28937" r="29565" b="42464"/>
          <a:stretch/>
        </p:blipFill>
        <p:spPr>
          <a:xfrm>
            <a:off x="1062014" y="1613756"/>
            <a:ext cx="6400800" cy="3981974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-12700" y="6055139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3073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8370" t="14831" r="32065" b="34154"/>
          <a:stretch/>
        </p:blipFill>
        <p:spPr>
          <a:xfrm>
            <a:off x="1366632" y="1510748"/>
            <a:ext cx="6560670" cy="4758289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769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 preferRelativeResize="0">
            <a:picLocks/>
          </p:cNvPicPr>
          <p:nvPr/>
        </p:nvPicPr>
        <p:blipFill rotWithShape="1">
          <a:blip r:embed="rId2"/>
          <a:srcRect l="28741" t="27525" r="31996" b="26970"/>
          <a:stretch/>
        </p:blipFill>
        <p:spPr>
          <a:xfrm>
            <a:off x="1377950" y="1473200"/>
            <a:ext cx="6400800" cy="4572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1202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0869" t="16570" r="29130" b="33189"/>
          <a:stretch/>
        </p:blipFill>
        <p:spPr>
          <a:xfrm>
            <a:off x="1112418" y="1451259"/>
            <a:ext cx="6819008" cy="4817778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270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6432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 preferRelativeResize="0">
            <a:picLocks/>
          </p:cNvPicPr>
          <p:nvPr/>
        </p:nvPicPr>
        <p:blipFill rotWithShape="1">
          <a:blip r:embed="rId3"/>
          <a:srcRect l="30978" t="22947" r="28913" b="32222"/>
          <a:stretch/>
        </p:blipFill>
        <p:spPr>
          <a:xfrm>
            <a:off x="1377950" y="1555466"/>
            <a:ext cx="6400800" cy="4572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2632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8479" t="34154" r="31412" b="20048"/>
          <a:stretch/>
        </p:blipFill>
        <p:spPr>
          <a:xfrm>
            <a:off x="863876" y="1455745"/>
            <a:ext cx="7428948" cy="4771441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635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207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 preferRelativeResize="0">
            <a:picLocks/>
          </p:cNvPicPr>
          <p:nvPr/>
        </p:nvPicPr>
        <p:blipFill rotWithShape="1">
          <a:blip r:embed="rId2"/>
          <a:srcRect l="28914" t="28937" r="31630" b="24686"/>
          <a:stretch/>
        </p:blipFill>
        <p:spPr>
          <a:xfrm>
            <a:off x="1404651" y="1473200"/>
            <a:ext cx="6400800" cy="4572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05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0761" t="34541" r="29022" b="21207"/>
          <a:stretch/>
        </p:blipFill>
        <p:spPr>
          <a:xfrm>
            <a:off x="1228676" y="1632227"/>
            <a:ext cx="7130133" cy="4412973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9244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 preferRelativeResize="0">
            <a:picLocks/>
          </p:cNvPicPr>
          <p:nvPr/>
        </p:nvPicPr>
        <p:blipFill rotWithShape="1">
          <a:blip r:embed="rId2"/>
          <a:srcRect l="30979" t="29710" r="29565" b="25073"/>
          <a:stretch/>
        </p:blipFill>
        <p:spPr>
          <a:xfrm>
            <a:off x="1242392" y="1555466"/>
            <a:ext cx="6400800" cy="4572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4615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8696" t="20821" r="31630" b="25459"/>
          <a:stretch/>
        </p:blipFill>
        <p:spPr>
          <a:xfrm>
            <a:off x="1371600" y="1481172"/>
            <a:ext cx="6380923" cy="4859993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372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 preferRelativeResize="0">
            <a:picLocks/>
          </p:cNvPicPr>
          <p:nvPr/>
        </p:nvPicPr>
        <p:blipFill rotWithShape="1">
          <a:blip r:embed="rId2"/>
          <a:srcRect l="28805" t="21401" r="31847" b="39952"/>
          <a:stretch/>
        </p:blipFill>
        <p:spPr>
          <a:xfrm>
            <a:off x="1168135" y="1736791"/>
            <a:ext cx="6400800" cy="4572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270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6173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0544" t="14059" r="29239" b="33188"/>
          <a:stretch/>
        </p:blipFill>
        <p:spPr>
          <a:xfrm>
            <a:off x="1172198" y="1437541"/>
            <a:ext cx="6371602" cy="4701208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080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 preferRelativeResize="0">
            <a:picLocks/>
          </p:cNvPicPr>
          <p:nvPr/>
        </p:nvPicPr>
        <p:blipFill rotWithShape="1">
          <a:blip r:embed="rId2"/>
          <a:srcRect l="30869" t="20627" r="29456" b="40339"/>
          <a:stretch/>
        </p:blipFill>
        <p:spPr>
          <a:xfrm>
            <a:off x="1204844" y="1697037"/>
            <a:ext cx="6400800" cy="4572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21771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0544" t="13478" r="28913" b="39758"/>
          <a:stretch/>
        </p:blipFill>
        <p:spPr>
          <a:xfrm>
            <a:off x="1311587" y="1457212"/>
            <a:ext cx="6495426" cy="4214192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-1270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2118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 preferRelativeResize="0">
            <a:picLocks/>
          </p:cNvPicPr>
          <p:nvPr/>
        </p:nvPicPr>
        <p:blipFill rotWithShape="1">
          <a:blip r:embed="rId2"/>
          <a:srcRect l="31087" t="32415" r="29239" b="20048"/>
          <a:stretch/>
        </p:blipFill>
        <p:spPr>
          <a:xfrm>
            <a:off x="1467355" y="1709529"/>
            <a:ext cx="6400800" cy="4572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4605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8369" t="16764" r="31413" b="43816"/>
          <a:stretch/>
        </p:blipFill>
        <p:spPr>
          <a:xfrm>
            <a:off x="1235861" y="1719469"/>
            <a:ext cx="6904287" cy="3806687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2700" y="6045200"/>
            <a:ext cx="9144000" cy="812800"/>
            <a:chOff x="0" y="6045200"/>
            <a:chExt cx="9144000" cy="812800"/>
          </a:xfrm>
        </p:grpSpPr>
        <p:grpSp>
          <p:nvGrpSpPr>
            <p:cNvPr id="17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9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8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0277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 preferRelativeResize="0">
            <a:picLocks/>
          </p:cNvPicPr>
          <p:nvPr/>
        </p:nvPicPr>
        <p:blipFill rotWithShape="1">
          <a:blip r:embed="rId2"/>
          <a:srcRect l="28371" t="32802" r="31629" b="15797"/>
          <a:stretch/>
        </p:blipFill>
        <p:spPr>
          <a:xfrm>
            <a:off x="1263766" y="1555466"/>
            <a:ext cx="6400800" cy="4572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700" y="604288"/>
            <a:ext cx="9131300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fa-IR" sz="4000" b="1" dirty="0">
                <a:solidFill>
                  <a:srgbClr val="00783A"/>
                </a:solidFill>
                <a:cs typeface="B Mitra" panose="00000400000000000000" pitchFamily="2" charset="-78"/>
              </a:rPr>
              <a:t>محصولات تولید ایران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700" y="1205258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6045200"/>
            <a:ext cx="9144000" cy="812800"/>
            <a:chOff x="0" y="6045200"/>
            <a:chExt cx="9144000" cy="812800"/>
          </a:xfrm>
        </p:grpSpPr>
        <p:grpSp>
          <p:nvGrpSpPr>
            <p:cNvPr id="15" name="Group 5"/>
            <p:cNvGrpSpPr/>
            <p:nvPr/>
          </p:nvGrpSpPr>
          <p:grpSpPr>
            <a:xfrm>
              <a:off x="0" y="6045200"/>
              <a:ext cx="9131300" cy="447675"/>
              <a:chOff x="0" y="6045200"/>
              <a:chExt cx="9131300" cy="447675"/>
            </a:xfrm>
          </p:grpSpPr>
          <p:sp>
            <p:nvSpPr>
              <p:cNvPr id="17" name="Action Button: Back or Previous 9">
                <a:hlinkClick r:id="" action="ppaction://hlinkshowjump?jump=previousslide" highlightClick="1"/>
              </p:cNvPr>
              <p:cNvSpPr/>
              <p:nvPr/>
            </p:nvSpPr>
            <p:spPr>
              <a:xfrm>
                <a:off x="0" y="6045200"/>
                <a:ext cx="482600" cy="447675"/>
              </a:xfrm>
              <a:prstGeom prst="actionButtonBackPrevious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E1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Action Button: Forward or Next 10">
                <a:hlinkClick r:id="" action="ppaction://hlinkshowjump?jump=nextslide" highlightClick="1"/>
              </p:cNvPr>
              <p:cNvSpPr/>
              <p:nvPr/>
            </p:nvSpPr>
            <p:spPr>
              <a:xfrm>
                <a:off x="8648700" y="6045200"/>
                <a:ext cx="482600" cy="447675"/>
              </a:xfrm>
              <a:prstGeom prst="actionButtonForwardNext">
                <a:avLst/>
              </a:prstGeom>
              <a:gradFill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6200000" scaled="0"/>
              </a:gradFill>
              <a:ln>
                <a:solidFill>
                  <a:srgbClr val="FF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Slide Number Placeholder 5"/>
            <p:cNvSpPr txBox="1">
              <a:spLocks/>
            </p:cNvSpPr>
            <p:nvPr/>
          </p:nvSpPr>
          <p:spPr>
            <a:xfrm>
              <a:off x="8712200" y="6492875"/>
              <a:ext cx="431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E14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40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1219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040932" y="1953260"/>
            <a:ext cx="3017517" cy="3017520"/>
            <a:chOff x="2747010" y="3153768"/>
            <a:chExt cx="3017517" cy="3017520"/>
          </a:xfrm>
        </p:grpSpPr>
        <p:pic>
          <p:nvPicPr>
            <p:cNvPr id="69634" name="Picture 2" descr="Break Up The Concrete Powerpoint animation"/>
            <p:cNvPicPr>
              <a:picLocks noChangeAspect="1" noChangeArrowheads="1" noCrop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752849" y="4159608"/>
              <a:ext cx="1005839" cy="1005840"/>
            </a:xfrm>
            <a:prstGeom prst="rect">
              <a:avLst/>
            </a:prstGeom>
            <a:noFill/>
          </p:spPr>
        </p:pic>
        <p:pic>
          <p:nvPicPr>
            <p:cNvPr id="69638" name="Picture 6" descr="Back And Forth Questions - PowerPoint Animation"/>
            <p:cNvPicPr>
              <a:picLocks noChangeAspect="1" noChangeArrowheads="1" noCrop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747010" y="4159608"/>
              <a:ext cx="1005839" cy="1005840"/>
            </a:xfrm>
            <a:prstGeom prst="rect">
              <a:avLst/>
            </a:prstGeom>
            <a:noFill/>
          </p:spPr>
        </p:pic>
        <p:pic>
          <p:nvPicPr>
            <p:cNvPr id="69640" name="Picture 8" descr="Question Mark Serious Thinker - PowerPoint Animation"/>
            <p:cNvPicPr>
              <a:picLocks noChangeAspect="1" noChangeArrowheads="1" noCrop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52849" y="5165448"/>
              <a:ext cx="1005839" cy="1005840"/>
            </a:xfrm>
            <a:prstGeom prst="rect">
              <a:avLst/>
            </a:prstGeom>
            <a:noFill/>
          </p:spPr>
        </p:pic>
        <p:pic>
          <p:nvPicPr>
            <p:cNvPr id="69642" name="Picture 10" descr="Carrying Question Mark - PowerPoint Animation"/>
            <p:cNvPicPr>
              <a:picLocks noChangeAspect="1" noChangeArrowheads="1" noCrop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752849" y="3153768"/>
              <a:ext cx="1005839" cy="1005840"/>
            </a:xfrm>
            <a:prstGeom prst="rect">
              <a:avLst/>
            </a:prstGeom>
            <a:noFill/>
          </p:spPr>
        </p:pic>
        <p:pic>
          <p:nvPicPr>
            <p:cNvPr id="63490" name="Picture 2" descr="Stick Figure Question Answer - PowerPoint Animation"/>
            <p:cNvPicPr>
              <a:picLocks noChangeAspect="1" noChangeArrowheads="1" noCrop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758688" y="4159608"/>
              <a:ext cx="1005839" cy="1005840"/>
            </a:xfrm>
            <a:prstGeom prst="rect">
              <a:avLst/>
            </a:prstGeom>
            <a:noFill/>
          </p:spPr>
        </p:pic>
      </p:grpSp>
      <p:sp>
        <p:nvSpPr>
          <p:cNvPr id="12" name="Title 1"/>
          <p:cNvSpPr txBox="1">
            <a:spLocks/>
          </p:cNvSpPr>
          <p:nvPr/>
        </p:nvSpPr>
        <p:spPr>
          <a:xfrm>
            <a:off x="-1" y="578296"/>
            <a:ext cx="9160329" cy="585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2400" i="1" dirty="0">
                <a:solidFill>
                  <a:srgbClr val="00783A"/>
                </a:solidFill>
                <a:cs typeface="B Mitra" panose="00000400000000000000" pitchFamily="2" charset="-78"/>
              </a:rPr>
              <a:t>Email: m.arezoumandi@gmail.com</a:t>
            </a:r>
            <a:endParaRPr lang="en-US" sz="2400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159510"/>
            <a:ext cx="9144000" cy="91440"/>
          </a:xfrm>
          <a:prstGeom prst="rect">
            <a:avLst/>
          </a:prstGeom>
          <a:solidFill>
            <a:srgbClr val="FFE14F"/>
          </a:solidFill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007A3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  <a:ln>
          <a:solidFill>
            <a:srgbClr val="FFFF46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rgbClr val="007A37"/>
            </a:solidFill>
            <a:latin typeface="Times New Roman" pitchFamily="18" charset="0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45496</TotalTime>
  <Words>145</Words>
  <Application>Microsoft Office PowerPoint</Application>
  <PresentationFormat>On-screen Show (4:3)</PresentationFormat>
  <Paragraphs>84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B Mitra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Joann Stiritz</dc:creator>
  <cp:lastModifiedBy>Mahdi</cp:lastModifiedBy>
  <cp:revision>757</cp:revision>
  <cp:lastPrinted>2015-10-10T06:36:51Z</cp:lastPrinted>
  <dcterms:created xsi:type="dcterms:W3CDTF">2011-02-22T22:21:02Z</dcterms:created>
  <dcterms:modified xsi:type="dcterms:W3CDTF">2017-08-27T11:37:45Z</dcterms:modified>
</cp:coreProperties>
</file>